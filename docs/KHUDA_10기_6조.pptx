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0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348" r:id="rId21"/>
    <p:sldId id="349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47" r:id="rId10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3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F7370-68F5-725D-F41B-4F40C72C310D}" v="3" dt="2026-08-23T11:54:00.335"/>
    <p1510:client id="{6BA39CA2-F0A0-4ECD-84EF-EE0840A75B0B}" v="442" dt="2026-08-23T13:51:51.480"/>
    <p1510:client id="{BEE30BF1-2331-A3B4-2558-8A3B76FAEC38}" v="23" dt="2026-08-23T13:51:57.66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heme" Target="theme/theme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tableStyles" Target="tableStyle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microsoft.com/office/2016/11/relationships/changesInfo" Target="changesInfos/changesInfo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시우" userId="200fc496-c220-4491-9d3d-3b6b8f7302d8" providerId="ADAL" clId="{D1A72A01-2EA7-47C6-96EE-B2AAE1A9F84E}"/>
    <pc:docChg chg="undo redo custSel addSld delSld modSld sldOrd">
      <pc:chgData name="김시우" userId="200fc496-c220-4491-9d3d-3b6b8f7302d8" providerId="ADAL" clId="{D1A72A01-2EA7-47C6-96EE-B2AAE1A9F84E}" dt="2026-08-23T13:51:51.480" v="1408" actId="20577"/>
      <pc:docMkLst>
        <pc:docMk/>
      </pc:docMkLst>
      <pc:sldChg chg="modSp mod">
        <pc:chgData name="김시우" userId="200fc496-c220-4491-9d3d-3b6b8f7302d8" providerId="ADAL" clId="{D1A72A01-2EA7-47C6-96EE-B2AAE1A9F84E}" dt="2026-08-23T11:56:46.091" v="318" actId="1076"/>
        <pc:sldMkLst>
          <pc:docMk/>
          <pc:sldMk cId="0" sldId="256"/>
        </pc:sldMkLst>
        <pc:spChg chg="mod">
          <ac:chgData name="김시우" userId="200fc496-c220-4491-9d3d-3b6b8f7302d8" providerId="ADAL" clId="{D1A72A01-2EA7-47C6-96EE-B2AAE1A9F84E}" dt="2026-08-23T11:56:46.091" v="318" actId="1076"/>
          <ac:spMkLst>
            <pc:docMk/>
            <pc:sldMk cId="0" sldId="256"/>
            <ac:spMk id="103" creationId="{00000000-0000-0000-0000-000000000000}"/>
          </ac:spMkLst>
        </pc:spChg>
      </pc:sldChg>
      <pc:sldChg chg="addSp delSp modSp mod">
        <pc:chgData name="김시우" userId="200fc496-c220-4491-9d3d-3b6b8f7302d8" providerId="ADAL" clId="{D1A72A01-2EA7-47C6-96EE-B2AAE1A9F84E}" dt="2026-08-23T12:57:32.689" v="571" actId="20577"/>
        <pc:sldMkLst>
          <pc:docMk/>
          <pc:sldMk cId="0" sldId="271"/>
        </pc:sldMkLst>
        <pc:spChg chg="add del mod">
          <ac:chgData name="김시우" userId="200fc496-c220-4491-9d3d-3b6b8f7302d8" providerId="ADAL" clId="{D1A72A01-2EA7-47C6-96EE-B2AAE1A9F84E}" dt="2026-08-23T11:22:16.871" v="38" actId="478"/>
          <ac:spMkLst>
            <pc:docMk/>
            <pc:sldMk cId="0" sldId="271"/>
            <ac:spMk id="3" creationId="{CCC306E5-6DB1-FF24-D9BF-DA7970FAC2B6}"/>
          </ac:spMkLst>
        </pc:spChg>
        <pc:spChg chg="add del mod">
          <ac:chgData name="김시우" userId="200fc496-c220-4491-9d3d-3b6b8f7302d8" providerId="ADAL" clId="{D1A72A01-2EA7-47C6-96EE-B2AAE1A9F84E}" dt="2026-08-23T11:23:41.968" v="56" actId="20577"/>
          <ac:spMkLst>
            <pc:docMk/>
            <pc:sldMk cId="0" sldId="271"/>
            <ac:spMk id="5" creationId="{82B3FD78-B36F-9ADA-1CC4-FC804737636A}"/>
          </ac:spMkLst>
        </pc:spChg>
        <pc:spChg chg="del">
          <ac:chgData name="김시우" userId="200fc496-c220-4491-9d3d-3b6b8f7302d8" providerId="ADAL" clId="{D1A72A01-2EA7-47C6-96EE-B2AAE1A9F84E}" dt="2026-08-23T11:23:46.891" v="57" actId="478"/>
          <ac:spMkLst>
            <pc:docMk/>
            <pc:sldMk cId="0" sldId="271"/>
            <ac:spMk id="7" creationId="{5EAE75EE-0AE8-D4C5-DEC5-BBFB80BE1CC2}"/>
          </ac:spMkLst>
        </pc:spChg>
        <pc:spChg chg="mod">
          <ac:chgData name="김시우" userId="200fc496-c220-4491-9d3d-3b6b8f7302d8" providerId="ADAL" clId="{D1A72A01-2EA7-47C6-96EE-B2AAE1A9F84E}" dt="2026-08-23T11:22:47.964" v="46" actId="20577"/>
          <ac:spMkLst>
            <pc:docMk/>
            <pc:sldMk cId="0" sldId="271"/>
            <ac:spMk id="9" creationId="{F9E5D695-91B3-D85A-E6A1-22E9A7773350}"/>
          </ac:spMkLst>
        </pc:spChg>
        <pc:spChg chg="add mod">
          <ac:chgData name="김시우" userId="200fc496-c220-4491-9d3d-3b6b8f7302d8" providerId="ADAL" clId="{D1A72A01-2EA7-47C6-96EE-B2AAE1A9F84E}" dt="2026-08-23T12:57:31.565" v="569" actId="1076"/>
          <ac:spMkLst>
            <pc:docMk/>
            <pc:sldMk cId="0" sldId="271"/>
            <ac:spMk id="11" creationId="{5133D347-1BF7-34E6-D0EC-F316284B1D16}"/>
          </ac:spMkLst>
        </pc:spChg>
        <pc:spChg chg="mod">
          <ac:chgData name="김시우" userId="200fc496-c220-4491-9d3d-3b6b8f7302d8" providerId="ADAL" clId="{D1A72A01-2EA7-47C6-96EE-B2AAE1A9F84E}" dt="2026-08-23T11:22:35.113" v="41" actId="1076"/>
          <ac:spMkLst>
            <pc:docMk/>
            <pc:sldMk cId="0" sldId="271"/>
            <ac:spMk id="15" creationId="{39710ACA-F12E-6A55-A156-A9913A6FB01D}"/>
          </ac:spMkLst>
        </pc:spChg>
        <pc:spChg chg="mod">
          <ac:chgData name="김시우" userId="200fc496-c220-4491-9d3d-3b6b8f7302d8" providerId="ADAL" clId="{D1A72A01-2EA7-47C6-96EE-B2AAE1A9F84E}" dt="2026-08-23T12:57:32.268" v="570" actId="1076"/>
          <ac:spMkLst>
            <pc:docMk/>
            <pc:sldMk cId="0" sldId="271"/>
            <ac:spMk id="17" creationId="{43E7A858-4936-2AC4-5A3A-8D9A37F9C601}"/>
          </ac:spMkLst>
        </pc:spChg>
        <pc:spChg chg="add mod">
          <ac:chgData name="김시우" userId="200fc496-c220-4491-9d3d-3b6b8f7302d8" providerId="ADAL" clId="{D1A72A01-2EA7-47C6-96EE-B2AAE1A9F84E}" dt="2026-08-23T11:22:35.113" v="41" actId="1076"/>
          <ac:spMkLst>
            <pc:docMk/>
            <pc:sldMk cId="0" sldId="271"/>
            <ac:spMk id="23" creationId="{5B14F0EE-A873-63B2-6146-8E9DCFA1E8CA}"/>
          </ac:spMkLst>
        </pc:spChg>
        <pc:spChg chg="mod">
          <ac:chgData name="김시우" userId="200fc496-c220-4491-9d3d-3b6b8f7302d8" providerId="ADAL" clId="{D1A72A01-2EA7-47C6-96EE-B2AAE1A9F84E}" dt="2026-08-23T12:57:32.689" v="571" actId="20577"/>
          <ac:spMkLst>
            <pc:docMk/>
            <pc:sldMk cId="0" sldId="271"/>
            <ac:spMk id="25" creationId="{54FBA270-A887-A931-4F7F-C612DB921D52}"/>
          </ac:spMkLst>
        </pc:spChg>
        <pc:spChg chg="add mod">
          <ac:chgData name="김시우" userId="200fc496-c220-4491-9d3d-3b6b8f7302d8" providerId="ADAL" clId="{D1A72A01-2EA7-47C6-96EE-B2AAE1A9F84E}" dt="2026-08-23T11:22:35.113" v="41" actId="1076"/>
          <ac:spMkLst>
            <pc:docMk/>
            <pc:sldMk cId="0" sldId="271"/>
            <ac:spMk id="29" creationId="{9342E87E-D871-2910-0487-A487E2034D3D}"/>
          </ac:spMkLst>
        </pc:spChg>
        <pc:spChg chg="mod">
          <ac:chgData name="김시우" userId="200fc496-c220-4491-9d3d-3b6b8f7302d8" providerId="ADAL" clId="{D1A72A01-2EA7-47C6-96EE-B2AAE1A9F84E}" dt="2026-08-23T11:22:35.113" v="41" actId="1076"/>
          <ac:spMkLst>
            <pc:docMk/>
            <pc:sldMk cId="0" sldId="271"/>
            <ac:spMk id="31" creationId="{5BC4182E-9B22-A11E-21D9-C7CA9E5843EB}"/>
          </ac:spMkLst>
        </pc:spChg>
        <pc:spChg chg="add mod">
          <ac:chgData name="김시우" userId="200fc496-c220-4491-9d3d-3b6b8f7302d8" providerId="ADAL" clId="{D1A72A01-2EA7-47C6-96EE-B2AAE1A9F84E}" dt="2026-08-23T12:18:30.682" v="333" actId="20577"/>
          <ac:spMkLst>
            <pc:docMk/>
            <pc:sldMk cId="0" sldId="271"/>
            <ac:spMk id="33" creationId="{1A59C9A4-D759-B7C1-73B1-9ED343490D86}"/>
          </ac:spMkLst>
        </pc:spChg>
        <pc:spChg chg="add mod">
          <ac:chgData name="김시우" userId="200fc496-c220-4491-9d3d-3b6b8f7302d8" providerId="ADAL" clId="{D1A72A01-2EA7-47C6-96EE-B2AAE1A9F84E}" dt="2026-08-23T12:36:08.646" v="557" actId="1076"/>
          <ac:spMkLst>
            <pc:docMk/>
            <pc:sldMk cId="0" sldId="271"/>
            <ac:spMk id="35" creationId="{399A9781-C9D1-E987-013D-318BB88E063E}"/>
          </ac:spMkLst>
        </pc:spChg>
        <pc:spChg chg="add mod">
          <ac:chgData name="김시우" userId="200fc496-c220-4491-9d3d-3b6b8f7302d8" providerId="ADAL" clId="{D1A72A01-2EA7-47C6-96EE-B2AAE1A9F84E}" dt="2026-08-23T12:35:59.130" v="555" actId="1076"/>
          <ac:spMkLst>
            <pc:docMk/>
            <pc:sldMk cId="0" sldId="271"/>
            <ac:spMk id="37" creationId="{4A6B27AA-9B9A-4340-E844-8F5963087CCF}"/>
          </ac:spMkLst>
        </pc:spChg>
        <pc:spChg chg="mod">
          <ac:chgData name="김시우" userId="200fc496-c220-4491-9d3d-3b6b8f7302d8" providerId="ADAL" clId="{D1A72A01-2EA7-47C6-96EE-B2AAE1A9F84E}" dt="2026-08-23T12:35:28.583" v="548" actId="1076"/>
          <ac:spMkLst>
            <pc:docMk/>
            <pc:sldMk cId="0" sldId="271"/>
            <ac:spMk id="39" creationId="{D7EF50AA-B6F1-FFE9-269F-A7D48E2ED980}"/>
          </ac:spMkLst>
        </pc:spChg>
        <pc:spChg chg="add mod">
          <ac:chgData name="김시우" userId="200fc496-c220-4491-9d3d-3b6b8f7302d8" providerId="ADAL" clId="{D1A72A01-2EA7-47C6-96EE-B2AAE1A9F84E}" dt="2026-08-23T12:35:24.068" v="547" actId="1076"/>
          <ac:spMkLst>
            <pc:docMk/>
            <pc:sldMk cId="0" sldId="271"/>
            <ac:spMk id="41" creationId="{B6A3EB5D-20B9-144D-5E6C-5E31C7DB2284}"/>
          </ac:spMkLst>
        </pc:spChg>
        <pc:spChg chg="mod">
          <ac:chgData name="김시우" userId="200fc496-c220-4491-9d3d-3b6b8f7302d8" providerId="ADAL" clId="{D1A72A01-2EA7-47C6-96EE-B2AAE1A9F84E}" dt="2026-08-23T12:35:16.097" v="546" actId="1076"/>
          <ac:spMkLst>
            <pc:docMk/>
            <pc:sldMk cId="0" sldId="271"/>
            <ac:spMk id="43" creationId="{69D45294-9E82-1C65-BEBE-AA0EE850F02F}"/>
          </ac:spMkLst>
        </pc:spChg>
        <pc:spChg chg="add mod">
          <ac:chgData name="김시우" userId="200fc496-c220-4491-9d3d-3b6b8f7302d8" providerId="ADAL" clId="{D1A72A01-2EA7-47C6-96EE-B2AAE1A9F84E}" dt="2026-08-23T12:35:32.857" v="549" actId="1076"/>
          <ac:spMkLst>
            <pc:docMk/>
            <pc:sldMk cId="0" sldId="271"/>
            <ac:spMk id="45" creationId="{FA6C54FB-C6D6-A724-903D-B47932697A2C}"/>
          </ac:spMkLst>
        </pc:spChg>
        <pc:spChg chg="mod">
          <ac:chgData name="김시우" userId="200fc496-c220-4491-9d3d-3b6b8f7302d8" providerId="ADAL" clId="{D1A72A01-2EA7-47C6-96EE-B2AAE1A9F84E}" dt="2026-08-23T12:35:44.525" v="552" actId="1076"/>
          <ac:spMkLst>
            <pc:docMk/>
            <pc:sldMk cId="0" sldId="271"/>
            <ac:spMk id="47" creationId="{E755CCAF-C7AF-E8D5-81B8-75635A3DB8CF}"/>
          </ac:spMkLst>
        </pc:spChg>
        <pc:spChg chg="mod">
          <ac:chgData name="김시우" userId="200fc496-c220-4491-9d3d-3b6b8f7302d8" providerId="ADAL" clId="{D1A72A01-2EA7-47C6-96EE-B2AAE1A9F84E}" dt="2026-08-23T12:35:47.725" v="553" actId="1076"/>
          <ac:spMkLst>
            <pc:docMk/>
            <pc:sldMk cId="0" sldId="271"/>
            <ac:spMk id="49" creationId="{28151535-C463-D7CA-8F96-477B84C0DBBD}"/>
          </ac:spMkLst>
        </pc:spChg>
        <pc:spChg chg="mod">
          <ac:chgData name="김시우" userId="200fc496-c220-4491-9d3d-3b6b8f7302d8" providerId="ADAL" clId="{D1A72A01-2EA7-47C6-96EE-B2AAE1A9F84E}" dt="2026-08-23T12:35:38.401" v="550" actId="1076"/>
          <ac:spMkLst>
            <pc:docMk/>
            <pc:sldMk cId="0" sldId="271"/>
            <ac:spMk id="51" creationId="{1E17D4B9-575B-3C25-3BFA-5425424B4A11}"/>
          </ac:spMkLst>
        </pc:spChg>
        <pc:spChg chg="mod">
          <ac:chgData name="김시우" userId="200fc496-c220-4491-9d3d-3b6b8f7302d8" providerId="ADAL" clId="{D1A72A01-2EA7-47C6-96EE-B2AAE1A9F84E}" dt="2026-08-23T12:35:40.900" v="551" actId="1076"/>
          <ac:spMkLst>
            <pc:docMk/>
            <pc:sldMk cId="0" sldId="271"/>
            <ac:spMk id="53" creationId="{32B7215F-A3B8-9609-8183-8023A280537C}"/>
          </ac:spMkLst>
        </pc:spChg>
        <pc:spChg chg="del">
          <ac:chgData name="김시우" userId="200fc496-c220-4491-9d3d-3b6b8f7302d8" providerId="ADAL" clId="{D1A72A01-2EA7-47C6-96EE-B2AAE1A9F84E}" dt="2026-08-23T12:34:43.516" v="538" actId="478"/>
          <ac:spMkLst>
            <pc:docMk/>
            <pc:sldMk cId="0" sldId="271"/>
            <ac:spMk id="55" creationId="{C71E4B81-BDA1-2D01-D035-02649C30755E}"/>
          </ac:spMkLst>
        </pc:spChg>
        <pc:spChg chg="del mod">
          <ac:chgData name="김시우" userId="200fc496-c220-4491-9d3d-3b6b8f7302d8" providerId="ADAL" clId="{D1A72A01-2EA7-47C6-96EE-B2AAE1A9F84E}" dt="2026-08-23T12:34:46.803" v="540" actId="478"/>
          <ac:spMkLst>
            <pc:docMk/>
            <pc:sldMk cId="0" sldId="271"/>
            <ac:spMk id="57" creationId="{DBFFC5C1-0FF0-2F47-B25B-D3A0F01779FD}"/>
          </ac:spMkLst>
        </pc:spChg>
        <pc:spChg chg="del">
          <ac:chgData name="김시우" userId="200fc496-c220-4491-9d3d-3b6b8f7302d8" providerId="ADAL" clId="{D1A72A01-2EA7-47C6-96EE-B2AAE1A9F84E}" dt="2026-08-23T11:22:14.953" v="36" actId="478"/>
          <ac:spMkLst>
            <pc:docMk/>
            <pc:sldMk cId="0" sldId="271"/>
            <ac:spMk id="458" creationId="{00000000-0000-0000-0000-000000000000}"/>
          </ac:spMkLst>
        </pc:spChg>
        <pc:spChg chg="mod">
          <ac:chgData name="김시우" userId="200fc496-c220-4491-9d3d-3b6b8f7302d8" providerId="ADAL" clId="{D1A72A01-2EA7-47C6-96EE-B2AAE1A9F84E}" dt="2026-08-23T11:20:21.926" v="23"/>
          <ac:spMkLst>
            <pc:docMk/>
            <pc:sldMk cId="0" sldId="271"/>
            <ac:spMk id="459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4.668" v="25" actId="478"/>
          <ac:spMkLst>
            <pc:docMk/>
            <pc:sldMk cId="0" sldId="271"/>
            <ac:spMk id="461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62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63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64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65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66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68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69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70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71" creationId="{00000000-0000-0000-0000-000000000000}"/>
          </ac:spMkLst>
        </pc:spChg>
        <pc:spChg chg="del">
          <ac:chgData name="김시우" userId="200fc496-c220-4491-9d3d-3b6b8f7302d8" providerId="ADAL" clId="{D1A72A01-2EA7-47C6-96EE-B2AAE1A9F84E}" dt="2026-08-23T11:21:52.903" v="24" actId="478"/>
          <ac:spMkLst>
            <pc:docMk/>
            <pc:sldMk cId="0" sldId="271"/>
            <ac:spMk id="473" creationId="{00000000-0000-0000-0000-000000000000}"/>
          </ac:spMkLst>
        </pc:spChg>
      </pc:sldChg>
      <pc:sldChg chg="del">
        <pc:chgData name="김시우" userId="200fc496-c220-4491-9d3d-3b6b8f7302d8" providerId="ADAL" clId="{D1A72A01-2EA7-47C6-96EE-B2AAE1A9F84E}" dt="2026-08-23T11:45:24.160" v="316" actId="47"/>
        <pc:sldMkLst>
          <pc:docMk/>
          <pc:sldMk cId="0" sldId="272"/>
        </pc:sldMkLst>
      </pc:sldChg>
      <pc:sldChg chg="del">
        <pc:chgData name="김시우" userId="200fc496-c220-4491-9d3d-3b6b8f7302d8" providerId="ADAL" clId="{D1A72A01-2EA7-47C6-96EE-B2AAE1A9F84E}" dt="2026-08-23T11:45:27.211" v="317" actId="47"/>
        <pc:sldMkLst>
          <pc:docMk/>
          <pc:sldMk cId="0" sldId="273"/>
        </pc:sldMkLst>
      </pc:sldChg>
      <pc:sldChg chg="addSp delSp modSp add del mod">
        <pc:chgData name="김시우" userId="200fc496-c220-4491-9d3d-3b6b8f7302d8" providerId="ADAL" clId="{D1A72A01-2EA7-47C6-96EE-B2AAE1A9F84E}" dt="2026-08-23T13:13:51.550" v="719" actId="14100"/>
        <pc:sldMkLst>
          <pc:docMk/>
          <pc:sldMk cId="1804289644" sldId="348"/>
        </pc:sldMkLst>
        <pc:spChg chg="add mod">
          <ac:chgData name="김시우" userId="200fc496-c220-4491-9d3d-3b6b8f7302d8" providerId="ADAL" clId="{D1A72A01-2EA7-47C6-96EE-B2AAE1A9F84E}" dt="2026-08-23T12:28:19.631" v="485" actId="20577"/>
          <ac:spMkLst>
            <pc:docMk/>
            <pc:sldMk cId="1804289644" sldId="348"/>
            <ac:spMk id="4" creationId="{F4B317B4-59A8-E46E-F158-7FB74C4B28B1}"/>
          </ac:spMkLst>
        </pc:spChg>
        <pc:spChg chg="del mod">
          <ac:chgData name="김시우" userId="200fc496-c220-4491-9d3d-3b6b8f7302d8" providerId="ADAL" clId="{D1A72A01-2EA7-47C6-96EE-B2AAE1A9F84E}" dt="2026-08-23T11:24:40.797" v="62"/>
          <ac:spMkLst>
            <pc:docMk/>
            <pc:sldMk cId="1804289644" sldId="348"/>
            <ac:spMk id="5" creationId="{C55D0A9F-A146-CED8-20AD-040918372452}"/>
          </ac:spMkLst>
        </pc:spChg>
        <pc:spChg chg="del mod">
          <ac:chgData name="김시우" userId="200fc496-c220-4491-9d3d-3b6b8f7302d8" providerId="ADAL" clId="{D1A72A01-2EA7-47C6-96EE-B2AAE1A9F84E}" dt="2026-08-23T11:24:40.797" v="64"/>
          <ac:spMkLst>
            <pc:docMk/>
            <pc:sldMk cId="1804289644" sldId="348"/>
            <ac:spMk id="9" creationId="{F731B72A-0CFA-AA07-BA22-04311EDC3DC0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11" creationId="{D9FF9C3C-DE7F-96BA-7C01-8A9CB9896CA6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13" creationId="{6A21063C-AAD6-E7EA-1A71-02F173F72735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15" creationId="{16BD5452-CD35-4D48-35C5-B38ABBE1E161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17" creationId="{DD3AD7FA-C6F2-1B50-B409-16CDC472EDA9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19" creationId="{3E945146-B209-A63E-A916-BF2C7A1FD13A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21" creationId="{E68C707A-605C-85B8-FA31-9BF88BEBDBA8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23" creationId="{4BF6047C-61F9-1F63-BB51-4AAD12141695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25" creationId="{4D649466-061D-526B-7C9E-A8C8F77BC2F5}"/>
          </ac:spMkLst>
        </pc:spChg>
        <pc:spChg chg="del">
          <ac:chgData name="김시우" userId="200fc496-c220-4491-9d3d-3b6b8f7302d8" providerId="ADAL" clId="{D1A72A01-2EA7-47C6-96EE-B2AAE1A9F84E}" dt="2026-08-23T11:24:45.848" v="66" actId="478"/>
          <ac:spMkLst>
            <pc:docMk/>
            <pc:sldMk cId="1804289644" sldId="348"/>
            <ac:spMk id="31" creationId="{D2E6691C-D5FC-A227-3241-CFA26A89F5D4}"/>
          </ac:spMkLst>
        </pc:spChg>
        <pc:spChg chg="del">
          <ac:chgData name="김시우" userId="200fc496-c220-4491-9d3d-3b6b8f7302d8" providerId="ADAL" clId="{D1A72A01-2EA7-47C6-96EE-B2AAE1A9F84E}" dt="2026-08-23T11:24:45.848" v="66" actId="478"/>
          <ac:spMkLst>
            <pc:docMk/>
            <pc:sldMk cId="1804289644" sldId="348"/>
            <ac:spMk id="33" creationId="{AB622B93-08AD-2471-BF89-2DDD8B0928B4}"/>
          </ac:spMkLst>
        </pc:spChg>
        <pc:spChg chg="del mod">
          <ac:chgData name="김시우" userId="200fc496-c220-4491-9d3d-3b6b8f7302d8" providerId="ADAL" clId="{D1A72A01-2EA7-47C6-96EE-B2AAE1A9F84E}" dt="2026-08-23T11:24:47.011" v="68" actId="478"/>
          <ac:spMkLst>
            <pc:docMk/>
            <pc:sldMk cId="1804289644" sldId="348"/>
            <ac:spMk id="35" creationId="{D2E2BE90-8F64-F181-5CA9-42A6B06D4B81}"/>
          </ac:spMkLst>
        </pc:spChg>
        <pc:spChg chg="del mod">
          <ac:chgData name="김시우" userId="200fc496-c220-4491-9d3d-3b6b8f7302d8" providerId="ADAL" clId="{D1A72A01-2EA7-47C6-96EE-B2AAE1A9F84E}" dt="2026-08-23T11:24:48.909" v="70" actId="478"/>
          <ac:spMkLst>
            <pc:docMk/>
            <pc:sldMk cId="1804289644" sldId="348"/>
            <ac:spMk id="37" creationId="{F0F4A4AD-5382-9FD7-79E5-39921300B595}"/>
          </ac:spMkLst>
        </pc:spChg>
        <pc:spChg chg="del mod">
          <ac:chgData name="김시우" userId="200fc496-c220-4491-9d3d-3b6b8f7302d8" providerId="ADAL" clId="{D1A72A01-2EA7-47C6-96EE-B2AAE1A9F84E}" dt="2026-08-23T11:24:51.638" v="73" actId="478"/>
          <ac:spMkLst>
            <pc:docMk/>
            <pc:sldMk cId="1804289644" sldId="348"/>
            <ac:spMk id="41" creationId="{247E1BF7-2F73-8520-3941-8A8745C2F355}"/>
          </ac:spMkLst>
        </pc:spChg>
        <pc:spChg chg="del">
          <ac:chgData name="김시우" userId="200fc496-c220-4491-9d3d-3b6b8f7302d8" providerId="ADAL" clId="{D1A72A01-2EA7-47C6-96EE-B2AAE1A9F84E}" dt="2026-08-23T11:24:49.621" v="71" actId="478"/>
          <ac:spMkLst>
            <pc:docMk/>
            <pc:sldMk cId="1804289644" sldId="348"/>
            <ac:spMk id="45" creationId="{B2E727EF-E5FB-40DB-E17E-2B607A8EED50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47" creationId="{4AD66C43-CB98-C1C3-E44B-78FAAF945F4A}"/>
          </ac:spMkLst>
        </pc:spChg>
        <pc:spChg chg="del">
          <ac:chgData name="김시우" userId="200fc496-c220-4491-9d3d-3b6b8f7302d8" providerId="ADAL" clId="{D1A72A01-2EA7-47C6-96EE-B2AAE1A9F84E}" dt="2026-08-23T11:24:45.848" v="66" actId="478"/>
          <ac:spMkLst>
            <pc:docMk/>
            <pc:sldMk cId="1804289644" sldId="348"/>
            <ac:spMk id="49" creationId="{0E07CEBB-9EC6-184D-A316-FC81A2E18959}"/>
          </ac:spMkLst>
        </pc:spChg>
        <pc:spChg chg="del">
          <ac:chgData name="김시우" userId="200fc496-c220-4491-9d3d-3b6b8f7302d8" providerId="ADAL" clId="{D1A72A01-2EA7-47C6-96EE-B2AAE1A9F84E}" dt="2026-08-23T11:24:44.529" v="65" actId="478"/>
          <ac:spMkLst>
            <pc:docMk/>
            <pc:sldMk cId="1804289644" sldId="348"/>
            <ac:spMk id="51" creationId="{E09316A6-B5A9-BA48-E553-2695096E9ED3}"/>
          </ac:spMkLst>
        </pc:spChg>
        <pc:spChg chg="del">
          <ac:chgData name="김시우" userId="200fc496-c220-4491-9d3d-3b6b8f7302d8" providerId="ADAL" clId="{D1A72A01-2EA7-47C6-96EE-B2AAE1A9F84E}" dt="2026-08-23T11:24:45.848" v="66" actId="478"/>
          <ac:spMkLst>
            <pc:docMk/>
            <pc:sldMk cId="1804289644" sldId="348"/>
            <ac:spMk id="53" creationId="{D144DFE4-70AD-6467-09BC-043362047845}"/>
          </ac:spMkLst>
        </pc:spChg>
        <pc:spChg chg="del">
          <ac:chgData name="김시우" userId="200fc496-c220-4491-9d3d-3b6b8f7302d8" providerId="ADAL" clId="{D1A72A01-2EA7-47C6-96EE-B2AAE1A9F84E}" dt="2026-08-23T11:24:45.848" v="66" actId="478"/>
          <ac:spMkLst>
            <pc:docMk/>
            <pc:sldMk cId="1804289644" sldId="348"/>
            <ac:spMk id="55" creationId="{535B0BF0-47F3-C994-5C7B-742596E1E169}"/>
          </ac:spMkLst>
        </pc:spChg>
        <pc:spChg chg="del">
          <ac:chgData name="김시우" userId="200fc496-c220-4491-9d3d-3b6b8f7302d8" providerId="ADAL" clId="{D1A72A01-2EA7-47C6-96EE-B2AAE1A9F84E}" dt="2026-08-23T11:24:45.848" v="66" actId="478"/>
          <ac:spMkLst>
            <pc:docMk/>
            <pc:sldMk cId="1804289644" sldId="348"/>
            <ac:spMk id="57" creationId="{3756F321-1C94-5B72-7E8E-940070996BE1}"/>
          </ac:spMkLst>
        </pc:spChg>
        <pc:graphicFrameChg chg="add mod modGraphic">
          <ac:chgData name="김시우" userId="200fc496-c220-4491-9d3d-3b6b8f7302d8" providerId="ADAL" clId="{D1A72A01-2EA7-47C6-96EE-B2AAE1A9F84E}" dt="2026-08-23T13:13:51.550" v="719" actId="14100"/>
          <ac:graphicFrameMkLst>
            <pc:docMk/>
            <pc:sldMk cId="1804289644" sldId="348"/>
            <ac:graphicFrameMk id="2" creationId="{2EB8D25E-5245-E681-AB15-590E80EEB6BA}"/>
          </ac:graphicFrameMkLst>
        </pc:graphicFrameChg>
        <pc:picChg chg="add">
          <ac:chgData name="김시우" userId="200fc496-c220-4491-9d3d-3b6b8f7302d8" providerId="ADAL" clId="{D1A72A01-2EA7-47C6-96EE-B2AAE1A9F84E}" dt="2026-08-23T11:26:05.765" v="96"/>
          <ac:picMkLst>
            <pc:docMk/>
            <pc:sldMk cId="1804289644" sldId="348"/>
            <ac:picMk id="6" creationId="{3AFE4F72-2185-50DC-40F1-888C85F65E8B}"/>
          </ac:picMkLst>
        </pc:picChg>
        <pc:picChg chg="add del mod">
          <ac:chgData name="김시우" userId="200fc496-c220-4491-9d3d-3b6b8f7302d8" providerId="ADAL" clId="{D1A72A01-2EA7-47C6-96EE-B2AAE1A9F84E}" dt="2026-08-23T11:26:18.098" v="99" actId="478"/>
          <ac:picMkLst>
            <pc:docMk/>
            <pc:sldMk cId="1804289644" sldId="348"/>
            <ac:picMk id="7" creationId="{5A00309C-593C-FFC6-49DB-70F5F4C9ECB1}"/>
          </ac:picMkLst>
        </pc:picChg>
        <pc:picChg chg="add">
          <ac:chgData name="김시우" userId="200fc496-c220-4491-9d3d-3b6b8f7302d8" providerId="ADAL" clId="{D1A72A01-2EA7-47C6-96EE-B2AAE1A9F84E}" dt="2026-08-23T11:26:27.850" v="101"/>
          <ac:picMkLst>
            <pc:docMk/>
            <pc:sldMk cId="1804289644" sldId="348"/>
            <ac:picMk id="8" creationId="{1FC24C3D-74C0-19CE-91EB-41414421907D}"/>
          </ac:picMkLst>
        </pc:picChg>
      </pc:sldChg>
      <pc:sldChg chg="addSp delSp modSp add mod">
        <pc:chgData name="김시우" userId="200fc496-c220-4491-9d3d-3b6b8f7302d8" providerId="ADAL" clId="{D1A72A01-2EA7-47C6-96EE-B2AAE1A9F84E}" dt="2026-08-23T13:31:24.375" v="873"/>
        <pc:sldMkLst>
          <pc:docMk/>
          <pc:sldMk cId="115005829" sldId="349"/>
        </pc:sldMkLst>
        <pc:spChg chg="mod">
          <ac:chgData name="김시우" userId="200fc496-c220-4491-9d3d-3b6b8f7302d8" providerId="ADAL" clId="{D1A72A01-2EA7-47C6-96EE-B2AAE1A9F84E}" dt="2026-08-23T11:28:53.106" v="150" actId="255"/>
          <ac:spMkLst>
            <pc:docMk/>
            <pc:sldMk cId="115005829" sldId="349"/>
            <ac:spMk id="4" creationId="{2296E711-1107-C8A6-8BC5-0537A7913077}"/>
          </ac:spMkLst>
        </pc:spChg>
        <pc:spChg chg="add del">
          <ac:chgData name="김시우" userId="200fc496-c220-4491-9d3d-3b6b8f7302d8" providerId="ADAL" clId="{D1A72A01-2EA7-47C6-96EE-B2AAE1A9F84E}" dt="2026-08-23T11:28:39.476" v="148" actId="22"/>
          <ac:spMkLst>
            <pc:docMk/>
            <pc:sldMk cId="115005829" sldId="349"/>
            <ac:spMk id="5" creationId="{7D49EADA-972B-5173-9C23-72991909F75A}"/>
          </ac:spMkLst>
        </pc:spChg>
        <pc:spChg chg="add del mod">
          <ac:chgData name="김시우" userId="200fc496-c220-4491-9d3d-3b6b8f7302d8" providerId="ADAL" clId="{D1A72A01-2EA7-47C6-96EE-B2AAE1A9F84E}" dt="2026-08-23T11:29:22.727" v="155" actId="1076"/>
          <ac:spMkLst>
            <pc:docMk/>
            <pc:sldMk cId="115005829" sldId="349"/>
            <ac:spMk id="7" creationId="{BF44AEA5-420C-ADDE-0910-51A44AF32669}"/>
          </ac:spMkLst>
        </pc:spChg>
        <pc:spChg chg="add del mod">
          <ac:chgData name="김시우" userId="200fc496-c220-4491-9d3d-3b6b8f7302d8" providerId="ADAL" clId="{D1A72A01-2EA7-47C6-96EE-B2AAE1A9F84E}" dt="2026-08-23T11:29:22.727" v="155" actId="1076"/>
          <ac:spMkLst>
            <pc:docMk/>
            <pc:sldMk cId="115005829" sldId="349"/>
            <ac:spMk id="9" creationId="{E09C9384-F25C-AFFB-7F84-93A03E32E4AE}"/>
          </ac:spMkLst>
        </pc:spChg>
        <pc:spChg chg="add del mod">
          <ac:chgData name="김시우" userId="200fc496-c220-4491-9d3d-3b6b8f7302d8" providerId="ADAL" clId="{D1A72A01-2EA7-47C6-96EE-B2AAE1A9F84E}" dt="2026-08-23T13:00:00.763" v="606"/>
          <ac:spMkLst>
            <pc:docMk/>
            <pc:sldMk cId="115005829" sldId="349"/>
            <ac:spMk id="13" creationId="{BFC04959-C0CF-6D36-DA8E-D60F266EC5F8}"/>
          </ac:spMkLst>
        </pc:spChg>
        <pc:spChg chg="add del mod">
          <ac:chgData name="김시우" userId="200fc496-c220-4491-9d3d-3b6b8f7302d8" providerId="ADAL" clId="{D1A72A01-2EA7-47C6-96EE-B2AAE1A9F84E}" dt="2026-08-23T13:30:31.840" v="815" actId="1076"/>
          <ac:spMkLst>
            <pc:docMk/>
            <pc:sldMk cId="115005829" sldId="349"/>
            <ac:spMk id="15" creationId="{021A6F82-E7BE-2080-A66D-178C4A5BD501}"/>
          </ac:spMkLst>
        </pc:spChg>
        <pc:spChg chg="add del mod">
          <ac:chgData name="김시우" userId="200fc496-c220-4491-9d3d-3b6b8f7302d8" providerId="ADAL" clId="{D1A72A01-2EA7-47C6-96EE-B2AAE1A9F84E}" dt="2026-08-23T13:30:31.840" v="815" actId="1076"/>
          <ac:spMkLst>
            <pc:docMk/>
            <pc:sldMk cId="115005829" sldId="349"/>
            <ac:spMk id="17" creationId="{169DB8DA-325B-5134-1D23-9696DC264353}"/>
          </ac:spMkLst>
        </pc:spChg>
        <pc:spChg chg="add del mod">
          <ac:chgData name="김시우" userId="200fc496-c220-4491-9d3d-3b6b8f7302d8" providerId="ADAL" clId="{D1A72A01-2EA7-47C6-96EE-B2AAE1A9F84E}" dt="2026-08-23T13:30:41.253" v="817" actId="1076"/>
          <ac:spMkLst>
            <pc:docMk/>
            <pc:sldMk cId="115005829" sldId="349"/>
            <ac:spMk id="19" creationId="{A7C273A0-5039-CFEC-4B25-67FEF5362714}"/>
          </ac:spMkLst>
        </pc:spChg>
        <pc:spChg chg="mod">
          <ac:chgData name="김시우" userId="200fc496-c220-4491-9d3d-3b6b8f7302d8" providerId="ADAL" clId="{D1A72A01-2EA7-47C6-96EE-B2AAE1A9F84E}" dt="2026-08-23T13:30:37.346" v="816" actId="1076"/>
          <ac:spMkLst>
            <pc:docMk/>
            <pc:sldMk cId="115005829" sldId="349"/>
            <ac:spMk id="21" creationId="{0C91C810-3E90-4B30-58A8-36A5FDEAF873}"/>
          </ac:spMkLst>
        </pc:spChg>
        <pc:spChg chg="mod">
          <ac:chgData name="김시우" userId="200fc496-c220-4491-9d3d-3b6b8f7302d8" providerId="ADAL" clId="{D1A72A01-2EA7-47C6-96EE-B2AAE1A9F84E}" dt="2026-08-23T13:30:16.497" v="813" actId="14100"/>
          <ac:spMkLst>
            <pc:docMk/>
            <pc:sldMk cId="115005829" sldId="349"/>
            <ac:spMk id="23" creationId="{A4440F67-0A56-3290-7635-B7A348813FE4}"/>
          </ac:spMkLst>
        </pc:spChg>
        <pc:spChg chg="add del mod">
          <ac:chgData name="김시우" userId="200fc496-c220-4491-9d3d-3b6b8f7302d8" providerId="ADAL" clId="{D1A72A01-2EA7-47C6-96EE-B2AAE1A9F84E}" dt="2026-08-23T13:31:24.375" v="873"/>
          <ac:spMkLst>
            <pc:docMk/>
            <pc:sldMk cId="115005829" sldId="349"/>
            <ac:spMk id="25" creationId="{B4AB3E6C-64C9-DBEA-5DFC-F2F19EFD3EA6}"/>
          </ac:spMkLst>
        </pc:spChg>
        <pc:spChg chg="mod">
          <ac:chgData name="김시우" userId="200fc496-c220-4491-9d3d-3b6b8f7302d8" providerId="ADAL" clId="{D1A72A01-2EA7-47C6-96EE-B2AAE1A9F84E}" dt="2026-08-23T13:11:07.028" v="663" actId="1076"/>
          <ac:spMkLst>
            <pc:docMk/>
            <pc:sldMk cId="115005829" sldId="349"/>
            <ac:spMk id="28" creationId="{C2286D21-7F78-36E6-DA12-809799BF4BB6}"/>
          </ac:spMkLst>
        </pc:spChg>
        <pc:spChg chg="add del mod">
          <ac:chgData name="김시우" userId="200fc496-c220-4491-9d3d-3b6b8f7302d8" providerId="ADAL" clId="{D1A72A01-2EA7-47C6-96EE-B2AAE1A9F84E}" dt="2026-08-23T13:13:29.239" v="717" actId="20577"/>
          <ac:spMkLst>
            <pc:docMk/>
            <pc:sldMk cId="115005829" sldId="349"/>
            <ac:spMk id="30" creationId="{3869074D-8DBE-C7F0-9E04-087A27FE7E25}"/>
          </ac:spMkLst>
        </pc:spChg>
        <pc:spChg chg="mod">
          <ac:chgData name="김시우" userId="200fc496-c220-4491-9d3d-3b6b8f7302d8" providerId="ADAL" clId="{D1A72A01-2EA7-47C6-96EE-B2AAE1A9F84E}" dt="2026-08-23T13:30:22.442" v="814" actId="1076"/>
          <ac:spMkLst>
            <pc:docMk/>
            <pc:sldMk cId="115005829" sldId="349"/>
            <ac:spMk id="32" creationId="{F1FD2C4A-8B60-3B73-5B78-2E25BFD5A925}"/>
          </ac:spMkLst>
        </pc:spChg>
        <pc:spChg chg="add del mod">
          <ac:chgData name="김시우" userId="200fc496-c220-4491-9d3d-3b6b8f7302d8" providerId="ADAL" clId="{D1A72A01-2EA7-47C6-96EE-B2AAE1A9F84E}" dt="2026-08-23T13:30:22.442" v="814" actId="1076"/>
          <ac:spMkLst>
            <pc:docMk/>
            <pc:sldMk cId="115005829" sldId="349"/>
            <ac:spMk id="34" creationId="{03E8EE4C-4692-3347-F177-0A93EA68C4B0}"/>
          </ac:spMkLst>
        </pc:spChg>
        <pc:spChg chg="add del mod">
          <ac:chgData name="김시우" userId="200fc496-c220-4491-9d3d-3b6b8f7302d8" providerId="ADAL" clId="{D1A72A01-2EA7-47C6-96EE-B2AAE1A9F84E}" dt="2026-08-23T13:30:22.442" v="814" actId="1076"/>
          <ac:spMkLst>
            <pc:docMk/>
            <pc:sldMk cId="115005829" sldId="349"/>
            <ac:spMk id="36" creationId="{BED8DFB8-6482-EB4D-2CA9-4813C839DBEB}"/>
          </ac:spMkLst>
        </pc:spChg>
        <pc:graphicFrameChg chg="del">
          <ac:chgData name="김시우" userId="200fc496-c220-4491-9d3d-3b6b8f7302d8" providerId="ADAL" clId="{D1A72A01-2EA7-47C6-96EE-B2AAE1A9F84E}" dt="2026-08-23T11:29:07.872" v="151" actId="478"/>
          <ac:graphicFrameMkLst>
            <pc:docMk/>
            <pc:sldMk cId="115005829" sldId="349"/>
            <ac:graphicFrameMk id="2" creationId="{B469E872-6829-8CE1-11E8-264F7819ADA5}"/>
          </ac:graphicFrameMkLst>
        </pc:graphicFrameChg>
      </pc:sldChg>
      <pc:sldChg chg="addSp delSp modSp add del mod">
        <pc:chgData name="김시우" userId="200fc496-c220-4491-9d3d-3b6b8f7302d8" providerId="ADAL" clId="{D1A72A01-2EA7-47C6-96EE-B2AAE1A9F84E}" dt="2026-08-23T13:17:39.908" v="754" actId="47"/>
        <pc:sldMkLst>
          <pc:docMk/>
          <pc:sldMk cId="675764261" sldId="350"/>
        </pc:sldMkLst>
        <pc:spChg chg="add mod">
          <ac:chgData name="김시우" userId="200fc496-c220-4491-9d3d-3b6b8f7302d8" providerId="ADAL" clId="{D1A72A01-2EA7-47C6-96EE-B2AAE1A9F84E}" dt="2026-08-23T13:15:47.791" v="733" actId="1076"/>
          <ac:spMkLst>
            <pc:docMk/>
            <pc:sldMk cId="675764261" sldId="350"/>
            <ac:spMk id="3" creationId="{CBB34741-954D-D222-C753-544D8125CFCA}"/>
          </ac:spMkLst>
        </pc:spChg>
        <pc:spChg chg="mod">
          <ac:chgData name="김시우" userId="200fc496-c220-4491-9d3d-3b6b8f7302d8" providerId="ADAL" clId="{D1A72A01-2EA7-47C6-96EE-B2AAE1A9F84E}" dt="2026-08-23T12:38:09.844" v="560" actId="20577"/>
          <ac:spMkLst>
            <pc:docMk/>
            <pc:sldMk cId="675764261" sldId="350"/>
            <ac:spMk id="4" creationId="{92287A72-7BA6-2FD1-A5D4-D81E2503DC4E}"/>
          </ac:spMkLst>
        </pc:spChg>
        <pc:spChg chg="add mod">
          <ac:chgData name="김시우" userId="200fc496-c220-4491-9d3d-3b6b8f7302d8" providerId="ADAL" clId="{D1A72A01-2EA7-47C6-96EE-B2AAE1A9F84E}" dt="2026-08-23T11:32:20.864" v="225" actId="1076"/>
          <ac:spMkLst>
            <pc:docMk/>
            <pc:sldMk cId="675764261" sldId="350"/>
            <ac:spMk id="6" creationId="{5C7AFC6E-CD0F-2867-0F3E-DF5388DBC2DE}"/>
          </ac:spMkLst>
        </pc:spChg>
        <pc:spChg chg="del">
          <ac:chgData name="김시우" userId="200fc496-c220-4491-9d3d-3b6b8f7302d8" providerId="ADAL" clId="{D1A72A01-2EA7-47C6-96EE-B2AAE1A9F84E}" dt="2026-08-23T11:32:10.828" v="223" actId="478"/>
          <ac:spMkLst>
            <pc:docMk/>
            <pc:sldMk cId="675764261" sldId="350"/>
            <ac:spMk id="7" creationId="{469FE27E-97B7-7334-A0C0-8396349B89DC}"/>
          </ac:spMkLst>
        </pc:spChg>
        <pc:spChg chg="del">
          <ac:chgData name="김시우" userId="200fc496-c220-4491-9d3d-3b6b8f7302d8" providerId="ADAL" clId="{D1A72A01-2EA7-47C6-96EE-B2AAE1A9F84E}" dt="2026-08-23T11:32:10.828" v="223" actId="478"/>
          <ac:spMkLst>
            <pc:docMk/>
            <pc:sldMk cId="675764261" sldId="350"/>
            <ac:spMk id="9" creationId="{C4421C8E-E5C5-BD00-43AB-B14E446D8EE0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11" creationId="{3520EC89-79BC-DB6C-DB3C-3486585C0596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13" creationId="{6F8059A6-119B-FEEB-4FC2-D4955FF188E9}"/>
          </ac:spMkLst>
        </pc:spChg>
        <pc:spChg chg="add mod">
          <ac:chgData name="김시우" userId="200fc496-c220-4491-9d3d-3b6b8f7302d8" providerId="ADAL" clId="{D1A72A01-2EA7-47C6-96EE-B2AAE1A9F84E}" dt="2026-08-23T11:32:20.864" v="225" actId="1076"/>
          <ac:spMkLst>
            <pc:docMk/>
            <pc:sldMk cId="675764261" sldId="350"/>
            <ac:spMk id="14" creationId="{96E2D56F-0782-16A4-4AA6-E6C46C4E43E2}"/>
          </ac:spMkLst>
        </pc:spChg>
        <pc:spChg chg="del">
          <ac:chgData name="김시우" userId="200fc496-c220-4491-9d3d-3b6b8f7302d8" providerId="ADAL" clId="{D1A72A01-2EA7-47C6-96EE-B2AAE1A9F84E}" dt="2026-08-23T11:32:10.828" v="223" actId="478"/>
          <ac:spMkLst>
            <pc:docMk/>
            <pc:sldMk cId="675764261" sldId="350"/>
            <ac:spMk id="15" creationId="{F5E4E2F0-A4E2-74A9-F0BB-F78CDD1DFA81}"/>
          </ac:spMkLst>
        </pc:spChg>
        <pc:spChg chg="del">
          <ac:chgData name="김시우" userId="200fc496-c220-4491-9d3d-3b6b8f7302d8" providerId="ADAL" clId="{D1A72A01-2EA7-47C6-96EE-B2AAE1A9F84E}" dt="2026-08-23T11:32:10.828" v="223" actId="478"/>
          <ac:spMkLst>
            <pc:docMk/>
            <pc:sldMk cId="675764261" sldId="350"/>
            <ac:spMk id="17" creationId="{95C7D31E-EFF4-8864-B749-DC3EEF864285}"/>
          </ac:spMkLst>
        </pc:spChg>
        <pc:spChg chg="add mod">
          <ac:chgData name="김시우" userId="200fc496-c220-4491-9d3d-3b6b8f7302d8" providerId="ADAL" clId="{D1A72A01-2EA7-47C6-96EE-B2AAE1A9F84E}" dt="2026-08-23T13:15:51.021" v="734" actId="1076"/>
          <ac:spMkLst>
            <pc:docMk/>
            <pc:sldMk cId="675764261" sldId="350"/>
            <ac:spMk id="18" creationId="{63866D25-2F9C-A44C-A963-35C05A0F31AF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19" creationId="{50F64162-1EC8-E152-93D3-A4025D20DCD3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21" creationId="{94334C2A-E26D-D78C-28D2-D4BB635CECBD}"/>
          </ac:spMkLst>
        </pc:spChg>
        <pc:spChg chg="add del mod">
          <ac:chgData name="김시우" userId="200fc496-c220-4491-9d3d-3b6b8f7302d8" providerId="ADAL" clId="{D1A72A01-2EA7-47C6-96EE-B2AAE1A9F84E}" dt="2026-08-23T12:38:14.948" v="562" actId="478"/>
          <ac:spMkLst>
            <pc:docMk/>
            <pc:sldMk cId="675764261" sldId="350"/>
            <ac:spMk id="22" creationId="{D416CDEA-2D06-F314-8851-344D12471220}"/>
          </ac:spMkLst>
        </pc:spChg>
        <pc:spChg chg="del">
          <ac:chgData name="김시우" userId="200fc496-c220-4491-9d3d-3b6b8f7302d8" providerId="ADAL" clId="{D1A72A01-2EA7-47C6-96EE-B2AAE1A9F84E}" dt="2026-08-23T11:32:10.828" v="223" actId="478"/>
          <ac:spMkLst>
            <pc:docMk/>
            <pc:sldMk cId="675764261" sldId="350"/>
            <ac:spMk id="23" creationId="{2E5E4DD7-A2A3-C4FA-8081-BC12BD14AF6D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25" creationId="{7A35FAAD-E000-4678-543A-5E398519C679}"/>
          </ac:spMkLst>
        </pc:spChg>
        <pc:spChg chg="add del mod">
          <ac:chgData name="김시우" userId="200fc496-c220-4491-9d3d-3b6b8f7302d8" providerId="ADAL" clId="{D1A72A01-2EA7-47C6-96EE-B2AAE1A9F84E}" dt="2026-08-23T12:38:16.051" v="563" actId="478"/>
          <ac:spMkLst>
            <pc:docMk/>
            <pc:sldMk cId="675764261" sldId="350"/>
            <ac:spMk id="26" creationId="{C3E67A8C-266E-6E53-1026-C54D36E2DDB0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27" creationId="{E45E4085-8E7C-EBB1-E486-F8BF7C760252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28" creationId="{C7EAE0DE-8DC1-CEF4-5F7C-67520A072C66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30" creationId="{A9A0CB3C-7BDC-0AF0-7FF5-A228FBDC90AA}"/>
          </ac:spMkLst>
        </pc:spChg>
        <pc:spChg chg="add del mod">
          <ac:chgData name="김시우" userId="200fc496-c220-4491-9d3d-3b6b8f7302d8" providerId="ADAL" clId="{D1A72A01-2EA7-47C6-96EE-B2AAE1A9F84E}" dt="2026-08-23T12:38:14.056" v="561" actId="478"/>
          <ac:spMkLst>
            <pc:docMk/>
            <pc:sldMk cId="675764261" sldId="350"/>
            <ac:spMk id="31" creationId="{E5AAF970-3D46-B26A-54C4-63C0ADFA0104}"/>
          </ac:spMkLst>
        </pc:spChg>
        <pc:spChg chg="del">
          <ac:chgData name="김시우" userId="200fc496-c220-4491-9d3d-3b6b8f7302d8" providerId="ADAL" clId="{D1A72A01-2EA7-47C6-96EE-B2AAE1A9F84E}" dt="2026-08-23T11:32:10.828" v="223" actId="478"/>
          <ac:spMkLst>
            <pc:docMk/>
            <pc:sldMk cId="675764261" sldId="350"/>
            <ac:spMk id="32" creationId="{69A4FB28-292D-C40E-28BB-D60B7B209D08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34" creationId="{7D0BB863-82E3-F0E4-E83C-C380FE99142C}"/>
          </ac:spMkLst>
        </pc:spChg>
        <pc:spChg chg="add del mod">
          <ac:chgData name="김시우" userId="200fc496-c220-4491-9d3d-3b6b8f7302d8" providerId="ADAL" clId="{D1A72A01-2EA7-47C6-96EE-B2AAE1A9F84E}" dt="2026-08-23T12:38:14.056" v="561" actId="478"/>
          <ac:spMkLst>
            <pc:docMk/>
            <pc:sldMk cId="675764261" sldId="350"/>
            <ac:spMk id="35" creationId="{543BAB3A-38EB-9095-D54B-2EC54DF2E87A}"/>
          </ac:spMkLst>
        </pc:spChg>
        <pc:spChg chg="del">
          <ac:chgData name="김시우" userId="200fc496-c220-4491-9d3d-3b6b8f7302d8" providerId="ADAL" clId="{D1A72A01-2EA7-47C6-96EE-B2AAE1A9F84E}" dt="2026-08-23T11:32:08.954" v="222" actId="478"/>
          <ac:spMkLst>
            <pc:docMk/>
            <pc:sldMk cId="675764261" sldId="350"/>
            <ac:spMk id="36" creationId="{F82E37C1-2BB5-1DAF-B91A-805F203F18DE}"/>
          </ac:spMkLst>
        </pc:spChg>
        <pc:spChg chg="add del mod">
          <ac:chgData name="김시우" userId="200fc496-c220-4491-9d3d-3b6b8f7302d8" providerId="ADAL" clId="{D1A72A01-2EA7-47C6-96EE-B2AAE1A9F84E}" dt="2026-08-23T12:38:17.931" v="564" actId="478"/>
          <ac:spMkLst>
            <pc:docMk/>
            <pc:sldMk cId="675764261" sldId="350"/>
            <ac:spMk id="38" creationId="{17F0D348-2408-0F6A-780C-A45E6691A505}"/>
          </ac:spMkLst>
        </pc:spChg>
        <pc:spChg chg="add del mod">
          <ac:chgData name="김시우" userId="200fc496-c220-4491-9d3d-3b6b8f7302d8" providerId="ADAL" clId="{D1A72A01-2EA7-47C6-96EE-B2AAE1A9F84E}" dt="2026-08-23T12:38:18.902" v="565" actId="478"/>
          <ac:spMkLst>
            <pc:docMk/>
            <pc:sldMk cId="675764261" sldId="350"/>
            <ac:spMk id="40" creationId="{B294C5EF-458D-954E-2FBB-B74C372A3405}"/>
          </ac:spMkLst>
        </pc:spChg>
      </pc:sldChg>
      <pc:sldChg chg="addSp delSp modSp add mod ord">
        <pc:chgData name="김시우" userId="200fc496-c220-4491-9d3d-3b6b8f7302d8" providerId="ADAL" clId="{D1A72A01-2EA7-47C6-96EE-B2AAE1A9F84E}" dt="2026-08-23T13:27:57.810" v="807" actId="20577"/>
        <pc:sldMkLst>
          <pc:docMk/>
          <pc:sldMk cId="3046033657" sldId="351"/>
        </pc:sldMkLst>
        <pc:spChg chg="add mod">
          <ac:chgData name="김시우" userId="200fc496-c220-4491-9d3d-3b6b8f7302d8" providerId="ADAL" clId="{D1A72A01-2EA7-47C6-96EE-B2AAE1A9F84E}" dt="2026-08-23T13:16:39.304" v="741" actId="14100"/>
          <ac:spMkLst>
            <pc:docMk/>
            <pc:sldMk cId="3046033657" sldId="351"/>
            <ac:spMk id="3" creationId="{0A8A69B8-E66F-C9FA-1490-03BF8D8CD3D7}"/>
          </ac:spMkLst>
        </pc:spChg>
        <pc:spChg chg="add">
          <ac:chgData name="김시우" userId="200fc496-c220-4491-9d3d-3b6b8f7302d8" providerId="ADAL" clId="{D1A72A01-2EA7-47C6-96EE-B2AAE1A9F84E}" dt="2026-08-23T11:30:07.355" v="160" actId="22"/>
          <ac:spMkLst>
            <pc:docMk/>
            <pc:sldMk cId="3046033657" sldId="351"/>
            <ac:spMk id="3" creationId="{81BBF956-A318-6941-E69B-7F8FDFEA6905}"/>
          </ac:spMkLst>
        </pc:spChg>
        <pc:spChg chg="mod">
          <ac:chgData name="김시우" userId="200fc496-c220-4491-9d3d-3b6b8f7302d8" providerId="ADAL" clId="{D1A72A01-2EA7-47C6-96EE-B2AAE1A9F84E}" dt="2026-08-23T13:17:23.997" v="752" actId="1076"/>
          <ac:spMkLst>
            <pc:docMk/>
            <pc:sldMk cId="3046033657" sldId="351"/>
            <ac:spMk id="4" creationId="{3DB93E56-5753-E053-E899-BB3475EBAAC3}"/>
          </ac:spMkLst>
        </pc:spChg>
        <pc:spChg chg="add mod">
          <ac:chgData name="김시우" userId="200fc496-c220-4491-9d3d-3b6b8f7302d8" providerId="ADAL" clId="{D1A72A01-2EA7-47C6-96EE-B2AAE1A9F84E}" dt="2026-08-23T13:16:22.485" v="736" actId="1076"/>
          <ac:spMkLst>
            <pc:docMk/>
            <pc:sldMk cId="3046033657" sldId="351"/>
            <ac:spMk id="6" creationId="{0D2588C4-5A1A-751F-2F23-7129F1344A6E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6" creationId="{E991C9C6-390C-D2B5-85F5-67DFACDD010F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7" creationId="{450B3FFE-501D-9BAD-9890-05AC125B9CE5}"/>
          </ac:spMkLst>
        </pc:spChg>
        <pc:spChg chg="add mod">
          <ac:chgData name="김시우" userId="200fc496-c220-4491-9d3d-3b6b8f7302d8" providerId="ADAL" clId="{D1A72A01-2EA7-47C6-96EE-B2AAE1A9F84E}" dt="2026-08-23T13:16:28.304" v="739" actId="1076"/>
          <ac:spMkLst>
            <pc:docMk/>
            <pc:sldMk cId="3046033657" sldId="351"/>
            <ac:spMk id="8" creationId="{EBEFE4A4-215E-0FAE-99FB-C659C7B3175C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9" creationId="{6978B20E-ACDB-C1B6-567C-B93D13F9B37B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10" creationId="{25CB4B83-F17B-145F-D441-92009C59E815}"/>
          </ac:spMkLst>
        </pc:spChg>
        <pc:spChg chg="add mod">
          <ac:chgData name="김시우" userId="200fc496-c220-4491-9d3d-3b6b8f7302d8" providerId="ADAL" clId="{D1A72A01-2EA7-47C6-96EE-B2AAE1A9F84E}" dt="2026-08-23T13:16:22.485" v="736" actId="1076"/>
          <ac:spMkLst>
            <pc:docMk/>
            <pc:sldMk cId="3046033657" sldId="351"/>
            <ac:spMk id="10" creationId="{A526B267-66F0-AB93-3032-D32D00A97D09}"/>
          </ac:spMkLst>
        </pc:spChg>
        <pc:spChg chg="add mod">
          <ac:chgData name="김시우" userId="200fc496-c220-4491-9d3d-3b6b8f7302d8" providerId="ADAL" clId="{D1A72A01-2EA7-47C6-96EE-B2AAE1A9F84E}" dt="2026-08-23T13:17:01.324" v="745" actId="14100"/>
          <ac:spMkLst>
            <pc:docMk/>
            <pc:sldMk cId="3046033657" sldId="351"/>
            <ac:spMk id="12" creationId="{468120CF-E666-E0CB-F407-CFC40224A5C4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13" creationId="{449150E5-B7ED-F982-2809-2F205D499E06}"/>
          </ac:spMkLst>
        </pc:spChg>
        <pc:spChg chg="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14" creationId="{F5B12D79-2897-062B-0299-028CE8870903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18" creationId="{F003768F-077F-75CC-F8E6-BF315A3348A8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21" creationId="{BFCD5A5D-2932-36A4-3747-3DF214F4293C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22" creationId="{111A921D-12DF-6301-C925-18EA05591186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23" creationId="{00620299-1D2C-4DBE-5A73-1CC8FE4BC26E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25" creationId="{951505D0-D753-713C-3F04-F484F16A7A38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26" creationId="{A9AD83B7-1E7B-44C6-B10E-CB03E1A402F8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27" creationId="{4A975486-5028-9E16-DA43-0966A992A2AC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28" creationId="{B5A9A344-37F1-5786-F7B3-E96EBDEA052D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31" creationId="{A975100D-DE22-17C6-EC7F-EBAD39930CFF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32" creationId="{0CCD96ED-AC97-8E6F-7955-CDEBE3D6BB11}"/>
          </ac:spMkLst>
        </pc:spChg>
        <pc:spChg chg="del">
          <ac:chgData name="김시우" userId="200fc496-c220-4491-9d3d-3b6b8f7302d8" providerId="ADAL" clId="{D1A72A01-2EA7-47C6-96EE-B2AAE1A9F84E}" dt="2026-08-23T11:30:12.927" v="163" actId="478"/>
          <ac:spMkLst>
            <pc:docMk/>
            <pc:sldMk cId="3046033657" sldId="351"/>
            <ac:spMk id="34" creationId="{B1B57426-7B6D-E15C-4A18-4B9D4F53E300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35" creationId="{3BDAE14C-D3D4-FE11-818A-8E402185BAFB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38" creationId="{87E7035E-09A1-A1E5-9A6C-84AFA9457461}"/>
          </ac:spMkLst>
        </pc:spChg>
        <pc:spChg chg="add del">
          <ac:chgData name="김시우" userId="200fc496-c220-4491-9d3d-3b6b8f7302d8" providerId="ADAL" clId="{D1A72A01-2EA7-47C6-96EE-B2AAE1A9F84E}" dt="2026-08-23T11:30:08.357" v="161" actId="22"/>
          <ac:spMkLst>
            <pc:docMk/>
            <pc:sldMk cId="3046033657" sldId="351"/>
            <ac:spMk id="40" creationId="{50C9E281-6501-8F75-8484-105EB421F1E4}"/>
          </ac:spMkLst>
        </pc:spChg>
        <pc:spChg chg="add mod">
          <ac:chgData name="김시우" userId="200fc496-c220-4491-9d3d-3b6b8f7302d8" providerId="ADAL" clId="{D1A72A01-2EA7-47C6-96EE-B2AAE1A9F84E}" dt="2026-08-23T11:30:29.232" v="167" actId="1076"/>
          <ac:spMkLst>
            <pc:docMk/>
            <pc:sldMk cId="3046033657" sldId="351"/>
            <ac:spMk id="42" creationId="{A937E117-9C09-65F5-D5EC-1247ED2CC616}"/>
          </ac:spMkLst>
        </pc:spChg>
        <pc:spChg chg="add mod">
          <ac:chgData name="김시우" userId="200fc496-c220-4491-9d3d-3b6b8f7302d8" providerId="ADAL" clId="{D1A72A01-2EA7-47C6-96EE-B2AAE1A9F84E}" dt="2026-08-23T11:30:29.232" v="167" actId="1076"/>
          <ac:spMkLst>
            <pc:docMk/>
            <pc:sldMk cId="3046033657" sldId="351"/>
            <ac:spMk id="44" creationId="{89BA5B24-F3F1-1FB0-798B-510B53420AF7}"/>
          </ac:spMkLst>
        </pc:spChg>
        <pc:spChg chg="mod">
          <ac:chgData name="김시우" userId="200fc496-c220-4491-9d3d-3b6b8f7302d8" providerId="ADAL" clId="{D1A72A01-2EA7-47C6-96EE-B2AAE1A9F84E}" dt="2026-08-23T13:14:52.939" v="724" actId="20577"/>
          <ac:spMkLst>
            <pc:docMk/>
            <pc:sldMk cId="3046033657" sldId="351"/>
            <ac:spMk id="46" creationId="{E2525C63-D5D3-7A14-FF8B-B2321345BA5A}"/>
          </ac:spMkLst>
        </pc:spChg>
        <pc:spChg chg="add mod">
          <ac:chgData name="김시우" userId="200fc496-c220-4491-9d3d-3b6b8f7302d8" providerId="ADAL" clId="{D1A72A01-2EA7-47C6-96EE-B2AAE1A9F84E}" dt="2026-08-23T11:30:29.232" v="167" actId="1076"/>
          <ac:spMkLst>
            <pc:docMk/>
            <pc:sldMk cId="3046033657" sldId="351"/>
            <ac:spMk id="48" creationId="{CB79C97A-4493-F056-692F-892ED6C77AB8}"/>
          </ac:spMkLst>
        </pc:spChg>
        <pc:spChg chg="add mod">
          <ac:chgData name="김시우" userId="200fc496-c220-4491-9d3d-3b6b8f7302d8" providerId="ADAL" clId="{D1A72A01-2EA7-47C6-96EE-B2AAE1A9F84E}" dt="2026-08-23T11:30:29.232" v="167" actId="1076"/>
          <ac:spMkLst>
            <pc:docMk/>
            <pc:sldMk cId="3046033657" sldId="351"/>
            <ac:spMk id="50" creationId="{6B316FD9-CB73-C2DB-08D2-69BCC868BEC7}"/>
          </ac:spMkLst>
        </pc:spChg>
        <pc:spChg chg="add mod">
          <ac:chgData name="김시우" userId="200fc496-c220-4491-9d3d-3b6b8f7302d8" providerId="ADAL" clId="{D1A72A01-2EA7-47C6-96EE-B2AAE1A9F84E}" dt="2026-08-23T11:30:29.232" v="167" actId="1076"/>
          <ac:spMkLst>
            <pc:docMk/>
            <pc:sldMk cId="3046033657" sldId="351"/>
            <ac:spMk id="52" creationId="{D23C602A-7A4D-2DCD-F1C2-D42CCE5E6AB6}"/>
          </ac:spMkLst>
        </pc:spChg>
        <pc:spChg chg="add mod">
          <ac:chgData name="김시우" userId="200fc496-c220-4491-9d3d-3b6b8f7302d8" providerId="ADAL" clId="{D1A72A01-2EA7-47C6-96EE-B2AAE1A9F84E}" dt="2026-08-23T13:26:49.242" v="782" actId="14100"/>
          <ac:spMkLst>
            <pc:docMk/>
            <pc:sldMk cId="3046033657" sldId="351"/>
            <ac:spMk id="54" creationId="{EE5F8E79-44F8-D62B-905C-4C3D6F306383}"/>
          </ac:spMkLst>
        </pc:spChg>
        <pc:spChg chg="add mod">
          <ac:chgData name="김시우" userId="200fc496-c220-4491-9d3d-3b6b8f7302d8" providerId="ADAL" clId="{D1A72A01-2EA7-47C6-96EE-B2AAE1A9F84E}" dt="2026-08-23T13:27:57.810" v="807" actId="20577"/>
          <ac:spMkLst>
            <pc:docMk/>
            <pc:sldMk cId="3046033657" sldId="351"/>
            <ac:spMk id="56" creationId="{41C0756C-A9C0-B95F-17C2-3B6B27E1D2D1}"/>
          </ac:spMkLst>
        </pc:spChg>
        <pc:spChg chg="add del mod">
          <ac:chgData name="김시우" userId="200fc496-c220-4491-9d3d-3b6b8f7302d8" providerId="ADAL" clId="{D1A72A01-2EA7-47C6-96EE-B2AAE1A9F84E}" dt="2026-08-23T13:15:30.784" v="728" actId="478"/>
          <ac:spMkLst>
            <pc:docMk/>
            <pc:sldMk cId="3046033657" sldId="351"/>
            <ac:spMk id="58" creationId="{40307108-D6EE-26A9-9AD2-7D65A4D5FA9D}"/>
          </ac:spMkLst>
        </pc:spChg>
        <pc:spChg chg="del">
          <ac:chgData name="김시우" userId="200fc496-c220-4491-9d3d-3b6b8f7302d8" providerId="ADAL" clId="{D1A72A01-2EA7-47C6-96EE-B2AAE1A9F84E}" dt="2026-08-23T13:17:36.412" v="753" actId="478"/>
          <ac:spMkLst>
            <pc:docMk/>
            <pc:sldMk cId="3046033657" sldId="351"/>
            <ac:spMk id="59" creationId="{87AE3567-0043-F025-14C8-89B052FB7942}"/>
          </ac:spMkLst>
        </pc:spChg>
        <pc:spChg chg="add del mod">
          <ac:chgData name="김시우" userId="200fc496-c220-4491-9d3d-3b6b8f7302d8" providerId="ADAL" clId="{D1A72A01-2EA7-47C6-96EE-B2AAE1A9F84E}" dt="2026-08-23T13:15:34.057" v="729" actId="478"/>
          <ac:spMkLst>
            <pc:docMk/>
            <pc:sldMk cId="3046033657" sldId="351"/>
            <ac:spMk id="61" creationId="{F3DEAA27-4A1E-0116-D71D-AEC7C196FE26}"/>
          </ac:spMkLst>
        </pc:spChg>
        <pc:spChg chg="add del mod">
          <ac:chgData name="김시우" userId="200fc496-c220-4491-9d3d-3b6b8f7302d8" providerId="ADAL" clId="{D1A72A01-2EA7-47C6-96EE-B2AAE1A9F84E}" dt="2026-08-23T13:15:35.421" v="730" actId="478"/>
          <ac:spMkLst>
            <pc:docMk/>
            <pc:sldMk cId="3046033657" sldId="351"/>
            <ac:spMk id="63" creationId="{E6C6C00A-4443-F3D6-25CF-FBF3B63022B1}"/>
          </ac:spMkLst>
        </pc:spChg>
      </pc:sldChg>
      <pc:sldChg chg="addSp delSp modSp add mod">
        <pc:chgData name="김시우" userId="200fc496-c220-4491-9d3d-3b6b8f7302d8" providerId="ADAL" clId="{D1A72A01-2EA7-47C6-96EE-B2AAE1A9F84E}" dt="2026-08-23T13:33:09.555" v="877" actId="1076"/>
        <pc:sldMkLst>
          <pc:docMk/>
          <pc:sldMk cId="1923891782" sldId="352"/>
        </pc:sldMkLst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3" creationId="{F309F205-842D-4045-4085-704B865874DA}"/>
          </ac:spMkLst>
        </pc:spChg>
        <pc:spChg chg="mod">
          <ac:chgData name="김시우" userId="200fc496-c220-4491-9d3d-3b6b8f7302d8" providerId="ADAL" clId="{D1A72A01-2EA7-47C6-96EE-B2AAE1A9F84E}" dt="2026-08-23T13:33:09.555" v="877" actId="1076"/>
          <ac:spMkLst>
            <pc:docMk/>
            <pc:sldMk cId="1923891782" sldId="352"/>
            <ac:spMk id="4" creationId="{060FEDED-F28C-182F-6CC0-3C86E410DFF9}"/>
          </ac:spMkLst>
        </pc:spChg>
        <pc:spChg chg="add mod">
          <ac:chgData name="김시우" userId="200fc496-c220-4491-9d3d-3b6b8f7302d8" providerId="ADAL" clId="{D1A72A01-2EA7-47C6-96EE-B2AAE1A9F84E}" dt="2026-08-23T11:34:54.779" v="240" actId="1076"/>
          <ac:spMkLst>
            <pc:docMk/>
            <pc:sldMk cId="1923891782" sldId="352"/>
            <ac:spMk id="5" creationId="{32A1E49A-2D1E-4BF7-1DE7-3628A8933AFC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6" creationId="{443288D0-15DC-E2C6-9820-C2D1B5AE3907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10" creationId="{287360D0-C70C-3A1E-EBFB-CF2261FECE69}"/>
          </ac:spMkLst>
        </pc:spChg>
        <pc:spChg chg="add mod">
          <ac:chgData name="김시우" userId="200fc496-c220-4491-9d3d-3b6b8f7302d8" providerId="ADAL" clId="{D1A72A01-2EA7-47C6-96EE-B2AAE1A9F84E}" dt="2026-08-23T13:19:26.863" v="760" actId="1076"/>
          <ac:spMkLst>
            <pc:docMk/>
            <pc:sldMk cId="1923891782" sldId="352"/>
            <ac:spMk id="11" creationId="{64B13D20-5B18-A63C-BA2A-E3760778D316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14" creationId="{BF4EE05C-F729-7379-0B51-F3E35B6A5E9E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22" creationId="{06C12BF2-9E2B-D352-6B74-508FC5A66DF1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26" creationId="{29FF82A6-5DE2-497D-2512-89EC438EB311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31" creationId="{7DC94F6B-EBB7-2884-75C7-3C66BAAFD30D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35" creationId="{E08EA76F-62EA-AABA-9880-268CA8587101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38" creationId="{F21935FE-E288-0D3B-92BC-642476CA1EB6}"/>
          </ac:spMkLst>
        </pc:spChg>
        <pc:spChg chg="del">
          <ac:chgData name="김시우" userId="200fc496-c220-4491-9d3d-3b6b8f7302d8" providerId="ADAL" clId="{D1A72A01-2EA7-47C6-96EE-B2AAE1A9F84E}" dt="2026-08-23T11:34:42.569" v="238" actId="478"/>
          <ac:spMkLst>
            <pc:docMk/>
            <pc:sldMk cId="1923891782" sldId="352"/>
            <ac:spMk id="40" creationId="{06116908-F9B3-2E9E-0865-C74E82C42E90}"/>
          </ac:spMkLst>
        </pc:spChg>
        <pc:graphicFrameChg chg="add mod modGraphic">
          <ac:chgData name="김시우" userId="200fc496-c220-4491-9d3d-3b6b8f7302d8" providerId="ADAL" clId="{D1A72A01-2EA7-47C6-96EE-B2AAE1A9F84E}" dt="2026-08-23T13:19:23.014" v="759" actId="2164"/>
          <ac:graphicFrameMkLst>
            <pc:docMk/>
            <pc:sldMk cId="1923891782" sldId="352"/>
            <ac:graphicFrameMk id="8" creationId="{56AB4883-8E4C-72E3-0752-753EFF121AB3}"/>
          </ac:graphicFrameMkLst>
        </pc:graphicFrameChg>
      </pc:sldChg>
      <pc:sldChg chg="addSp delSp modSp add mod">
        <pc:chgData name="김시우" userId="200fc496-c220-4491-9d3d-3b6b8f7302d8" providerId="ADAL" clId="{D1A72A01-2EA7-47C6-96EE-B2AAE1A9F84E}" dt="2026-08-23T13:45:42.181" v="1353" actId="20577"/>
        <pc:sldMkLst>
          <pc:docMk/>
          <pc:sldMk cId="2577010708" sldId="353"/>
        </pc:sldMkLst>
        <pc:spChg chg="add mod">
          <ac:chgData name="김시우" userId="200fc496-c220-4491-9d3d-3b6b8f7302d8" providerId="ADAL" clId="{D1A72A01-2EA7-47C6-96EE-B2AAE1A9F84E}" dt="2026-08-23T12:24:30.896" v="479" actId="571"/>
          <ac:spMkLst>
            <pc:docMk/>
            <pc:sldMk cId="2577010708" sldId="353"/>
            <ac:spMk id="2" creationId="{66B21F32-8D15-84BB-59E0-2F6C781AEC21}"/>
          </ac:spMkLst>
        </pc:spChg>
        <pc:spChg chg="add mod">
          <ac:chgData name="김시우" userId="200fc496-c220-4491-9d3d-3b6b8f7302d8" providerId="ADAL" clId="{D1A72A01-2EA7-47C6-96EE-B2AAE1A9F84E}" dt="2026-08-23T12:24:30.896" v="479" actId="571"/>
          <ac:spMkLst>
            <pc:docMk/>
            <pc:sldMk cId="2577010708" sldId="353"/>
            <ac:spMk id="3" creationId="{976533D5-5480-0391-906B-6495206CEA05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3" creationId="{A9D8A096-E990-2EC4-0B7C-02BD9D02EE4D}"/>
          </ac:spMkLst>
        </pc:spChg>
        <pc:spChg chg="mod">
          <ac:chgData name="김시우" userId="200fc496-c220-4491-9d3d-3b6b8f7302d8" providerId="ADAL" clId="{D1A72A01-2EA7-47C6-96EE-B2AAE1A9F84E}" dt="2026-08-23T13:44:54.814" v="1344" actId="1076"/>
          <ac:spMkLst>
            <pc:docMk/>
            <pc:sldMk cId="2577010708" sldId="353"/>
            <ac:spMk id="4" creationId="{87035396-43BB-B66D-5515-150C6528728E}"/>
          </ac:spMkLst>
        </pc:spChg>
        <pc:spChg chg="mod">
          <ac:chgData name="김시우" userId="200fc496-c220-4491-9d3d-3b6b8f7302d8" providerId="ADAL" clId="{D1A72A01-2EA7-47C6-96EE-B2AAE1A9F84E}" dt="2026-08-23T13:45:15.666" v="1347" actId="14100"/>
          <ac:spMkLst>
            <pc:docMk/>
            <pc:sldMk cId="2577010708" sldId="353"/>
            <ac:spMk id="5" creationId="{F79C6177-3D64-F885-025E-35DC87293492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6" creationId="{C2893DDC-4BE9-F60C-20DF-1AD3286AE1B2}"/>
          </ac:spMkLst>
        </pc:spChg>
        <pc:spChg chg="add mod">
          <ac:chgData name="김시우" userId="200fc496-c220-4491-9d3d-3b6b8f7302d8" providerId="ADAL" clId="{D1A72A01-2EA7-47C6-96EE-B2AAE1A9F84E}" dt="2026-08-23T12:24:30.896" v="479" actId="571"/>
          <ac:spMkLst>
            <pc:docMk/>
            <pc:sldMk cId="2577010708" sldId="353"/>
            <ac:spMk id="6" creationId="{CB21DEBD-B80E-0438-EB39-AF9369E7C827}"/>
          </ac:spMkLst>
        </pc:spChg>
        <pc:spChg chg="add mod">
          <ac:chgData name="김시우" userId="200fc496-c220-4491-9d3d-3b6b8f7302d8" providerId="ADAL" clId="{D1A72A01-2EA7-47C6-96EE-B2AAE1A9F84E}" dt="2026-08-23T12:24:30.896" v="479" actId="571"/>
          <ac:spMkLst>
            <pc:docMk/>
            <pc:sldMk cId="2577010708" sldId="353"/>
            <ac:spMk id="7" creationId="{5A1C2F9C-F113-A068-5602-16DC1E4C7F8C}"/>
          </ac:spMkLst>
        </pc:spChg>
        <pc:spChg chg="add mod">
          <ac:chgData name="김시우" userId="200fc496-c220-4491-9d3d-3b6b8f7302d8" providerId="ADAL" clId="{D1A72A01-2EA7-47C6-96EE-B2AAE1A9F84E}" dt="2026-08-23T13:45:11.281" v="1346" actId="14100"/>
          <ac:spMkLst>
            <pc:docMk/>
            <pc:sldMk cId="2577010708" sldId="353"/>
            <ac:spMk id="8" creationId="{60E92A40-D553-67A4-FC2E-EFBC392CB22C}"/>
          </ac:spMkLst>
        </pc:spChg>
        <pc:spChg chg="add mod">
          <ac:chgData name="김시우" userId="200fc496-c220-4491-9d3d-3b6b8f7302d8" providerId="ADAL" clId="{D1A72A01-2EA7-47C6-96EE-B2AAE1A9F84E}" dt="2026-08-23T12:24:30.896" v="479" actId="571"/>
          <ac:spMkLst>
            <pc:docMk/>
            <pc:sldMk cId="2577010708" sldId="353"/>
            <ac:spMk id="9" creationId="{4182BD0C-3378-C339-3861-B36A799B1ED2}"/>
          </ac:spMkLst>
        </pc:spChg>
        <pc:spChg chg="add mod">
          <ac:chgData name="김시우" userId="200fc496-c220-4491-9d3d-3b6b8f7302d8" providerId="ADAL" clId="{D1A72A01-2EA7-47C6-96EE-B2AAE1A9F84E}" dt="2026-08-23T12:24:30.896" v="479" actId="571"/>
          <ac:spMkLst>
            <pc:docMk/>
            <pc:sldMk cId="2577010708" sldId="353"/>
            <ac:spMk id="10" creationId="{6DB8F480-B5C1-C8B2-CEE5-9371C97B3F08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10" creationId="{E57B0523-E25D-C4E3-6B0C-290DB237D737}"/>
          </ac:spMkLst>
        </pc:spChg>
        <pc:spChg chg="add mod">
          <ac:chgData name="김시우" userId="200fc496-c220-4491-9d3d-3b6b8f7302d8" providerId="ADAL" clId="{D1A72A01-2EA7-47C6-96EE-B2AAE1A9F84E}" dt="2026-08-23T13:45:11.281" v="1346" actId="14100"/>
          <ac:spMkLst>
            <pc:docMk/>
            <pc:sldMk cId="2577010708" sldId="353"/>
            <ac:spMk id="11" creationId="{AF501DB5-1F6A-6C5F-0408-55F3BA317A34}"/>
          </ac:spMkLst>
        </pc:spChg>
        <pc:spChg chg="add mod">
          <ac:chgData name="김시우" userId="200fc496-c220-4491-9d3d-3b6b8f7302d8" providerId="ADAL" clId="{D1A72A01-2EA7-47C6-96EE-B2AAE1A9F84E}" dt="2026-08-23T12:24:30.896" v="479" actId="571"/>
          <ac:spMkLst>
            <pc:docMk/>
            <pc:sldMk cId="2577010708" sldId="353"/>
            <ac:spMk id="12" creationId="{98109083-C17C-2A80-218F-95FD9018BEAD}"/>
          </ac:spMkLst>
        </pc:spChg>
        <pc:spChg chg="mod">
          <ac:chgData name="김시우" userId="200fc496-c220-4491-9d3d-3b6b8f7302d8" providerId="ADAL" clId="{D1A72A01-2EA7-47C6-96EE-B2AAE1A9F84E}" dt="2026-08-23T13:45:34.913" v="1351" actId="20577"/>
          <ac:spMkLst>
            <pc:docMk/>
            <pc:sldMk cId="2577010708" sldId="353"/>
            <ac:spMk id="13" creationId="{B1D32BA7-C09B-AC23-019E-D87D6C9BD928}"/>
          </ac:spMkLst>
        </pc:spChg>
        <pc:spChg chg="add mod">
          <ac:chgData name="김시우" userId="200fc496-c220-4491-9d3d-3b6b8f7302d8" providerId="ADAL" clId="{D1A72A01-2EA7-47C6-96EE-B2AAE1A9F84E}" dt="2026-08-23T13:45:19.543" v="1348" actId="1076"/>
          <ac:spMkLst>
            <pc:docMk/>
            <pc:sldMk cId="2577010708" sldId="353"/>
            <ac:spMk id="16" creationId="{2E90592D-7D0E-59BF-CE94-23EEC67E5927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18" creationId="{E1DFE07F-8977-3E05-78B6-8312CEE4B9CA}"/>
          </ac:spMkLst>
        </pc:spChg>
        <pc:spChg chg="mod">
          <ac:chgData name="김시우" userId="200fc496-c220-4491-9d3d-3b6b8f7302d8" providerId="ADAL" clId="{D1A72A01-2EA7-47C6-96EE-B2AAE1A9F84E}" dt="2026-08-23T13:45:19.543" v="1348" actId="1076"/>
          <ac:spMkLst>
            <pc:docMk/>
            <pc:sldMk cId="2577010708" sldId="353"/>
            <ac:spMk id="19" creationId="{05FDD914-1A7F-D433-CDDF-88497CA34CB5}"/>
          </ac:spMkLst>
        </pc:spChg>
        <pc:spChg chg="mod">
          <ac:chgData name="김시우" userId="200fc496-c220-4491-9d3d-3b6b8f7302d8" providerId="ADAL" clId="{D1A72A01-2EA7-47C6-96EE-B2AAE1A9F84E}" dt="2026-08-23T13:45:19.543" v="1348" actId="1076"/>
          <ac:spMkLst>
            <pc:docMk/>
            <pc:sldMk cId="2577010708" sldId="353"/>
            <ac:spMk id="21" creationId="{849A77CB-8B07-976B-D598-365054FA3865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22" creationId="{B4954E3D-29BA-0629-510C-BBA159EF8D4C}"/>
          </ac:spMkLst>
        </pc:spChg>
        <pc:spChg chg="add mod">
          <ac:chgData name="김시우" userId="200fc496-c220-4491-9d3d-3b6b8f7302d8" providerId="ADAL" clId="{D1A72A01-2EA7-47C6-96EE-B2AAE1A9F84E}" dt="2026-08-23T13:45:42.181" v="1353" actId="20577"/>
          <ac:spMkLst>
            <pc:docMk/>
            <pc:sldMk cId="2577010708" sldId="353"/>
            <ac:spMk id="24" creationId="{1E8C3777-6DB0-CE8D-5FFB-0702F6A1A4BD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26" creationId="{7D1A5B16-4563-BF06-C9DB-9B67FD4109DA}"/>
          </ac:spMkLst>
        </pc:spChg>
        <pc:spChg chg="del">
          <ac:chgData name="김시우" userId="200fc496-c220-4491-9d3d-3b6b8f7302d8" providerId="ADAL" clId="{D1A72A01-2EA7-47C6-96EE-B2AAE1A9F84E}" dt="2026-08-23T12:24:11.546" v="467" actId="478"/>
          <ac:spMkLst>
            <pc:docMk/>
            <pc:sldMk cId="2577010708" sldId="353"/>
            <ac:spMk id="27" creationId="{F2587D19-51E1-C9A8-30B6-3C54AE5263A9}"/>
          </ac:spMkLst>
        </pc:spChg>
        <pc:spChg chg="add del mod">
          <ac:chgData name="김시우" userId="200fc496-c220-4491-9d3d-3b6b8f7302d8" providerId="ADAL" clId="{D1A72A01-2EA7-47C6-96EE-B2AAE1A9F84E}" dt="2026-08-23T12:24:15.620" v="469" actId="478"/>
          <ac:spMkLst>
            <pc:docMk/>
            <pc:sldMk cId="2577010708" sldId="353"/>
            <ac:spMk id="29" creationId="{80B40D3E-EB9C-6360-D259-7ECA3F66A36C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31" creationId="{F8073265-7C39-ED40-F3B3-ED74D3CADBDA}"/>
          </ac:spMkLst>
        </pc:spChg>
        <pc:spChg chg="add del mod">
          <ac:chgData name="김시우" userId="200fc496-c220-4491-9d3d-3b6b8f7302d8" providerId="ADAL" clId="{D1A72A01-2EA7-47C6-96EE-B2AAE1A9F84E}" dt="2026-08-23T12:24:13.585" v="468" actId="478"/>
          <ac:spMkLst>
            <pc:docMk/>
            <pc:sldMk cId="2577010708" sldId="353"/>
            <ac:spMk id="32" creationId="{168DF4AF-C336-89F1-07EF-F6178BE86C21}"/>
          </ac:spMkLst>
        </pc:spChg>
        <pc:spChg chg="add del mod">
          <ac:chgData name="김시우" userId="200fc496-c220-4491-9d3d-3b6b8f7302d8" providerId="ADAL" clId="{D1A72A01-2EA7-47C6-96EE-B2AAE1A9F84E}" dt="2026-08-23T12:24:26.480" v="477" actId="478"/>
          <ac:spMkLst>
            <pc:docMk/>
            <pc:sldMk cId="2577010708" sldId="353"/>
            <ac:spMk id="34" creationId="{49CCD006-1209-AB04-BF50-A2011D0E8CB0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35" creationId="{DFB78AE6-349B-5469-A669-E21E0E6712C3}"/>
          </ac:spMkLst>
        </pc:spChg>
        <pc:spChg chg="add mod">
          <ac:chgData name="김시우" userId="200fc496-c220-4491-9d3d-3b6b8f7302d8" providerId="ADAL" clId="{D1A72A01-2EA7-47C6-96EE-B2AAE1A9F84E}" dt="2026-08-23T11:35:59.897" v="251" actId="1076"/>
          <ac:spMkLst>
            <pc:docMk/>
            <pc:sldMk cId="2577010708" sldId="353"/>
            <ac:spMk id="37" creationId="{5C483F23-BF35-F7A3-4FA7-A9C393237E93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38" creationId="{799ABFEF-CE79-7CC5-0175-76EFE346B70C}"/>
          </ac:spMkLst>
        </pc:spChg>
        <pc:spChg chg="del">
          <ac:chgData name="김시우" userId="200fc496-c220-4491-9d3d-3b6b8f7302d8" providerId="ADAL" clId="{D1A72A01-2EA7-47C6-96EE-B2AAE1A9F84E}" dt="2026-08-23T11:35:40.822" v="245" actId="478"/>
          <ac:spMkLst>
            <pc:docMk/>
            <pc:sldMk cId="2577010708" sldId="353"/>
            <ac:spMk id="40" creationId="{638396F1-EFAA-A458-EE60-71A8D3BD6781}"/>
          </ac:spMkLst>
        </pc:spChg>
        <pc:spChg chg="add mod">
          <ac:chgData name="김시우" userId="200fc496-c220-4491-9d3d-3b6b8f7302d8" providerId="ADAL" clId="{D1A72A01-2EA7-47C6-96EE-B2AAE1A9F84E}" dt="2026-08-23T13:35:06.887" v="945" actId="20577"/>
          <ac:spMkLst>
            <pc:docMk/>
            <pc:sldMk cId="2577010708" sldId="353"/>
            <ac:spMk id="43" creationId="{729A8CB4-0540-82A5-28B7-D23CCFCF1EC1}"/>
          </ac:spMkLst>
        </pc:spChg>
        <pc:spChg chg="add mod">
          <ac:chgData name="김시우" userId="200fc496-c220-4491-9d3d-3b6b8f7302d8" providerId="ADAL" clId="{D1A72A01-2EA7-47C6-96EE-B2AAE1A9F84E}" dt="2026-08-23T13:36:17.565" v="970" actId="20577"/>
          <ac:spMkLst>
            <pc:docMk/>
            <pc:sldMk cId="2577010708" sldId="353"/>
            <ac:spMk id="45" creationId="{37265254-06CE-97FD-82F0-3BA57696456F}"/>
          </ac:spMkLst>
        </pc:spChg>
      </pc:sldChg>
      <pc:sldChg chg="addSp delSp modSp add mod">
        <pc:chgData name="김시우" userId="200fc496-c220-4491-9d3d-3b6b8f7302d8" providerId="ADAL" clId="{D1A72A01-2EA7-47C6-96EE-B2AAE1A9F84E}" dt="2026-08-23T13:51:51.480" v="1408" actId="20577"/>
        <pc:sldMkLst>
          <pc:docMk/>
          <pc:sldMk cId="931183873" sldId="354"/>
        </pc:sldMkLst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3" creationId="{57F66D5A-F236-F1BF-0370-228F552E79E2}"/>
          </ac:spMkLst>
        </pc:spChg>
        <pc:spChg chg="mod">
          <ac:chgData name="김시우" userId="200fc496-c220-4491-9d3d-3b6b8f7302d8" providerId="ADAL" clId="{D1A72A01-2EA7-47C6-96EE-B2AAE1A9F84E}" dt="2026-08-23T13:44:10.153" v="1318"/>
          <ac:spMkLst>
            <pc:docMk/>
            <pc:sldMk cId="931183873" sldId="354"/>
            <ac:spMk id="4" creationId="{BC3D16D8-DC41-6B18-6F2D-0E22B6D5C6C4}"/>
          </ac:spMkLst>
        </pc:spChg>
        <pc:spChg chg="add del">
          <ac:chgData name="김시우" userId="200fc496-c220-4491-9d3d-3b6b8f7302d8" providerId="ADAL" clId="{D1A72A01-2EA7-47C6-96EE-B2AAE1A9F84E}" dt="2026-08-23T11:38:11.225" v="256" actId="22"/>
          <ac:spMkLst>
            <pc:docMk/>
            <pc:sldMk cId="931183873" sldId="354"/>
            <ac:spMk id="5" creationId="{B2F6802E-37DE-855B-BE8F-72451F6A6BD1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6" creationId="{8D694EF2-B279-79E6-37C0-C0CCD3F27CCB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10" creationId="{D8C2C3BA-E4C3-AA7D-7C69-75317DE4C63C}"/>
          </ac:spMkLst>
        </pc:spChg>
        <pc:spChg chg="add del">
          <ac:chgData name="김시우" userId="200fc496-c220-4491-9d3d-3b6b8f7302d8" providerId="ADAL" clId="{D1A72A01-2EA7-47C6-96EE-B2AAE1A9F84E}" dt="2026-08-23T11:38:11.225" v="256" actId="22"/>
          <ac:spMkLst>
            <pc:docMk/>
            <pc:sldMk cId="931183873" sldId="354"/>
            <ac:spMk id="11" creationId="{FDB9EDA4-48A3-B9B3-FBCA-EE51BA4752FD}"/>
          </ac:spMkLst>
        </pc:spChg>
        <pc:spChg chg="add del">
          <ac:chgData name="김시우" userId="200fc496-c220-4491-9d3d-3b6b8f7302d8" providerId="ADAL" clId="{D1A72A01-2EA7-47C6-96EE-B2AAE1A9F84E}" dt="2026-08-23T11:38:11.225" v="256" actId="22"/>
          <ac:spMkLst>
            <pc:docMk/>
            <pc:sldMk cId="931183873" sldId="354"/>
            <ac:spMk id="13" creationId="{CCE7B7A8-42D3-74AE-B211-AD05EE126BF6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14" creationId="{E1AB1ECC-A2CF-25DD-D6A0-C58EF1D99B93}"/>
          </ac:spMkLst>
        </pc:spChg>
        <pc:spChg chg="add del">
          <ac:chgData name="김시우" userId="200fc496-c220-4491-9d3d-3b6b8f7302d8" providerId="ADAL" clId="{D1A72A01-2EA7-47C6-96EE-B2AAE1A9F84E}" dt="2026-08-23T11:38:11.225" v="256" actId="22"/>
          <ac:spMkLst>
            <pc:docMk/>
            <pc:sldMk cId="931183873" sldId="354"/>
            <ac:spMk id="16" creationId="{925F82F9-8CE7-09F4-3BCA-E845339C17C0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18" creationId="{F06ED039-D509-7C56-813D-783C991B8221}"/>
          </ac:spMkLst>
        </pc:spChg>
        <pc:spChg chg="add del">
          <ac:chgData name="김시우" userId="200fc496-c220-4491-9d3d-3b6b8f7302d8" providerId="ADAL" clId="{D1A72A01-2EA7-47C6-96EE-B2AAE1A9F84E}" dt="2026-08-23T11:38:11.225" v="256" actId="22"/>
          <ac:spMkLst>
            <pc:docMk/>
            <pc:sldMk cId="931183873" sldId="354"/>
            <ac:spMk id="19" creationId="{8CCCBBF9-D591-36F9-93AC-FFB213ECA915}"/>
          </ac:spMkLst>
        </pc:spChg>
        <pc:spChg chg="add del">
          <ac:chgData name="김시우" userId="200fc496-c220-4491-9d3d-3b6b8f7302d8" providerId="ADAL" clId="{D1A72A01-2EA7-47C6-96EE-B2AAE1A9F84E}" dt="2026-08-23T11:38:11.225" v="256" actId="22"/>
          <ac:spMkLst>
            <pc:docMk/>
            <pc:sldMk cId="931183873" sldId="354"/>
            <ac:spMk id="21" creationId="{23F82D1E-C3A0-98AE-0B8D-0CFB106F3389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22" creationId="{C9D21A05-8E68-5E88-7DDD-7499ADFFF104}"/>
          </ac:spMkLst>
        </pc:spChg>
        <pc:spChg chg="add del">
          <ac:chgData name="김시우" userId="200fc496-c220-4491-9d3d-3b6b8f7302d8" providerId="ADAL" clId="{D1A72A01-2EA7-47C6-96EE-B2AAE1A9F84E}" dt="2026-08-23T11:38:11.225" v="256" actId="22"/>
          <ac:spMkLst>
            <pc:docMk/>
            <pc:sldMk cId="931183873" sldId="354"/>
            <ac:spMk id="24" creationId="{4095938E-F0BB-2BD6-F699-50570D8FEF81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26" creationId="{E281C643-9FF1-A6FE-625E-A9B666EF6FB1}"/>
          </ac:spMkLst>
        </pc:spChg>
        <pc:spChg chg="add mod">
          <ac:chgData name="김시우" userId="200fc496-c220-4491-9d3d-3b6b8f7302d8" providerId="ADAL" clId="{D1A72A01-2EA7-47C6-96EE-B2AAE1A9F84E}" dt="2026-08-23T11:38:23.511" v="260" actId="1076"/>
          <ac:spMkLst>
            <pc:docMk/>
            <pc:sldMk cId="931183873" sldId="354"/>
            <ac:spMk id="27" creationId="{C8CCF191-8C5A-4378-4CED-0567F386120A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31" creationId="{2A21E422-31EA-7E9B-700F-20AD1733A74B}"/>
          </ac:spMkLst>
        </pc:spChg>
        <pc:spChg chg="add mod">
          <ac:chgData name="김시우" userId="200fc496-c220-4491-9d3d-3b6b8f7302d8" providerId="ADAL" clId="{D1A72A01-2EA7-47C6-96EE-B2AAE1A9F84E}" dt="2026-08-23T13:38:35.869" v="1146" actId="14100"/>
          <ac:spMkLst>
            <pc:docMk/>
            <pc:sldMk cId="931183873" sldId="354"/>
            <ac:spMk id="32" creationId="{39CC0402-573F-399B-3636-03EBD6136A1A}"/>
          </ac:spMkLst>
        </pc:spChg>
        <pc:spChg chg="add mod">
          <ac:chgData name="김시우" userId="200fc496-c220-4491-9d3d-3b6b8f7302d8" providerId="ADAL" clId="{D1A72A01-2EA7-47C6-96EE-B2AAE1A9F84E}" dt="2026-08-23T11:38:20.053" v="259" actId="1076"/>
          <ac:spMkLst>
            <pc:docMk/>
            <pc:sldMk cId="931183873" sldId="354"/>
            <ac:spMk id="34" creationId="{C039A7AA-DC8D-ABBE-4B9D-9E633B7F22D3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35" creationId="{415FF340-E25B-D6CB-2695-A78FDE00A865}"/>
          </ac:spMkLst>
        </pc:spChg>
        <pc:spChg chg="add mod">
          <ac:chgData name="김시우" userId="200fc496-c220-4491-9d3d-3b6b8f7302d8" providerId="ADAL" clId="{D1A72A01-2EA7-47C6-96EE-B2AAE1A9F84E}" dt="2026-08-23T13:50:29.671" v="1378" actId="113"/>
          <ac:spMkLst>
            <pc:docMk/>
            <pc:sldMk cId="931183873" sldId="354"/>
            <ac:spMk id="37" creationId="{2157E8AD-55E4-1E8D-07B1-45694A06A493}"/>
          </ac:spMkLst>
        </pc:spChg>
        <pc:spChg chg="del">
          <ac:chgData name="김시우" userId="200fc496-c220-4491-9d3d-3b6b8f7302d8" providerId="ADAL" clId="{D1A72A01-2EA7-47C6-96EE-B2AAE1A9F84E}" dt="2026-08-23T11:38:11.905" v="257" actId="478"/>
          <ac:spMkLst>
            <pc:docMk/>
            <pc:sldMk cId="931183873" sldId="354"/>
            <ac:spMk id="38" creationId="{BC93C1B9-F785-BBEB-32AF-DA3C3AE85BC2}"/>
          </ac:spMkLst>
        </pc:spChg>
        <pc:spChg chg="add mod">
          <ac:chgData name="김시우" userId="200fc496-c220-4491-9d3d-3b6b8f7302d8" providerId="ADAL" clId="{D1A72A01-2EA7-47C6-96EE-B2AAE1A9F84E}" dt="2026-08-23T13:38:38.263" v="1147" actId="14100"/>
          <ac:spMkLst>
            <pc:docMk/>
            <pc:sldMk cId="931183873" sldId="354"/>
            <ac:spMk id="41" creationId="{C58F2898-8E6A-8FFF-0D7D-CA0A240BC55E}"/>
          </ac:spMkLst>
        </pc:spChg>
        <pc:spChg chg="add mod">
          <ac:chgData name="김시우" userId="200fc496-c220-4491-9d3d-3b6b8f7302d8" providerId="ADAL" clId="{D1A72A01-2EA7-47C6-96EE-B2AAE1A9F84E}" dt="2026-08-23T11:38:20.053" v="259" actId="1076"/>
          <ac:spMkLst>
            <pc:docMk/>
            <pc:sldMk cId="931183873" sldId="354"/>
            <ac:spMk id="43" creationId="{CBB9BFFD-5526-BC2C-F1E2-114B3D9BD7F8}"/>
          </ac:spMkLst>
        </pc:spChg>
        <pc:spChg chg="add mod">
          <ac:chgData name="김시우" userId="200fc496-c220-4491-9d3d-3b6b8f7302d8" providerId="ADAL" clId="{D1A72A01-2EA7-47C6-96EE-B2AAE1A9F84E}" dt="2026-08-23T13:50:52.853" v="1383" actId="20577"/>
          <ac:spMkLst>
            <pc:docMk/>
            <pc:sldMk cId="931183873" sldId="354"/>
            <ac:spMk id="45" creationId="{6BC6E87A-3979-9CD8-EA0D-18A4A2480374}"/>
          </ac:spMkLst>
        </pc:spChg>
        <pc:graphicFrameChg chg="add del">
          <ac:chgData name="김시우" userId="200fc496-c220-4491-9d3d-3b6b8f7302d8" providerId="ADAL" clId="{D1A72A01-2EA7-47C6-96EE-B2AAE1A9F84E}" dt="2026-08-23T11:38:11.225" v="256" actId="22"/>
          <ac:graphicFrameMkLst>
            <pc:docMk/>
            <pc:sldMk cId="931183873" sldId="354"/>
            <ac:graphicFrameMk id="8" creationId="{0904EFFF-EC70-5BEC-8491-9DE139684A5F}"/>
          </ac:graphicFrameMkLst>
        </pc:graphicFrameChg>
        <pc:graphicFrameChg chg="add mod modGraphic">
          <ac:chgData name="김시우" userId="200fc496-c220-4491-9d3d-3b6b8f7302d8" providerId="ADAL" clId="{D1A72A01-2EA7-47C6-96EE-B2AAE1A9F84E}" dt="2026-08-23T13:51:51.480" v="1408" actId="20577"/>
          <ac:graphicFrameMkLst>
            <pc:docMk/>
            <pc:sldMk cId="931183873" sldId="354"/>
            <ac:graphicFrameMk id="29" creationId="{D7FD5810-977E-62BF-F2C5-5C6D4F979B0E}"/>
          </ac:graphicFrameMkLst>
        </pc:graphicFrameChg>
      </pc:sldChg>
      <pc:sldChg chg="addSp delSp modSp add mod">
        <pc:chgData name="김시우" userId="200fc496-c220-4491-9d3d-3b6b8f7302d8" providerId="ADAL" clId="{D1A72A01-2EA7-47C6-96EE-B2AAE1A9F84E}" dt="2026-08-23T13:44:13.046" v="1327"/>
        <pc:sldMkLst>
          <pc:docMk/>
          <pc:sldMk cId="1224509908" sldId="355"/>
        </pc:sldMkLst>
        <pc:spChg chg="add mod">
          <ac:chgData name="김시우" userId="200fc496-c220-4491-9d3d-3b6b8f7302d8" providerId="ADAL" clId="{D1A72A01-2EA7-47C6-96EE-B2AAE1A9F84E}" dt="2026-08-23T11:40:18.762" v="284" actId="20577"/>
          <ac:spMkLst>
            <pc:docMk/>
            <pc:sldMk cId="1224509908" sldId="355"/>
            <ac:spMk id="3" creationId="{79E2ED6F-969B-383B-0A9A-80576EED3F67}"/>
          </ac:spMkLst>
        </pc:spChg>
        <pc:spChg chg="mod">
          <ac:chgData name="김시우" userId="200fc496-c220-4491-9d3d-3b6b8f7302d8" providerId="ADAL" clId="{D1A72A01-2EA7-47C6-96EE-B2AAE1A9F84E}" dt="2026-08-23T13:44:13.046" v="1327"/>
          <ac:spMkLst>
            <pc:docMk/>
            <pc:sldMk cId="1224509908" sldId="355"/>
            <ac:spMk id="4" creationId="{0BF5D436-E9B0-E0E9-0906-754194AE80C2}"/>
          </ac:spMkLst>
        </pc:spChg>
        <pc:spChg chg="add mod">
          <ac:chgData name="김시우" userId="200fc496-c220-4491-9d3d-3b6b8f7302d8" providerId="ADAL" clId="{D1A72A01-2EA7-47C6-96EE-B2AAE1A9F84E}" dt="2026-08-23T11:39:09.753" v="271" actId="1076"/>
          <ac:spMkLst>
            <pc:docMk/>
            <pc:sldMk cId="1224509908" sldId="355"/>
            <ac:spMk id="8" creationId="{F7C480F7-6355-E8C2-6A5E-43BCE4F4A8AD}"/>
          </ac:spMkLst>
        </pc:spChg>
        <pc:spChg chg="add mod">
          <ac:chgData name="김시우" userId="200fc496-c220-4491-9d3d-3b6b8f7302d8" providerId="ADAL" clId="{D1A72A01-2EA7-47C6-96EE-B2AAE1A9F84E}" dt="2026-08-23T11:39:09.753" v="271" actId="1076"/>
          <ac:spMkLst>
            <pc:docMk/>
            <pc:sldMk cId="1224509908" sldId="355"/>
            <ac:spMk id="10" creationId="{C70B125A-5E3E-6E9A-4270-B34864F5C995}"/>
          </ac:spMkLst>
        </pc:spChg>
        <pc:spChg chg="add mod">
          <ac:chgData name="김시우" userId="200fc496-c220-4491-9d3d-3b6b8f7302d8" providerId="ADAL" clId="{D1A72A01-2EA7-47C6-96EE-B2AAE1A9F84E}" dt="2026-08-23T13:41:43.628" v="1258" actId="113"/>
          <ac:spMkLst>
            <pc:docMk/>
            <pc:sldMk cId="1224509908" sldId="355"/>
            <ac:spMk id="12" creationId="{44A81BC8-11D6-77AD-9173-5F66ADD3EC45}"/>
          </ac:spMkLst>
        </pc:spChg>
        <pc:spChg chg="del">
          <ac:chgData name="김시우" userId="200fc496-c220-4491-9d3d-3b6b8f7302d8" providerId="ADAL" clId="{D1A72A01-2EA7-47C6-96EE-B2AAE1A9F84E}" dt="2026-08-23T11:38:57.696" v="267" actId="478"/>
          <ac:spMkLst>
            <pc:docMk/>
            <pc:sldMk cId="1224509908" sldId="355"/>
            <ac:spMk id="27" creationId="{2A384F63-C740-7E22-9A14-C603963CA88D}"/>
          </ac:spMkLst>
        </pc:spChg>
        <pc:spChg chg="del">
          <ac:chgData name="김시우" userId="200fc496-c220-4491-9d3d-3b6b8f7302d8" providerId="ADAL" clId="{D1A72A01-2EA7-47C6-96EE-B2AAE1A9F84E}" dt="2026-08-23T11:39:04.728" v="268" actId="478"/>
          <ac:spMkLst>
            <pc:docMk/>
            <pc:sldMk cId="1224509908" sldId="355"/>
            <ac:spMk id="32" creationId="{7BD47E6E-884A-4477-2F44-8A88E3CABA2B}"/>
          </ac:spMkLst>
        </pc:spChg>
        <pc:spChg chg="del">
          <ac:chgData name="김시우" userId="200fc496-c220-4491-9d3d-3b6b8f7302d8" providerId="ADAL" clId="{D1A72A01-2EA7-47C6-96EE-B2AAE1A9F84E}" dt="2026-08-23T11:38:57.696" v="267" actId="478"/>
          <ac:spMkLst>
            <pc:docMk/>
            <pc:sldMk cId="1224509908" sldId="355"/>
            <ac:spMk id="34" creationId="{F068F712-626B-91BD-F433-56D66763DC2F}"/>
          </ac:spMkLst>
        </pc:spChg>
        <pc:spChg chg="del">
          <ac:chgData name="김시우" userId="200fc496-c220-4491-9d3d-3b6b8f7302d8" providerId="ADAL" clId="{D1A72A01-2EA7-47C6-96EE-B2AAE1A9F84E}" dt="2026-08-23T11:38:57.696" v="267" actId="478"/>
          <ac:spMkLst>
            <pc:docMk/>
            <pc:sldMk cId="1224509908" sldId="355"/>
            <ac:spMk id="37" creationId="{DB03A041-7B2C-B240-E255-3C96CD809CAC}"/>
          </ac:spMkLst>
        </pc:spChg>
        <pc:spChg chg="del">
          <ac:chgData name="김시우" userId="200fc496-c220-4491-9d3d-3b6b8f7302d8" providerId="ADAL" clId="{D1A72A01-2EA7-47C6-96EE-B2AAE1A9F84E}" dt="2026-08-23T11:39:05.013" v="269" actId="478"/>
          <ac:spMkLst>
            <pc:docMk/>
            <pc:sldMk cId="1224509908" sldId="355"/>
            <ac:spMk id="41" creationId="{5E06189A-B0B6-18D8-AEBA-CCBFC2BA149B}"/>
          </ac:spMkLst>
        </pc:spChg>
        <pc:spChg chg="del">
          <ac:chgData name="김시우" userId="200fc496-c220-4491-9d3d-3b6b8f7302d8" providerId="ADAL" clId="{D1A72A01-2EA7-47C6-96EE-B2AAE1A9F84E}" dt="2026-08-23T11:38:57.696" v="267" actId="478"/>
          <ac:spMkLst>
            <pc:docMk/>
            <pc:sldMk cId="1224509908" sldId="355"/>
            <ac:spMk id="43" creationId="{1A67EF8D-06C2-57F5-CBA6-460E227366EA}"/>
          </ac:spMkLst>
        </pc:spChg>
        <pc:spChg chg="del">
          <ac:chgData name="김시우" userId="200fc496-c220-4491-9d3d-3b6b8f7302d8" providerId="ADAL" clId="{D1A72A01-2EA7-47C6-96EE-B2AAE1A9F84E}" dt="2026-08-23T11:38:57.696" v="267" actId="478"/>
          <ac:spMkLst>
            <pc:docMk/>
            <pc:sldMk cId="1224509908" sldId="355"/>
            <ac:spMk id="45" creationId="{72E53276-33AA-8E44-D8FE-80A5A40C214F}"/>
          </ac:spMkLst>
        </pc:spChg>
        <pc:graphicFrameChg chg="add mod modGraphic">
          <ac:chgData name="김시우" userId="200fc496-c220-4491-9d3d-3b6b8f7302d8" providerId="ADAL" clId="{D1A72A01-2EA7-47C6-96EE-B2AAE1A9F84E}" dt="2026-08-23T13:41:07.640" v="1257" actId="20577"/>
          <ac:graphicFrameMkLst>
            <pc:docMk/>
            <pc:sldMk cId="1224509908" sldId="355"/>
            <ac:graphicFrameMk id="6" creationId="{2609B11B-8F3A-04CC-2D33-B555993402CB}"/>
          </ac:graphicFrameMkLst>
        </pc:graphicFrameChg>
        <pc:graphicFrameChg chg="del">
          <ac:chgData name="김시우" userId="200fc496-c220-4491-9d3d-3b6b8f7302d8" providerId="ADAL" clId="{D1A72A01-2EA7-47C6-96EE-B2AAE1A9F84E}" dt="2026-08-23T11:38:57.696" v="267" actId="478"/>
          <ac:graphicFrameMkLst>
            <pc:docMk/>
            <pc:sldMk cId="1224509908" sldId="355"/>
            <ac:graphicFrameMk id="29" creationId="{71BF711F-35AA-BC9B-BF4E-793F0C1CDB66}"/>
          </ac:graphicFrameMkLst>
        </pc:graphicFrameChg>
      </pc:sldChg>
      <pc:sldChg chg="addSp delSp modSp add mod">
        <pc:chgData name="김시우" userId="200fc496-c220-4491-9d3d-3b6b8f7302d8" providerId="ADAL" clId="{D1A72A01-2EA7-47C6-96EE-B2AAE1A9F84E}" dt="2026-08-23T13:46:20.116" v="1355" actId="1076"/>
        <pc:sldMkLst>
          <pc:docMk/>
          <pc:sldMk cId="3340171236" sldId="356"/>
        </pc:sldMkLst>
        <pc:spChg chg="add mod">
          <ac:chgData name="김시우" userId="200fc496-c220-4491-9d3d-3b6b8f7302d8" providerId="ADAL" clId="{D1A72A01-2EA7-47C6-96EE-B2AAE1A9F84E}" dt="2026-08-23T11:41:21.933" v="294" actId="1076"/>
          <ac:spMkLst>
            <pc:docMk/>
            <pc:sldMk cId="3340171236" sldId="356"/>
            <ac:spMk id="3" creationId="{BB498235-A1A0-79FC-C0E4-BFC9C4B38BCB}"/>
          </ac:spMkLst>
        </pc:spChg>
        <pc:spChg chg="mod">
          <ac:chgData name="김시우" userId="200fc496-c220-4491-9d3d-3b6b8f7302d8" providerId="ADAL" clId="{D1A72A01-2EA7-47C6-96EE-B2AAE1A9F84E}" dt="2026-08-23T13:44:15.841" v="1336"/>
          <ac:spMkLst>
            <pc:docMk/>
            <pc:sldMk cId="3340171236" sldId="356"/>
            <ac:spMk id="4" creationId="{6EF7646C-423A-3641-B9A8-93A13A74BE3D}"/>
          </ac:spMkLst>
        </pc:spChg>
        <pc:spChg chg="add mod">
          <ac:chgData name="김시우" userId="200fc496-c220-4491-9d3d-3b6b8f7302d8" providerId="ADAL" clId="{D1A72A01-2EA7-47C6-96EE-B2AAE1A9F84E}" dt="2026-08-23T13:43:40.460" v="1309"/>
          <ac:spMkLst>
            <pc:docMk/>
            <pc:sldMk cId="3340171236" sldId="356"/>
            <ac:spMk id="8" creationId="{A18F9F66-6827-8A3D-BB75-CC6520090CFA}"/>
          </ac:spMkLst>
        </pc:spChg>
        <pc:spChg chg="add mod">
          <ac:chgData name="김시우" userId="200fc496-c220-4491-9d3d-3b6b8f7302d8" providerId="ADAL" clId="{D1A72A01-2EA7-47C6-96EE-B2AAE1A9F84E}" dt="2026-08-23T13:43:11.471" v="1291" actId="14100"/>
          <ac:spMkLst>
            <pc:docMk/>
            <pc:sldMk cId="3340171236" sldId="356"/>
            <ac:spMk id="10" creationId="{957D4E08-DB8E-EA71-D49F-394C39F9D37B}"/>
          </ac:spMkLst>
        </pc:spChg>
        <pc:spChg chg="add mod">
          <ac:chgData name="김시우" userId="200fc496-c220-4491-9d3d-3b6b8f7302d8" providerId="ADAL" clId="{D1A72A01-2EA7-47C6-96EE-B2AAE1A9F84E}" dt="2026-08-23T13:46:20.116" v="1355" actId="1076"/>
          <ac:spMkLst>
            <pc:docMk/>
            <pc:sldMk cId="3340171236" sldId="356"/>
            <ac:spMk id="12" creationId="{260BA199-104C-E414-7815-89A16F930D81}"/>
          </ac:spMkLst>
        </pc:spChg>
        <pc:spChg chg="del">
          <ac:chgData name="김시우" userId="200fc496-c220-4491-9d3d-3b6b8f7302d8" providerId="ADAL" clId="{D1A72A01-2EA7-47C6-96EE-B2AAE1A9F84E}" dt="2026-08-23T11:41:12.031" v="291" actId="478"/>
          <ac:spMkLst>
            <pc:docMk/>
            <pc:sldMk cId="3340171236" sldId="356"/>
            <ac:spMk id="27" creationId="{4267754A-0692-15CC-1B5B-F18007639629}"/>
          </ac:spMkLst>
        </pc:spChg>
        <pc:spChg chg="del">
          <ac:chgData name="김시우" userId="200fc496-c220-4491-9d3d-3b6b8f7302d8" providerId="ADAL" clId="{D1A72A01-2EA7-47C6-96EE-B2AAE1A9F84E}" dt="2026-08-23T11:41:12.031" v="291" actId="478"/>
          <ac:spMkLst>
            <pc:docMk/>
            <pc:sldMk cId="3340171236" sldId="356"/>
            <ac:spMk id="32" creationId="{5E0C3675-5884-2F72-22DD-956AF820932B}"/>
          </ac:spMkLst>
        </pc:spChg>
        <pc:spChg chg="del">
          <ac:chgData name="김시우" userId="200fc496-c220-4491-9d3d-3b6b8f7302d8" providerId="ADAL" clId="{D1A72A01-2EA7-47C6-96EE-B2AAE1A9F84E}" dt="2026-08-23T11:41:12.031" v="291" actId="478"/>
          <ac:spMkLst>
            <pc:docMk/>
            <pc:sldMk cId="3340171236" sldId="356"/>
            <ac:spMk id="34" creationId="{1AFA7FB5-B56F-D257-82BA-07E0BD0422EF}"/>
          </ac:spMkLst>
        </pc:spChg>
        <pc:spChg chg="del">
          <ac:chgData name="김시우" userId="200fc496-c220-4491-9d3d-3b6b8f7302d8" providerId="ADAL" clId="{D1A72A01-2EA7-47C6-96EE-B2AAE1A9F84E}" dt="2026-08-23T11:41:12.031" v="291" actId="478"/>
          <ac:spMkLst>
            <pc:docMk/>
            <pc:sldMk cId="3340171236" sldId="356"/>
            <ac:spMk id="37" creationId="{FC452AF3-C50E-2167-FAE6-A7A216275247}"/>
          </ac:spMkLst>
        </pc:spChg>
        <pc:spChg chg="del">
          <ac:chgData name="김시우" userId="200fc496-c220-4491-9d3d-3b6b8f7302d8" providerId="ADAL" clId="{D1A72A01-2EA7-47C6-96EE-B2AAE1A9F84E}" dt="2026-08-23T11:41:12.031" v="291" actId="478"/>
          <ac:spMkLst>
            <pc:docMk/>
            <pc:sldMk cId="3340171236" sldId="356"/>
            <ac:spMk id="41" creationId="{171DD8D1-04FB-FE57-B11D-B929B8D96634}"/>
          </ac:spMkLst>
        </pc:spChg>
        <pc:spChg chg="del">
          <ac:chgData name="김시우" userId="200fc496-c220-4491-9d3d-3b6b8f7302d8" providerId="ADAL" clId="{D1A72A01-2EA7-47C6-96EE-B2AAE1A9F84E}" dt="2026-08-23T11:41:12.031" v="291" actId="478"/>
          <ac:spMkLst>
            <pc:docMk/>
            <pc:sldMk cId="3340171236" sldId="356"/>
            <ac:spMk id="43" creationId="{9D94D20C-E3AA-3DFE-75B0-0EB6806584C6}"/>
          </ac:spMkLst>
        </pc:spChg>
        <pc:spChg chg="del">
          <ac:chgData name="김시우" userId="200fc496-c220-4491-9d3d-3b6b8f7302d8" providerId="ADAL" clId="{D1A72A01-2EA7-47C6-96EE-B2AAE1A9F84E}" dt="2026-08-23T11:41:12.031" v="291" actId="478"/>
          <ac:spMkLst>
            <pc:docMk/>
            <pc:sldMk cId="3340171236" sldId="356"/>
            <ac:spMk id="45" creationId="{D5B49703-6478-4A05-8BEC-616A035C3492}"/>
          </ac:spMkLst>
        </pc:spChg>
        <pc:graphicFrameChg chg="add mod modGraphic">
          <ac:chgData name="김시우" userId="200fc496-c220-4491-9d3d-3b6b8f7302d8" providerId="ADAL" clId="{D1A72A01-2EA7-47C6-96EE-B2AAE1A9F84E}" dt="2026-08-23T11:41:31.743" v="298" actId="1076"/>
          <ac:graphicFrameMkLst>
            <pc:docMk/>
            <pc:sldMk cId="3340171236" sldId="356"/>
            <ac:graphicFrameMk id="6" creationId="{08481A43-BEE4-7C86-D08F-995202C4AF9F}"/>
          </ac:graphicFrameMkLst>
        </pc:graphicFrameChg>
        <pc:graphicFrameChg chg="del">
          <ac:chgData name="김시우" userId="200fc496-c220-4491-9d3d-3b6b8f7302d8" providerId="ADAL" clId="{D1A72A01-2EA7-47C6-96EE-B2AAE1A9F84E}" dt="2026-08-23T11:41:12.031" v="291" actId="478"/>
          <ac:graphicFrameMkLst>
            <pc:docMk/>
            <pc:sldMk cId="3340171236" sldId="356"/>
            <ac:graphicFrameMk id="29" creationId="{4BC32224-70AE-040B-1B53-2C209A0A33B3}"/>
          </ac:graphicFrameMkLst>
        </pc:graphicFrameChg>
      </pc:sldChg>
      <pc:sldChg chg="addSp delSp modSp add mod">
        <pc:chgData name="김시우" userId="200fc496-c220-4491-9d3d-3b6b8f7302d8" providerId="ADAL" clId="{D1A72A01-2EA7-47C6-96EE-B2AAE1A9F84E}" dt="2026-08-23T11:44:00.597" v="315" actId="113"/>
        <pc:sldMkLst>
          <pc:docMk/>
          <pc:sldMk cId="3080771843" sldId="357"/>
        </pc:sldMkLst>
        <pc:spChg chg="del">
          <ac:chgData name="김시우" userId="200fc496-c220-4491-9d3d-3b6b8f7302d8" providerId="ADAL" clId="{D1A72A01-2EA7-47C6-96EE-B2AAE1A9F84E}" dt="2026-08-23T11:43:38.834" v="309" actId="478"/>
          <ac:spMkLst>
            <pc:docMk/>
            <pc:sldMk cId="3080771843" sldId="357"/>
            <ac:spMk id="3" creationId="{38683092-8999-01CE-0F9A-69314853BC0B}"/>
          </ac:spMkLst>
        </pc:spChg>
        <pc:spChg chg="mod">
          <ac:chgData name="김시우" userId="200fc496-c220-4491-9d3d-3b6b8f7302d8" providerId="ADAL" clId="{D1A72A01-2EA7-47C6-96EE-B2AAE1A9F84E}" dt="2026-08-23T11:43:19.067" v="308" actId="255"/>
          <ac:spMkLst>
            <pc:docMk/>
            <pc:sldMk cId="3080771843" sldId="357"/>
            <ac:spMk id="4" creationId="{4994480E-A87D-E999-589D-2377700ED6F1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5" creationId="{BAC04666-D2E8-A0E1-97E8-AE3EC4506BBE}"/>
          </ac:spMkLst>
        </pc:spChg>
        <pc:spChg chg="del">
          <ac:chgData name="김시우" userId="200fc496-c220-4491-9d3d-3b6b8f7302d8" providerId="ADAL" clId="{D1A72A01-2EA7-47C6-96EE-B2AAE1A9F84E}" dt="2026-08-23T11:43:38.834" v="309" actId="478"/>
          <ac:spMkLst>
            <pc:docMk/>
            <pc:sldMk cId="3080771843" sldId="357"/>
            <ac:spMk id="8" creationId="{9F9C0C30-3FB3-38EE-C8E0-8DE76B6D65D1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9" creationId="{A56D9349-3450-5AFB-7A0C-F4FED5D30BD4}"/>
          </ac:spMkLst>
        </pc:spChg>
        <pc:spChg chg="del">
          <ac:chgData name="김시우" userId="200fc496-c220-4491-9d3d-3b6b8f7302d8" providerId="ADAL" clId="{D1A72A01-2EA7-47C6-96EE-B2AAE1A9F84E}" dt="2026-08-23T11:43:40.619" v="310" actId="478"/>
          <ac:spMkLst>
            <pc:docMk/>
            <pc:sldMk cId="3080771843" sldId="357"/>
            <ac:spMk id="10" creationId="{21B16976-A7AE-7333-6875-098AC555552C}"/>
          </ac:spMkLst>
        </pc:spChg>
        <pc:spChg chg="del">
          <ac:chgData name="김시우" userId="200fc496-c220-4491-9d3d-3b6b8f7302d8" providerId="ADAL" clId="{D1A72A01-2EA7-47C6-96EE-B2AAE1A9F84E}" dt="2026-08-23T11:43:38.834" v="309" actId="478"/>
          <ac:spMkLst>
            <pc:docMk/>
            <pc:sldMk cId="3080771843" sldId="357"/>
            <ac:spMk id="12" creationId="{09EA5039-16C6-E5AA-4373-ED7B9CABF29F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13" creationId="{8A3BCC18-7C80-8C2B-6ACD-E95AD25E7668}"/>
          </ac:spMkLst>
        </pc:spChg>
        <pc:spChg chg="mod">
          <ac:chgData name="김시우" userId="200fc496-c220-4491-9d3d-3b6b8f7302d8" providerId="ADAL" clId="{D1A72A01-2EA7-47C6-96EE-B2AAE1A9F84E}" dt="2026-08-23T11:44:00.597" v="315" actId="113"/>
          <ac:spMkLst>
            <pc:docMk/>
            <pc:sldMk cId="3080771843" sldId="357"/>
            <ac:spMk id="19" creationId="{51F3B900-53C0-E02C-6A1B-4C7B8D2FB8E9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23" creationId="{93BC1719-3B9D-9F98-228F-4C24106C65A2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25" creationId="{203410BE-5FA0-6179-B675-1C1F3EF1F310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27" creationId="{215E535D-4866-4D24-D35A-971B8FF1CA77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33" creationId="{6CD838AD-DF0C-4CB5-8B67-8BD7D265C2EE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37" creationId="{A57E55AA-1C56-7502-27AE-302D0422DB68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39" creationId="{5745FCD5-62FC-8A34-227C-B79E5CE44983}"/>
          </ac:spMkLst>
        </pc:spChg>
        <pc:spChg chg="add mod">
          <ac:chgData name="김시우" userId="200fc496-c220-4491-9d3d-3b6b8f7302d8" providerId="ADAL" clId="{D1A72A01-2EA7-47C6-96EE-B2AAE1A9F84E}" dt="2026-08-23T11:43:45.331" v="312" actId="1076"/>
          <ac:spMkLst>
            <pc:docMk/>
            <pc:sldMk cId="3080771843" sldId="357"/>
            <ac:spMk id="43" creationId="{79EA00F2-620F-3F24-3060-C840B9633043}"/>
          </ac:spMkLst>
        </pc:spChg>
        <pc:spChg chg="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45" creationId="{13A99DAF-D95C-91D1-E862-3B088502951E}"/>
          </ac:spMkLst>
        </pc:spChg>
        <pc:spChg chg="add 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47" creationId="{231360C7-19AF-AB63-241B-68DF8A16B0E9}"/>
          </ac:spMkLst>
        </pc:spChg>
        <pc:spChg chg="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51" creationId="{25C990F7-191F-79AC-D205-00B86D316CED}"/>
          </ac:spMkLst>
        </pc:spChg>
        <pc:spChg chg="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53" creationId="{004D6DA2-5A9E-7344-E097-8184921EAFD4}"/>
          </ac:spMkLst>
        </pc:spChg>
        <pc:spChg chg="add 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55" creationId="{5A68FE65-5350-A465-C680-34BE02AED785}"/>
          </ac:spMkLst>
        </pc:spChg>
        <pc:spChg chg="add 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60" creationId="{125DE8EE-D017-8F6F-E5AA-37D69A745E49}"/>
          </ac:spMkLst>
        </pc:spChg>
        <pc:spChg chg="add 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62" creationId="{2D005819-8F36-02D2-2D48-7099D9BE4971}"/>
          </ac:spMkLst>
        </pc:spChg>
        <pc:spChg chg="add">
          <ac:chgData name="김시우" userId="200fc496-c220-4491-9d3d-3b6b8f7302d8" providerId="ADAL" clId="{D1A72A01-2EA7-47C6-96EE-B2AAE1A9F84E}" dt="2026-08-23T11:43:59.439" v="313" actId="22"/>
          <ac:spMkLst>
            <pc:docMk/>
            <pc:sldMk cId="3080771843" sldId="357"/>
            <ac:spMk id="450" creationId="{67E3A62A-ACC9-C602-1683-3CB5B5701831}"/>
          </ac:spMkLst>
        </pc:spChg>
        <pc:spChg chg="add 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454" creationId="{CB46C07F-BC03-5276-E25B-0103EA65B8ED}"/>
          </ac:spMkLst>
        </pc:spChg>
        <pc:spChg chg="add">
          <ac:chgData name="김시우" userId="200fc496-c220-4491-9d3d-3b6b8f7302d8" providerId="ADAL" clId="{D1A72A01-2EA7-47C6-96EE-B2AAE1A9F84E}" dt="2026-08-23T11:43:59.439" v="313" actId="22"/>
          <ac:spMkLst>
            <pc:docMk/>
            <pc:sldMk cId="3080771843" sldId="357"/>
            <ac:spMk id="456" creationId="{5734AA87-633E-AF94-28CC-167E559D18C6}"/>
          </ac:spMkLst>
        </pc:spChg>
        <pc:spChg chg="add 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463" creationId="{130811D6-72FA-997A-2BA0-021615C9729A}"/>
          </ac:spMkLst>
        </pc:spChg>
        <pc:spChg chg="add">
          <ac:chgData name="김시우" userId="200fc496-c220-4491-9d3d-3b6b8f7302d8" providerId="ADAL" clId="{D1A72A01-2EA7-47C6-96EE-B2AAE1A9F84E}" dt="2026-08-23T11:43:59.439" v="313" actId="22"/>
          <ac:spMkLst>
            <pc:docMk/>
            <pc:sldMk cId="3080771843" sldId="357"/>
            <ac:spMk id="465" creationId="{9E3244CF-5045-32FD-ABCF-E04457E837F5}"/>
          </ac:spMkLst>
        </pc:spChg>
        <pc:spChg chg="add del">
          <ac:chgData name="김시우" userId="200fc496-c220-4491-9d3d-3b6b8f7302d8" providerId="ADAL" clId="{D1A72A01-2EA7-47C6-96EE-B2AAE1A9F84E}" dt="2026-08-23T11:43:59.957" v="314" actId="22"/>
          <ac:spMkLst>
            <pc:docMk/>
            <pc:sldMk cId="3080771843" sldId="357"/>
            <ac:spMk id="467" creationId="{44027BAA-E456-62D7-AAD8-B845D55FB474}"/>
          </ac:spMkLst>
        </pc:spChg>
        <pc:graphicFrameChg chg="del">
          <ac:chgData name="김시우" userId="200fc496-c220-4491-9d3d-3b6b8f7302d8" providerId="ADAL" clId="{D1A72A01-2EA7-47C6-96EE-B2AAE1A9F84E}" dt="2026-08-23T11:43:38.834" v="309" actId="478"/>
          <ac:graphicFrameMkLst>
            <pc:docMk/>
            <pc:sldMk cId="3080771843" sldId="357"/>
            <ac:graphicFrameMk id="6" creationId="{0FE5F48D-E9BF-F000-31B5-8A926B47D566}"/>
          </ac:graphicFrameMkLst>
        </pc:graphicFrameChg>
      </pc:sldChg>
    </pc:docChg>
  </pc:docChgLst>
  <pc:docChgLst>
    <pc:chgData name="Guest User" userId="S::urn:spo:tenantanon#32105ba7-1623-49bf-9634-bcd7e1b8c4d3::" providerId="AD" clId="Web-{BEE30BF1-2331-A3B4-2558-8A3B76FAEC38}"/>
    <pc:docChg chg="modSld">
      <pc:chgData name="Guest User" userId="S::urn:spo:tenantanon#32105ba7-1623-49bf-9634-bcd7e1b8c4d3::" providerId="AD" clId="Web-{BEE30BF1-2331-A3B4-2558-8A3B76FAEC38}" dt="2026-08-23T13:51:57.667" v="13"/>
      <pc:docMkLst>
        <pc:docMk/>
      </pc:docMkLst>
      <pc:sldChg chg="addSp delSp modSp">
        <pc:chgData name="Guest User" userId="S::urn:spo:tenantanon#32105ba7-1623-49bf-9634-bcd7e1b8c4d3::" providerId="AD" clId="Web-{BEE30BF1-2331-A3B4-2558-8A3B76FAEC38}" dt="2026-08-23T13:51:57.667" v="13"/>
        <pc:sldMkLst>
          <pc:docMk/>
          <pc:sldMk cId="0" sldId="265"/>
        </pc:sldMkLst>
        <pc:spChg chg="mod">
          <ac:chgData name="Guest User" userId="S::urn:spo:tenantanon#32105ba7-1623-49bf-9634-bcd7e1b8c4d3::" providerId="AD" clId="Web-{BEE30BF1-2331-A3B4-2558-8A3B76FAEC38}" dt="2026-08-23T13:51:48.151" v="9" actId="20577"/>
          <ac:spMkLst>
            <pc:docMk/>
            <pc:sldMk cId="0" sldId="265"/>
            <ac:spMk id="333" creationId="{00000000-0000-0000-0000-000000000000}"/>
          </ac:spMkLst>
        </pc:spChg>
        <pc:spChg chg="topLvl">
          <ac:chgData name="Guest User" userId="S::urn:spo:tenantanon#32105ba7-1623-49bf-9634-bcd7e1b8c4d3::" providerId="AD" clId="Web-{BEE30BF1-2331-A3B4-2558-8A3B76FAEC38}" dt="2026-08-23T13:51:57.667" v="13"/>
          <ac:spMkLst>
            <pc:docMk/>
            <pc:sldMk cId="0" sldId="265"/>
            <ac:spMk id="338" creationId="{00000000-0000-0000-0000-000000000000}"/>
          </ac:spMkLst>
        </pc:spChg>
        <pc:spChg chg="del topLvl">
          <ac:chgData name="Guest User" userId="S::urn:spo:tenantanon#32105ba7-1623-49bf-9634-bcd7e1b8c4d3::" providerId="AD" clId="Web-{BEE30BF1-2331-A3B4-2558-8A3B76FAEC38}" dt="2026-08-23T13:51:57.667" v="13"/>
          <ac:spMkLst>
            <pc:docMk/>
            <pc:sldMk cId="0" sldId="265"/>
            <ac:spMk id="339" creationId="{00000000-0000-0000-0000-000000000000}"/>
          </ac:spMkLst>
        </pc:spChg>
        <pc:grpChg chg="add del mod">
          <ac:chgData name="Guest User" userId="S::urn:spo:tenantanon#32105ba7-1623-49bf-9634-bcd7e1b8c4d3::" providerId="AD" clId="Web-{BEE30BF1-2331-A3B4-2558-8A3B76FAEC38}" dt="2026-08-23T13:51:57.667" v="13"/>
          <ac:grpSpMkLst>
            <pc:docMk/>
            <pc:sldMk cId="0" sldId="265"/>
            <ac:grpSpMk id="340" creationId="{00000000-0000-0000-0000-000000000000}"/>
          </ac:grpSpMkLst>
        </pc:grpChg>
      </pc:sldChg>
    </pc:docChg>
  </pc:docChgLst>
  <pc:docChgLst>
    <pc:chgData name="김시우" userId="S::alexsiwoo@office.khu.ac.kr::200fc496-c220-4491-9d3d-3b6b8f7302d8" providerId="AD" clId="Web-{464F7370-68F5-725D-F41B-4F40C72C310D}"/>
    <pc:docChg chg="modSld">
      <pc:chgData name="김시우" userId="S::alexsiwoo@office.khu.ac.kr::200fc496-c220-4491-9d3d-3b6b8f7302d8" providerId="AD" clId="Web-{464F7370-68F5-725D-F41B-4F40C72C310D}" dt="2026-08-23T11:54:00.335" v="2"/>
      <pc:docMkLst>
        <pc:docMk/>
      </pc:docMkLst>
      <pc:sldChg chg="delSp">
        <pc:chgData name="김시우" userId="S::alexsiwoo@office.khu.ac.kr::200fc496-c220-4491-9d3d-3b6b8f7302d8" providerId="AD" clId="Web-{464F7370-68F5-725D-F41B-4F40C72C310D}" dt="2026-08-23T11:54:00.335" v="2"/>
        <pc:sldMkLst>
          <pc:docMk/>
          <pc:sldMk cId="2577010708" sldId="353"/>
        </pc:sldMkLst>
        <pc:spChg chg="del">
          <ac:chgData name="김시우" userId="S::alexsiwoo@office.khu.ac.kr::200fc496-c220-4491-9d3d-3b6b8f7302d8" providerId="AD" clId="Web-{464F7370-68F5-725D-F41B-4F40C72C310D}" dt="2026-08-23T11:54:00.335" v="2"/>
          <ac:spMkLst>
            <pc:docMk/>
            <pc:sldMk cId="2577010708" sldId="353"/>
            <ac:spMk id="59" creationId="{539F4B28-A323-DDBA-49F3-82EBAE584334}"/>
          </ac:spMkLst>
        </pc:spChg>
      </pc:sldChg>
      <pc:sldChg chg="delSp">
        <pc:chgData name="김시우" userId="S::alexsiwoo@office.khu.ac.kr::200fc496-c220-4491-9d3d-3b6b8f7302d8" providerId="AD" clId="Web-{464F7370-68F5-725D-F41B-4F40C72C310D}" dt="2026-08-23T11:53:55.741" v="1"/>
        <pc:sldMkLst>
          <pc:docMk/>
          <pc:sldMk cId="3340171236" sldId="356"/>
        </pc:sldMkLst>
        <pc:spChg chg="del">
          <ac:chgData name="김시우" userId="S::alexsiwoo@office.khu.ac.kr::200fc496-c220-4491-9d3d-3b6b8f7302d8" providerId="AD" clId="Web-{464F7370-68F5-725D-F41B-4F40C72C310D}" dt="2026-08-23T11:53:55.741" v="1"/>
          <ac:spMkLst>
            <pc:docMk/>
            <pc:sldMk cId="3340171236" sldId="356"/>
            <ac:spMk id="59" creationId="{65F303FF-8B91-F428-131A-D367402010B0}"/>
          </ac:spMkLst>
        </pc:spChg>
      </pc:sldChg>
      <pc:sldChg chg="delSp">
        <pc:chgData name="김시우" userId="S::alexsiwoo@office.khu.ac.kr::200fc496-c220-4491-9d3d-3b6b8f7302d8" providerId="AD" clId="Web-{464F7370-68F5-725D-F41B-4F40C72C310D}" dt="2026-08-23T11:53:50.444" v="0"/>
        <pc:sldMkLst>
          <pc:docMk/>
          <pc:sldMk cId="3080771843" sldId="357"/>
        </pc:sldMkLst>
        <pc:spChg chg="del">
          <ac:chgData name="김시우" userId="S::alexsiwoo@office.khu.ac.kr::200fc496-c220-4491-9d3d-3b6b8f7302d8" providerId="AD" clId="Web-{464F7370-68F5-725D-F41B-4F40C72C310D}" dt="2026-08-23T11:53:50.444" v="0"/>
          <ac:spMkLst>
            <pc:docMk/>
            <pc:sldMk cId="3080771843" sldId="357"/>
            <ac:spMk id="59" creationId="{2A4BB60F-1A79-41E5-9013-13EDB481C90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87B9F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explosion val="2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BD24-4BDC-B8FE-8FD3A9A3C181}"/>
              </c:ext>
            </c:extLst>
          </c:dPt>
          <c:dPt>
            <c:idx val="1"/>
            <c:bubble3D val="0"/>
            <c:spPr>
              <a:solidFill>
                <a:srgbClr val="126BF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24-4BDC-B8FE-8FD3A9A3C181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BD24-4BDC-B8FE-8FD3A9A3C181}"/>
              </c:ext>
            </c:extLst>
          </c:dPt>
          <c:dPt>
            <c:idx val="3"/>
            <c:bubble3D val="0"/>
            <c:spPr>
              <a:solidFill>
                <a:srgbClr val="126BF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BD24-4BDC-B8FE-8FD3A9A3C181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9-BD24-4BDC-B8FE-8FD3A9A3C181}"/>
              </c:ext>
            </c:extLst>
          </c:dPt>
          <c:dPt>
            <c:idx val="5"/>
            <c:bubble3D val="0"/>
            <c:spPr>
              <a:solidFill>
                <a:srgbClr val="126BF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BD24-4BDC-B8FE-8FD3A9A3C181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D-BD24-4BDC-B8FE-8FD3A9A3C181}"/>
              </c:ext>
            </c:extLst>
          </c:dPt>
          <c:dPt>
            <c:idx val="7"/>
            <c:bubble3D val="0"/>
            <c:spPr>
              <a:solidFill>
                <a:srgbClr val="126BF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BD24-4BDC-B8FE-8FD3A9A3C181}"/>
              </c:ext>
            </c:extLst>
          </c:dPt>
          <c:cat>
            <c:strRef>
              <c:f>Sheet1!$B$1:$I$1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Sheet1!$B$2:$I$2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D24-4BDC-B8FE-8FD3A9A3C1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7795700000000003E-2"/>
          <c:y val="3.9232400000000001E-2"/>
          <c:w val="0.94720400000000005"/>
          <c:h val="0.829362999999999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A사</c:v>
                </c:pt>
              </c:strCache>
            </c:strRef>
          </c:tx>
          <c:spPr>
            <a:solidFill>
              <a:srgbClr val="126BF6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Pretendard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  <c:pt idx="3">
                  <c:v>Product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250</c:v>
                </c:pt>
                <c:pt idx="2">
                  <c:v>320</c:v>
                </c:pt>
                <c:pt idx="3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26-4AB4-8F82-BD1DA76B2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B사</c:v>
                </c:pt>
              </c:strCache>
            </c:strRef>
          </c:tx>
          <c:spPr>
            <a:solidFill>
              <a:srgbClr val="87B9FA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Pretendard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  <c:pt idx="3">
                  <c:v>Product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150</c:v>
                </c:pt>
                <c:pt idx="1">
                  <c:v>200</c:v>
                </c:pt>
                <c:pt idx="2">
                  <c:v>250</c:v>
                </c:pt>
                <c:pt idx="3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26-4AB4-8F82-BD1DA76B2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C사</c:v>
                </c:pt>
              </c:strCache>
            </c:strRef>
          </c:tx>
          <c:spPr>
            <a:solidFill>
              <a:srgbClr val="151F95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Pretendard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  <c:pt idx="3">
                  <c:v>Product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180</c:v>
                </c:pt>
                <c:pt idx="2">
                  <c:v>280</c:v>
                </c:pt>
                <c:pt idx="3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26-4AB4-8F82-BD1DA76B2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retendard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retendard Medium"/>
              </a:defRPr>
            </a:pPr>
            <a:endParaRPr lang="en-US"/>
          </a:p>
        </c:txPr>
        <c:crossAx val="2094734552"/>
        <c:crosses val="autoZero"/>
        <c:crossBetween val="between"/>
        <c:majorUnit val="100"/>
        <c:minorUnit val="50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38463399999999998"/>
          <c:y val="0.94223199999999996"/>
          <c:w val="0.242312"/>
          <c:h val="5.77681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200" b="0" i="0" u="none" strike="noStrike">
              <a:solidFill>
                <a:srgbClr val="595959"/>
              </a:solidFill>
              <a:latin typeface="Pretendard Medium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9389899999999994E-2"/>
          <c:y val="3.9148099999999998E-2"/>
          <c:w val="0.87905999999999995"/>
          <c:h val="0.82072800000000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B사</c:v>
                </c:pt>
              </c:strCache>
            </c:strRef>
          </c:tx>
          <c:spPr>
            <a:solidFill>
              <a:srgbClr val="126BF6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Pretendard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Product 4</c:v>
                </c:pt>
                <c:pt idx="1">
                  <c:v>Product 3</c:v>
                </c:pt>
                <c:pt idx="2">
                  <c:v>Product 2</c:v>
                </c:pt>
                <c:pt idx="3">
                  <c:v>Product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</c:v>
                </c:pt>
                <c:pt idx="1">
                  <c:v>280</c:v>
                </c:pt>
                <c:pt idx="2">
                  <c:v>180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40-44A8-9AFB-1A99E7FDA2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A사</c:v>
                </c:pt>
              </c:strCache>
            </c:strRef>
          </c:tx>
          <c:spPr>
            <a:solidFill>
              <a:srgbClr val="C8C9CE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Pretendard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Product 4</c:v>
                </c:pt>
                <c:pt idx="1">
                  <c:v>Product 3</c:v>
                </c:pt>
                <c:pt idx="2">
                  <c:v>Product 2</c:v>
                </c:pt>
                <c:pt idx="3">
                  <c:v>Product 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250</c:v>
                </c:pt>
                <c:pt idx="2">
                  <c:v>200</c:v>
                </c:pt>
                <c:pt idx="3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40-44A8-9AFB-1A99E7FDA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retendard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high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retendard Medium"/>
              </a:defRPr>
            </a:pPr>
            <a:endParaRPr lang="en-US"/>
          </a:p>
        </c:txPr>
        <c:crossAx val="2094734552"/>
        <c:crosses val="autoZero"/>
        <c:crossBetween val="between"/>
        <c:majorUnit val="70"/>
        <c:minorUnit val="3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41242099999999998"/>
          <c:y val="0.93335400000000002"/>
          <c:w val="0.16919200000000001"/>
          <c:h val="6.6645700000000002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400" b="0" i="0" u="none" strike="noStrike">
              <a:solidFill>
                <a:srgbClr val="595959"/>
              </a:solidFill>
              <a:latin typeface="Pretendard Medium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1.3922199999999999E-2"/>
          <c:y val="3.6793100000000002E-2"/>
          <c:w val="0.98107800000000001"/>
          <c:h val="0.893337000000000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BFBFB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Pretendard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1000</c:v>
                </c:pt>
                <c:pt idx="1">
                  <c:v>1500</c:v>
                </c:pt>
                <c:pt idx="2">
                  <c:v>2000</c:v>
                </c:pt>
                <c:pt idx="3">
                  <c:v>2500</c:v>
                </c:pt>
                <c:pt idx="4">
                  <c:v>2200</c:v>
                </c:pt>
                <c:pt idx="5">
                  <c:v>1800</c:v>
                </c:pt>
                <c:pt idx="6">
                  <c:v>1700</c:v>
                </c:pt>
                <c:pt idx="7">
                  <c:v>2000</c:v>
                </c:pt>
                <c:pt idx="8">
                  <c:v>2100</c:v>
                </c:pt>
                <c:pt idx="9">
                  <c:v>2300</c:v>
                </c:pt>
                <c:pt idx="10">
                  <c:v>1800</c:v>
                </c:pt>
                <c:pt idx="11">
                  <c:v>1700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CD-4679-A515-791BC9DD6A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retendard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 Medium"/>
              </a:defRPr>
            </a:pPr>
            <a:endParaRPr lang="en-US"/>
          </a:p>
        </c:txPr>
        <c:crossAx val="2094734552"/>
        <c:crosses val="autoZero"/>
        <c:crossBetween val="between"/>
        <c:majorUnit val="650"/>
        <c:minorUnit val="3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40EF-497A-80DC-89F4749AF742}"/>
              </c:ext>
            </c:extLst>
          </c:dPt>
          <c:dPt>
            <c:idx val="1"/>
            <c:bubble3D val="0"/>
            <c:spPr>
              <a:solidFill>
                <a:srgbClr val="B4C7E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EF-497A-80DC-89F4749AF742}"/>
              </c:ext>
            </c:extLst>
          </c:dPt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0.89</c:v>
                </c:pt>
                <c:pt idx="1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EF-497A-80DC-89F4749AF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F083-4050-AB90-D06B97465F54}"/>
              </c:ext>
            </c:extLst>
          </c:dPt>
          <c:dPt>
            <c:idx val="1"/>
            <c:bubble3D val="0"/>
            <c:spPr>
              <a:solidFill>
                <a:srgbClr val="B4C7E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83-4050-AB90-D06B97465F54}"/>
              </c:ext>
            </c:extLst>
          </c:dPt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0.71</c:v>
                </c:pt>
                <c:pt idx="1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83-4050-AB90-D06B97465F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B017-4A67-B908-264AB522803B}"/>
              </c:ext>
            </c:extLst>
          </c:dPt>
          <c:dPt>
            <c:idx val="1"/>
            <c:bubble3D val="0"/>
            <c:spPr>
              <a:solidFill>
                <a:srgbClr val="B4C7E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17-4A67-B908-264AB522803B}"/>
              </c:ext>
            </c:extLst>
          </c:dPt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0.36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17-4A67-B908-264AB5228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F327-4F10-8748-B6A55E63D307}"/>
              </c:ext>
            </c:extLst>
          </c:dPt>
          <c:dPt>
            <c:idx val="1"/>
            <c:bubble3D val="0"/>
            <c:spPr>
              <a:solidFill>
                <a:srgbClr val="B4C7E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27-4F10-8748-B6A55E63D307}"/>
              </c:ext>
            </c:extLst>
          </c:dPt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0.52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27-4F10-8748-B6A55E63D3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0866-4BB4-941F-0469154DB906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866-4BB4-941F-0469154DB906}"/>
              </c:ext>
            </c:extLst>
          </c:dPt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0.7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66-4BB4-941F-0469154DB9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87B9F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4ED1-49A2-95DB-533E9BF06E0A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D1-49A2-95DB-533E9BF06E0A}"/>
              </c:ext>
            </c:extLst>
          </c:dPt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0.55000000000000004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D1-49A2-95DB-533E9BF06E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996E-4DD4-BA35-9EC459EEDB60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96E-4DD4-BA35-9EC459EEDB60}"/>
              </c:ext>
            </c:extLst>
          </c:dPt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0.4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96E-4DD4-BA35-9EC459EEDB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9.7019499999999995E-2"/>
          <c:y val="4.3240399999999998E-2"/>
          <c:w val="0.89798"/>
          <c:h val="0.817297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A사</c:v>
                </c:pt>
              </c:strCache>
            </c:strRef>
          </c:tx>
          <c:spPr>
            <a:ln w="28575" cap="rnd">
              <a:solidFill>
                <a:srgbClr val="126BF6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rgbClr val="126BF6"/>
              </a:solidFill>
              <a:ln w="12700" cap="flat">
                <a:noFill/>
                <a:miter lim="400000"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1250</c:v>
                </c:pt>
                <c:pt idx="2">
                  <c:v>1400</c:v>
                </c:pt>
                <c:pt idx="3">
                  <c:v>2500</c:v>
                </c:pt>
                <c:pt idx="4">
                  <c:v>3000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EA-439E-A0E8-AA4E664CD0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B사</c:v>
                </c:pt>
              </c:strCache>
            </c:strRef>
          </c:tx>
          <c:spPr>
            <a:ln w="28575" cap="rnd">
              <a:solidFill>
                <a:srgbClr val="F55F62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rgbClr val="F55F62"/>
              </a:solidFill>
              <a:ln w="12700" cap="flat">
                <a:noFill/>
                <a:miter lim="400000"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1000</c:v>
                </c:pt>
                <c:pt idx="1">
                  <c:v>1500</c:v>
                </c:pt>
                <c:pt idx="2">
                  <c:v>2400</c:v>
                </c:pt>
                <c:pt idx="3">
                  <c:v>3200</c:v>
                </c:pt>
                <c:pt idx="4">
                  <c:v>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EA-439E-A0E8-AA4E664CD0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C사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chemeClr val="accent4"/>
              </a:solidFill>
              <a:ln w="12700" cap="flat">
                <a:noFill/>
                <a:miter lim="400000"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2500</c:v>
                </c:pt>
                <c:pt idx="3">
                  <c:v>4000</c:v>
                </c:pt>
                <c:pt idx="4">
                  <c:v>4500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EA-439E-A0E8-AA4E664CD0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KoPubWorld돋움체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KoPubWorld돋움체 Medium"/>
              </a:defRPr>
            </a:pPr>
            <a:endParaRPr lang="en-US"/>
          </a:p>
        </c:txPr>
        <c:crossAx val="2094734552"/>
        <c:crosses val="autoZero"/>
        <c:crossBetween val="between"/>
        <c:majorUnit val="1250"/>
        <c:minorUnit val="62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30362800000000001"/>
          <c:y val="0.94169800000000004"/>
          <c:w val="0.40861199999999998"/>
          <c:h val="5.8302300000000001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100" b="0" i="0" u="none" strike="noStrike">
              <a:solidFill>
                <a:srgbClr val="595959"/>
              </a:solidFill>
              <a:latin typeface="KoPubWorld돋움체 Medium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DE3C-41CC-8C10-D23758BA2D5C}"/>
              </c:ext>
            </c:extLst>
          </c:dPt>
          <c:dPt>
            <c:idx val="1"/>
            <c:bubble3D val="0"/>
            <c:spPr>
              <a:solidFill>
                <a:srgbClr val="E2E8E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E3C-41CC-8C10-D23758BA2D5C}"/>
              </c:ext>
            </c:extLst>
          </c:dPt>
          <c:cat>
            <c:strRef>
              <c:f>Sheet1!$B$1:$C$1</c:f>
              <c:strCache>
                <c:ptCount val="2"/>
                <c:pt idx="0">
                  <c:v>value1</c:v>
                </c:pt>
                <c:pt idx="1">
                  <c:v>value2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0.55000000000000004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3C-41CC-8C10-D23758BA2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9EF5-4E30-AA4B-B73EAED4D5C5}"/>
              </c:ext>
            </c:extLst>
          </c:dPt>
          <c:dPt>
            <c:idx val="1"/>
            <c:bubble3D val="0"/>
            <c:spPr>
              <a:solidFill>
                <a:srgbClr val="E2E8E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EF5-4E30-AA4B-B73EAED4D5C5}"/>
              </c:ext>
            </c:extLst>
          </c:dPt>
          <c:cat>
            <c:strRef>
              <c:f>Sheet1!$B$1:$C$1</c:f>
              <c:strCache>
                <c:ptCount val="2"/>
                <c:pt idx="0">
                  <c:v>value1</c:v>
                </c:pt>
                <c:pt idx="1">
                  <c:v>value2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F5-4E30-AA4B-B73EAED4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6BF6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C370-4005-BF39-168966B222FE}"/>
              </c:ext>
            </c:extLst>
          </c:dPt>
          <c:dPt>
            <c:idx val="1"/>
            <c:bubble3D val="0"/>
            <c:spPr>
              <a:solidFill>
                <a:srgbClr val="E2E8E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370-4005-BF39-168966B222FE}"/>
              </c:ext>
            </c:extLst>
          </c:dPt>
          <c:cat>
            <c:strRef>
              <c:f>Sheet1!$B$1:$C$1</c:f>
              <c:strCache>
                <c:ptCount val="2"/>
                <c:pt idx="0">
                  <c:v>value1</c:v>
                </c:pt>
                <c:pt idx="1">
                  <c:v>value2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0.45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370-4005-BF39-168966B222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구분</c:v>
                </c:pt>
              </c:strCache>
            </c:strRef>
          </c:tx>
          <c:spPr>
            <a:solidFill>
              <a:srgbClr val="126BF6"/>
            </a:solidFill>
            <a:ln w="12700" cap="flat">
              <a:noFill/>
              <a:miter lim="400000"/>
            </a:ln>
            <a:effectLst/>
          </c:spPr>
          <c:explosion val="2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81D0-4DC2-A453-64CD63692F5C}"/>
              </c:ext>
            </c:extLst>
          </c:dPt>
          <c:dPt>
            <c:idx val="1"/>
            <c:bubble3D val="0"/>
            <c:explosion val="0"/>
            <c:spPr>
              <a:solidFill>
                <a:srgbClr val="87B9F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D0-4DC2-A453-64CD63692F5C}"/>
              </c:ext>
            </c:extLst>
          </c:dPt>
          <c:cat>
            <c:strRef>
              <c:f>Sheet1!$B$1:$C$1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D0-4DC2-A453-64CD63692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 Medium"/>
              </a:defRPr>
            </a:pPr>
            <a:r>
              <a:rPr lang="ko-KR" altLang="en-US" sz="1000" b="0" i="0" u="none" strike="noStrike">
                <a:solidFill>
                  <a:srgbClr val="000000"/>
                </a:solidFill>
                <a:latin typeface="Pretendard Medium"/>
              </a:rPr>
              <a:t>계열 </a:t>
            </a:r>
            <a:r>
              <a:rPr lang="en-US" altLang="ko-KR" sz="1000" b="0" i="0" u="none" strike="noStrike">
                <a:solidFill>
                  <a:srgbClr val="000000"/>
                </a:solidFill>
                <a:latin typeface="Pretendard Medium"/>
              </a:rPr>
              <a:t>1</a:t>
            </a:r>
          </a:p>
        </c:rich>
      </c:tx>
      <c:layout>
        <c:manualLayout>
          <c:xMode val="edge"/>
          <c:yMode val="edge"/>
          <c:x val="0.46745700000000001"/>
          <c:y val="0"/>
          <c:w val="6.5087000000000006E-2"/>
          <c:h val="4.1930200000000001E-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3.09708E-2"/>
          <c:y val="4.1930200000000001E-2"/>
          <c:w val="0.96402900000000002"/>
          <c:h val="0.87249500000000002"/>
        </c:manualLayout>
      </c:layout>
      <c:barChart>
        <c:barDir val="col"/>
        <c:grouping val="clustered"/>
        <c:varyColors val="0"/>
        <c:ser>
          <c:idx val="0"/>
          <c:order val="0"/>
          <c:tx>
            <c:v>계열 1</c:v>
          </c:tx>
          <c:spPr>
            <a:solidFill>
              <a:srgbClr val="BFBFBF"/>
            </a:solidFill>
            <a:ln w="12700" cap="flat">
              <a:noFill/>
              <a:miter lim="400000"/>
            </a:ln>
            <a:effectLst/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1270-41F8-B378-DD6FFB77875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1270-41F8-B378-DD6FFB778758}"/>
              </c:ext>
            </c:extLst>
          </c:dPt>
          <c:dPt>
            <c:idx val="2"/>
            <c:invertIfNegative val="1"/>
            <c:bubble3D val="0"/>
            <c:spPr>
              <a:solidFill>
                <a:srgbClr val="126BF6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1270-41F8-B378-DD6FFB77875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1270-41F8-B378-DD6FFB778758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1270-41F8-B378-DD6FFB778758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1270-41F8-B378-DD6FFB778758}"/>
              </c:ext>
            </c:extLst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404040"/>
                      </a:solidFill>
                      <a:latin typeface="Pretendard Medium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270-41F8-B378-DD6FFB778758}"/>
                </c:ext>
              </c:extLst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404040"/>
                      </a:solidFill>
                      <a:latin typeface="Pretendard Medium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270-41F8-B378-DD6FFB778758}"/>
                </c:ext>
              </c:extLst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404040"/>
                      </a:solidFill>
                      <a:latin typeface="Pretendard Medium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1270-41F8-B378-DD6FFB778758}"/>
                </c:ext>
              </c:extLst>
            </c:dLbl>
            <c:dLbl>
              <c:idx val="3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404040"/>
                      </a:solidFill>
                      <a:latin typeface="Pretendard Medium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1270-41F8-B378-DD6FFB778758}"/>
                </c:ext>
              </c:extLst>
            </c:dLbl>
            <c:dLbl>
              <c:idx val="4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404040"/>
                      </a:solidFill>
                      <a:latin typeface="Pretendard Medium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270-41F8-B378-DD6FFB778758}"/>
                </c:ext>
              </c:extLst>
            </c:dLbl>
            <c:dLbl>
              <c:idx val="5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404040"/>
                      </a:solidFill>
                      <a:latin typeface="Pretendard Medium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1270-41F8-B378-DD6FFB778758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Pretendard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10대</c:v>
              </c:pt>
              <c:pt idx="1">
                <c:v>20대</c:v>
              </c:pt>
              <c:pt idx="2">
                <c:v>30대</c:v>
              </c:pt>
              <c:pt idx="3">
                <c:v>40대</c:v>
              </c:pt>
              <c:pt idx="4">
                <c:v>50대</c:v>
              </c:pt>
              <c:pt idx="5">
                <c:v>60대</c:v>
              </c:pt>
            </c:strLit>
          </c:cat>
          <c:val>
            <c:numLit>
              <c:formatCode>General</c:formatCode>
              <c:ptCount val="6"/>
              <c:pt idx="0">
                <c:v>2000</c:v>
              </c:pt>
              <c:pt idx="1">
                <c:v>3000</c:v>
              </c:pt>
              <c:pt idx="2">
                <c:v>4000</c:v>
              </c:pt>
              <c:pt idx="3">
                <c:v>3000</c:v>
              </c:pt>
              <c:pt idx="4">
                <c:v>1200</c:v>
              </c:pt>
              <c:pt idx="5">
                <c:v>500</c:v>
              </c:pt>
            </c:numLit>
          </c:val>
          <c:extLst>
            <c:ext xmlns:c16="http://schemas.microsoft.com/office/drawing/2014/chart" uri="{C3380CC4-5D6E-409C-BE32-E72D297353CC}">
              <c16:uniqueId val="{0000000C-1270-41F8-B378-DD6FFB7787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retendard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 Medium"/>
              </a:defRPr>
            </a:pPr>
            <a:endParaRPr lang="en-US"/>
          </a:p>
        </c:txPr>
        <c:crossAx val="2094734552"/>
        <c:crosses val="autoZero"/>
        <c:crossBetween val="between"/>
        <c:majorUnit val="1000"/>
        <c:minorUnit val="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6894099999999996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구분</c:v>
                </c:pt>
              </c:strCache>
            </c:strRef>
          </c:tx>
          <c:spPr>
            <a:solidFill>
              <a:srgbClr val="126BF6"/>
            </a:solidFill>
            <a:ln w="12700" cap="flat">
              <a:noFill/>
              <a:miter lim="400000"/>
            </a:ln>
            <a:effectLst/>
          </c:spPr>
          <c:explosion val="2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D37D-43B6-BD70-0604F871890C}"/>
              </c:ext>
            </c:extLst>
          </c:dPt>
          <c:dPt>
            <c:idx val="1"/>
            <c:bubble3D val="0"/>
            <c:explosion val="0"/>
            <c:spPr>
              <a:solidFill>
                <a:srgbClr val="87B9F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D37D-43B6-BD70-0604F871890C}"/>
              </c:ext>
            </c:extLst>
          </c:dPt>
          <c:cat>
            <c:strRef>
              <c:f>Sheet1!$B$1:$C$1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7D-43B6-BD70-0604F87189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25221700000000002"/>
          <c:y val="0.92822099999999996"/>
          <c:w val="0.49556600000000001"/>
          <c:h val="7.1779300000000004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100" b="0" i="0" u="none" strike="noStrike">
              <a:solidFill>
                <a:srgbClr val="595959"/>
              </a:solidFill>
              <a:latin typeface="Pretendard Medium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" name="Shape 10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Pretendard SemiBold"/>
      </a:defRPr>
    </a:lvl1pPr>
    <a:lvl2pPr indent="228600" latinLnBrk="0">
      <a:defRPr sz="1200">
        <a:latin typeface="+mj-lt"/>
        <a:ea typeface="+mj-ea"/>
        <a:cs typeface="+mj-cs"/>
        <a:sym typeface="Pretendard SemiBold"/>
      </a:defRPr>
    </a:lvl2pPr>
    <a:lvl3pPr indent="457200" latinLnBrk="0">
      <a:defRPr sz="1200">
        <a:latin typeface="+mj-lt"/>
        <a:ea typeface="+mj-ea"/>
        <a:cs typeface="+mj-cs"/>
        <a:sym typeface="Pretendard SemiBold"/>
      </a:defRPr>
    </a:lvl3pPr>
    <a:lvl4pPr indent="685800" latinLnBrk="0">
      <a:defRPr sz="1200">
        <a:latin typeface="+mj-lt"/>
        <a:ea typeface="+mj-ea"/>
        <a:cs typeface="+mj-cs"/>
        <a:sym typeface="Pretendard SemiBold"/>
      </a:defRPr>
    </a:lvl4pPr>
    <a:lvl5pPr indent="914400" latinLnBrk="0">
      <a:defRPr sz="1200">
        <a:latin typeface="+mj-lt"/>
        <a:ea typeface="+mj-ea"/>
        <a:cs typeface="+mj-cs"/>
        <a:sym typeface="Pretendard SemiBold"/>
      </a:defRPr>
    </a:lvl5pPr>
    <a:lvl6pPr indent="1143000" latinLnBrk="0">
      <a:defRPr sz="1200">
        <a:latin typeface="+mj-lt"/>
        <a:ea typeface="+mj-ea"/>
        <a:cs typeface="+mj-cs"/>
        <a:sym typeface="Pretendard SemiBold"/>
      </a:defRPr>
    </a:lvl6pPr>
    <a:lvl7pPr indent="1371600" latinLnBrk="0">
      <a:defRPr sz="1200">
        <a:latin typeface="+mj-lt"/>
        <a:ea typeface="+mj-ea"/>
        <a:cs typeface="+mj-cs"/>
        <a:sym typeface="Pretendard SemiBold"/>
      </a:defRPr>
    </a:lvl7pPr>
    <a:lvl8pPr indent="1600200" latinLnBrk="0">
      <a:defRPr sz="1200">
        <a:latin typeface="+mj-lt"/>
        <a:ea typeface="+mj-ea"/>
        <a:cs typeface="+mj-cs"/>
        <a:sym typeface="Pretendard SemiBold"/>
      </a:defRPr>
    </a:lvl8pPr>
    <a:lvl9pPr indent="1828800" latinLnBrk="0">
      <a:defRPr sz="1200">
        <a:latin typeface="+mj-lt"/>
        <a:ea typeface="+mj-ea"/>
        <a:cs typeface="+mj-cs"/>
        <a:sym typeface="Pretendard Semi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icture Placeholder 28"/>
          <p:cNvSpPr>
            <a:spLocks noGrp="1"/>
          </p:cNvSpPr>
          <p:nvPr>
            <p:ph type="pic" sz="quarter" idx="21"/>
          </p:nvPr>
        </p:nvSpPr>
        <p:spPr>
          <a:xfrm>
            <a:off x="1535766" y="1534159"/>
            <a:ext cx="2045635" cy="4424953"/>
          </a:xfrm>
          <a:prstGeom prst="rect">
            <a:avLst/>
          </a:prstGeom>
          <a:ln w="6350">
            <a:solidFill>
              <a:srgbClr val="000000"/>
            </a:solidFill>
            <a:round/>
          </a:ln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텍스트 개체 틀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1" name="그림 개체 틀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image" Target="../media/image3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hart" Target="../charts/char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hart" Target="../charts/chart1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s://noonnu.cc/" TargetMode="Externa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1"/>
          <p:cNvSpPr/>
          <p:nvPr/>
        </p:nvSpPr>
        <p:spPr>
          <a:xfrm>
            <a:off x="99391" y="0"/>
            <a:ext cx="12192001" cy="6858000"/>
          </a:xfrm>
          <a:prstGeom prst="rect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" name="자유형: 도형 4"/>
          <p:cNvSpPr/>
          <p:nvPr/>
        </p:nvSpPr>
        <p:spPr>
          <a:xfrm rot="18845303">
            <a:off x="-1234940" y="-1041778"/>
            <a:ext cx="8620367" cy="9755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43" y="0"/>
                </a:moveTo>
                <a:lnTo>
                  <a:pt x="21600" y="8444"/>
                </a:lnTo>
                <a:lnTo>
                  <a:pt x="21600" y="16218"/>
                </a:lnTo>
                <a:cubicBezTo>
                  <a:pt x="21600" y="19190"/>
                  <a:pt x="18873" y="21600"/>
                  <a:pt x="15509" y="21600"/>
                </a:cubicBezTo>
                <a:lnTo>
                  <a:pt x="12098" y="21600"/>
                </a:lnTo>
                <a:lnTo>
                  <a:pt x="0" y="10565"/>
                </a:lnTo>
                <a:close/>
              </a:path>
            </a:pathLst>
          </a:custGeom>
          <a:gradFill>
            <a:gsLst>
              <a:gs pos="27000">
                <a:srgbClr val="131B6C"/>
              </a:gs>
              <a:gs pos="100000">
                <a:srgbClr val="126BF6"/>
              </a:gs>
            </a:gsLst>
            <a:lin ang="5400000"/>
          </a:gradFill>
          <a:ln w="12700">
            <a:miter lim="400000"/>
          </a:ln>
          <a:effectLst>
            <a:outerShdw blurRad="609600" dist="38100" dir="2700000" rotWithShape="0">
              <a:srgbClr val="000000">
                <a:alpha val="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TextBox 6"/>
          <p:cNvSpPr txBox="1"/>
          <p:nvPr/>
        </p:nvSpPr>
        <p:spPr>
          <a:xfrm>
            <a:off x="870864" y="2745834"/>
            <a:ext cx="6471310" cy="1247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lvl1pPr>
          </a:lstStyle>
          <a:p>
            <a:r>
              <a:t>STEAM 사용자 맞춤형 VALUE SCORE 기반 게임 추천 시스템</a:t>
            </a:r>
          </a:p>
        </p:txBody>
      </p:sp>
      <p:sp>
        <p:nvSpPr>
          <p:cNvPr id="105" name="Rounded Rectangle"/>
          <p:cNvSpPr/>
          <p:nvPr/>
        </p:nvSpPr>
        <p:spPr>
          <a:xfrm>
            <a:off x="860129" y="4197593"/>
            <a:ext cx="5249502" cy="596458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" name="6조 | 김시우, 김정엽, 박현빈, 윤재민, 이가윤, 이지민"/>
          <p:cNvSpPr txBox="1"/>
          <p:nvPr/>
        </p:nvSpPr>
        <p:spPr>
          <a:xfrm>
            <a:off x="928057" y="3893382"/>
            <a:ext cx="4580245" cy="1247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/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r>
              <a:t>6조 | 김시우, 김정엽, 박현빈, 윤재민, 이가윤, 이지민</a:t>
            </a:r>
          </a:p>
        </p:txBody>
      </p:sp>
      <p:sp>
        <p:nvSpPr>
          <p:cNvPr id="107" name="TextBox 9"/>
          <p:cNvSpPr txBox="1"/>
          <p:nvPr/>
        </p:nvSpPr>
        <p:spPr>
          <a:xfrm>
            <a:off x="908884" y="2110120"/>
            <a:ext cx="3235508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65C9CA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입력하십시오.</a:t>
            </a:r>
          </a:p>
        </p:txBody>
      </p:sp>
      <p:sp>
        <p:nvSpPr>
          <p:cNvPr id="108" name="자유형: 도형 12"/>
          <p:cNvSpPr/>
          <p:nvPr/>
        </p:nvSpPr>
        <p:spPr>
          <a:xfrm rot="19534808">
            <a:off x="9473335" y="2371922"/>
            <a:ext cx="4241191" cy="3818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34"/>
                </a:moveTo>
                <a:lnTo>
                  <a:pt x="8418" y="21600"/>
                </a:lnTo>
                <a:lnTo>
                  <a:pt x="7807" y="21496"/>
                </a:lnTo>
                <a:cubicBezTo>
                  <a:pt x="3351" y="20484"/>
                  <a:pt x="0" y="16106"/>
                  <a:pt x="0" y="10859"/>
                </a:cubicBezTo>
                <a:cubicBezTo>
                  <a:pt x="0" y="4862"/>
                  <a:pt x="4377" y="0"/>
                  <a:pt x="9777" y="0"/>
                </a:cubicBezTo>
                <a:lnTo>
                  <a:pt x="19582" y="0"/>
                </a:lnTo>
                <a:cubicBezTo>
                  <a:pt x="20256" y="0"/>
                  <a:pt x="20915" y="76"/>
                  <a:pt x="21552" y="221"/>
                </a:cubicBezTo>
                <a:close/>
              </a:path>
            </a:pathLst>
          </a:custGeom>
          <a:gradFill>
            <a:gsLst>
              <a:gs pos="27000">
                <a:srgbClr val="131B6C"/>
              </a:gs>
              <a:gs pos="100000">
                <a:srgbClr val="126BF6"/>
              </a:gs>
            </a:gsLst>
            <a:lin ang="10800000"/>
          </a:gradFill>
          <a:ln w="12700">
            <a:miter lim="400000"/>
          </a:ln>
          <a:effectLst>
            <a:outerShdw blurRad="266700" dist="38100" dir="2700000" rotWithShape="0">
              <a:srgbClr val="000000">
                <a:alpha val="11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사각형: 둥근 모서리 14"/>
          <p:cNvSpPr/>
          <p:nvPr/>
        </p:nvSpPr>
        <p:spPr>
          <a:xfrm>
            <a:off x="9577751" y="531845"/>
            <a:ext cx="1184429" cy="1170388"/>
          </a:xfrm>
          <a:prstGeom prst="roundRect">
            <a:avLst>
              <a:gd name="adj" fmla="val 50000"/>
            </a:avLst>
          </a:prstGeom>
          <a:gradFill>
            <a:gsLst>
              <a:gs pos="25000">
                <a:srgbClr val="131B6C"/>
              </a:gs>
              <a:gs pos="100000">
                <a:srgbClr val="126BF6">
                  <a:alpha val="36000"/>
                </a:srgbClr>
              </a:gs>
            </a:gsLst>
            <a:lin ang="8100000"/>
          </a:gradFill>
          <a:ln w="12700">
            <a:miter lim="400000"/>
          </a:ln>
          <a:effectLst>
            <a:outerShdw blurRad="660400" dist="38100" rotWithShape="0">
              <a:srgbClr val="000000">
                <a:alpha val="1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0" name="그림 2" descr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3" y="1088576"/>
            <a:ext cx="3177064" cy="8379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직사각형 1"/>
          <p:cNvSpPr/>
          <p:nvPr/>
        </p:nvSpPr>
        <p:spPr>
          <a:xfrm>
            <a:off x="-1" y="0"/>
            <a:ext cx="2465410" cy="6858000"/>
          </a:xfrm>
          <a:prstGeom prst="rect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13" name="TextBox 2"/>
          <p:cNvSpPr txBox="1"/>
          <p:nvPr/>
        </p:nvSpPr>
        <p:spPr>
          <a:xfrm>
            <a:off x="6586049" y="1532839"/>
            <a:ext cx="49700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14" name="TextBox 22"/>
          <p:cNvSpPr txBox="1"/>
          <p:nvPr/>
        </p:nvSpPr>
        <p:spPr>
          <a:xfrm>
            <a:off x="7394843" y="1594394"/>
            <a:ext cx="269053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26BF6"/>
                </a:solidFill>
              </a:defRPr>
            </a:lvl1pPr>
          </a:lstStyle>
          <a:p>
            <a:r>
              <a:t>개요</a:t>
            </a:r>
          </a:p>
        </p:txBody>
      </p:sp>
      <p:sp>
        <p:nvSpPr>
          <p:cNvPr id="115" name="TextBox 26"/>
          <p:cNvSpPr txBox="1"/>
          <p:nvPr/>
        </p:nvSpPr>
        <p:spPr>
          <a:xfrm>
            <a:off x="7394843" y="1960769"/>
            <a:ext cx="370361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주제 선정 이유 및 문제 의식</a:t>
            </a:r>
          </a:p>
        </p:txBody>
      </p:sp>
      <p:sp>
        <p:nvSpPr>
          <p:cNvPr id="116" name="TextBox 28"/>
          <p:cNvSpPr txBox="1"/>
          <p:nvPr/>
        </p:nvSpPr>
        <p:spPr>
          <a:xfrm>
            <a:off x="6586049" y="2570391"/>
            <a:ext cx="56028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17" name="TextBox 29"/>
          <p:cNvSpPr txBox="1"/>
          <p:nvPr/>
        </p:nvSpPr>
        <p:spPr>
          <a:xfrm>
            <a:off x="7394843" y="2631946"/>
            <a:ext cx="2690536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26BF6"/>
                </a:solidFill>
              </a:defRPr>
            </a:lvl1pPr>
          </a:lstStyle>
          <a:p>
            <a:r>
              <a:t>데이터 처리</a:t>
            </a:r>
          </a:p>
        </p:txBody>
      </p:sp>
      <p:sp>
        <p:nvSpPr>
          <p:cNvPr id="118" name="TextBox 30"/>
          <p:cNvSpPr txBox="1"/>
          <p:nvPr/>
        </p:nvSpPr>
        <p:spPr>
          <a:xfrm>
            <a:off x="7394843" y="2998321"/>
            <a:ext cx="370361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데이터 수집 및 전처리</a:t>
            </a:r>
          </a:p>
        </p:txBody>
      </p:sp>
      <p:sp>
        <p:nvSpPr>
          <p:cNvPr id="119" name="TextBox 31"/>
          <p:cNvSpPr txBox="1"/>
          <p:nvPr/>
        </p:nvSpPr>
        <p:spPr>
          <a:xfrm>
            <a:off x="6586049" y="3610918"/>
            <a:ext cx="56028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20" name="TextBox 32"/>
          <p:cNvSpPr txBox="1"/>
          <p:nvPr/>
        </p:nvSpPr>
        <p:spPr>
          <a:xfrm>
            <a:off x="7394843" y="3672473"/>
            <a:ext cx="269053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26BF6"/>
                </a:solidFill>
              </a:defRPr>
            </a:lvl1pPr>
          </a:lstStyle>
          <a:p>
            <a:r>
              <a:t>모델링</a:t>
            </a:r>
          </a:p>
        </p:txBody>
      </p:sp>
      <p:sp>
        <p:nvSpPr>
          <p:cNvPr id="121" name="TextBox 33"/>
          <p:cNvSpPr txBox="1"/>
          <p:nvPr/>
        </p:nvSpPr>
        <p:spPr>
          <a:xfrm>
            <a:off x="7394843" y="4038848"/>
            <a:ext cx="370361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모델링 과정 및 평가 방법</a:t>
            </a:r>
          </a:p>
        </p:txBody>
      </p:sp>
      <p:sp>
        <p:nvSpPr>
          <p:cNvPr id="122" name="TextBox 34"/>
          <p:cNvSpPr txBox="1"/>
          <p:nvPr/>
        </p:nvSpPr>
        <p:spPr>
          <a:xfrm>
            <a:off x="6586049" y="4589890"/>
            <a:ext cx="56028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123" name="TextBox 35"/>
          <p:cNvSpPr txBox="1"/>
          <p:nvPr/>
        </p:nvSpPr>
        <p:spPr>
          <a:xfrm>
            <a:off x="7394843" y="4651445"/>
            <a:ext cx="269053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26BF6"/>
                </a:solidFill>
              </a:defRPr>
            </a:lvl1pPr>
          </a:lstStyle>
          <a:p>
            <a:r>
              <a:t>결론</a:t>
            </a:r>
          </a:p>
        </p:txBody>
      </p:sp>
      <p:sp>
        <p:nvSpPr>
          <p:cNvPr id="124" name="TextBox 36"/>
          <p:cNvSpPr txBox="1"/>
          <p:nvPr/>
        </p:nvSpPr>
        <p:spPr>
          <a:xfrm>
            <a:off x="7394843" y="5017820"/>
            <a:ext cx="370361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모델링 결과 및 기대 효과</a:t>
            </a:r>
          </a:p>
        </p:txBody>
      </p:sp>
      <p:sp>
        <p:nvSpPr>
          <p:cNvPr id="125" name="자유형: 도형 6"/>
          <p:cNvSpPr/>
          <p:nvPr/>
        </p:nvSpPr>
        <p:spPr>
          <a:xfrm rot="2065192" flipH="1">
            <a:off x="-1172751" y="3010953"/>
            <a:ext cx="3483968" cy="3137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34"/>
                </a:moveTo>
                <a:lnTo>
                  <a:pt x="8418" y="21600"/>
                </a:lnTo>
                <a:lnTo>
                  <a:pt x="7807" y="21496"/>
                </a:lnTo>
                <a:cubicBezTo>
                  <a:pt x="3351" y="20484"/>
                  <a:pt x="0" y="16106"/>
                  <a:pt x="0" y="10859"/>
                </a:cubicBezTo>
                <a:cubicBezTo>
                  <a:pt x="0" y="4862"/>
                  <a:pt x="4377" y="0"/>
                  <a:pt x="9777" y="0"/>
                </a:cubicBezTo>
                <a:lnTo>
                  <a:pt x="19582" y="0"/>
                </a:lnTo>
                <a:cubicBezTo>
                  <a:pt x="20256" y="0"/>
                  <a:pt x="20915" y="76"/>
                  <a:pt x="21552" y="221"/>
                </a:cubicBezTo>
                <a:close/>
              </a:path>
            </a:pathLst>
          </a:custGeom>
          <a:gradFill>
            <a:gsLst>
              <a:gs pos="27000">
                <a:srgbClr val="131B6C"/>
              </a:gs>
              <a:gs pos="100000">
                <a:srgbClr val="126BF6"/>
              </a:gs>
            </a:gsLst>
            <a:lin ang="10800000"/>
          </a:gradFill>
          <a:ln w="12700">
            <a:miter lim="400000"/>
          </a:ln>
          <a:effectLst>
            <a:outerShdw blurRad="266700" dist="38100" dir="2700000" rotWithShape="0">
              <a:srgbClr val="000000">
                <a:alpha val="11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6" name="직선 연결선 13"/>
          <p:cNvSpPr/>
          <p:nvPr/>
        </p:nvSpPr>
        <p:spPr>
          <a:xfrm>
            <a:off x="988194" y="3589087"/>
            <a:ext cx="361616" cy="400887"/>
          </a:xfrm>
          <a:prstGeom prst="line">
            <a:avLst/>
          </a:prstGeom>
          <a:ln w="635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TextBox 15"/>
          <p:cNvSpPr txBox="1"/>
          <p:nvPr/>
        </p:nvSpPr>
        <p:spPr>
          <a:xfrm>
            <a:off x="1223513" y="3425754"/>
            <a:ext cx="2501177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Cont</a:t>
            </a:r>
            <a:r>
              <a:rPr>
                <a:solidFill>
                  <a:srgbClr val="126BF6"/>
                </a:solidFill>
              </a:rPr>
              <a:t>ents</a:t>
            </a:r>
          </a:p>
        </p:txBody>
      </p:sp>
      <p:sp>
        <p:nvSpPr>
          <p:cNvPr id="128" name="직선 연결선 16"/>
          <p:cNvSpPr/>
          <p:nvPr/>
        </p:nvSpPr>
        <p:spPr>
          <a:xfrm>
            <a:off x="3459112" y="3589087"/>
            <a:ext cx="361615" cy="400887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사각형: 둥근 모서리 7"/>
          <p:cNvSpPr/>
          <p:nvPr/>
        </p:nvSpPr>
        <p:spPr>
          <a:xfrm>
            <a:off x="1556772" y="2300907"/>
            <a:ext cx="642284" cy="634670"/>
          </a:xfrm>
          <a:prstGeom prst="roundRect">
            <a:avLst>
              <a:gd name="adj" fmla="val 50000"/>
            </a:avLst>
          </a:prstGeom>
          <a:gradFill>
            <a:gsLst>
              <a:gs pos="25000">
                <a:srgbClr val="131B6C"/>
              </a:gs>
              <a:gs pos="100000">
                <a:srgbClr val="126BF6">
                  <a:alpha val="36000"/>
                </a:srgbClr>
              </a:gs>
            </a:gsLst>
            <a:lin ang="8100000"/>
          </a:gradFill>
          <a:ln w="12700">
            <a:miter lim="400000"/>
          </a:ln>
          <a:effectLst>
            <a:outerShdw blurRad="660400" dist="38100" rotWithShape="0">
              <a:srgbClr val="000000">
                <a:alpha val="1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0" name="그림 3" descr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Box 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34" name="그림 5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3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3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" name="TextBox 5"/>
          <p:cNvSpPr txBox="1"/>
          <p:nvPr/>
        </p:nvSpPr>
        <p:spPr>
          <a:xfrm>
            <a:off x="523358" y="615795"/>
            <a:ext cx="617904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Contents</a:t>
            </a:r>
          </a:p>
        </p:txBody>
      </p:sp>
      <p:sp>
        <p:nvSpPr>
          <p:cNvPr id="13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개요</a:t>
            </a:r>
          </a:p>
        </p:txBody>
      </p:sp>
      <p:sp>
        <p:nvSpPr>
          <p:cNvPr id="13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타원 1"/>
          <p:cNvSpPr/>
          <p:nvPr/>
        </p:nvSpPr>
        <p:spPr>
          <a:xfrm>
            <a:off x="3879029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1" name="타원 4"/>
          <p:cNvSpPr/>
          <p:nvPr/>
        </p:nvSpPr>
        <p:spPr>
          <a:xfrm>
            <a:off x="6699032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2" name="타원 9"/>
          <p:cNvSpPr/>
          <p:nvPr/>
        </p:nvSpPr>
        <p:spPr>
          <a:xfrm>
            <a:off x="1221251" y="2740391"/>
            <a:ext cx="1714109" cy="171410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3" name="타원 10"/>
          <p:cNvSpPr/>
          <p:nvPr/>
        </p:nvSpPr>
        <p:spPr>
          <a:xfrm>
            <a:off x="9267860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4" name="Oval 48"/>
          <p:cNvSpPr/>
          <p:nvPr/>
        </p:nvSpPr>
        <p:spPr>
          <a:xfrm rot="16200000">
            <a:off x="3244981" y="3501732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145" name="Freeform 49"/>
          <p:cNvSpPr/>
          <p:nvPr/>
        </p:nvSpPr>
        <p:spPr>
          <a:xfrm rot="16200000">
            <a:off x="3297077" y="3587586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146" name="Oval 48"/>
          <p:cNvSpPr/>
          <p:nvPr/>
        </p:nvSpPr>
        <p:spPr>
          <a:xfrm rot="16200000">
            <a:off x="5916302" y="3501733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147" name="Freeform 49"/>
          <p:cNvSpPr/>
          <p:nvPr/>
        </p:nvSpPr>
        <p:spPr>
          <a:xfrm rot="16200000">
            <a:off x="5968398" y="3587588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148" name="Oval 48"/>
          <p:cNvSpPr/>
          <p:nvPr/>
        </p:nvSpPr>
        <p:spPr>
          <a:xfrm rot="16200000">
            <a:off x="8662227" y="3501734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149" name="Freeform 49"/>
          <p:cNvSpPr/>
          <p:nvPr/>
        </p:nvSpPr>
        <p:spPr>
          <a:xfrm rot="16200000">
            <a:off x="8714323" y="3587589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150" name="TextBox 20"/>
          <p:cNvSpPr txBox="1"/>
          <p:nvPr/>
        </p:nvSpPr>
        <p:spPr>
          <a:xfrm>
            <a:off x="6765595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151" name="TextBox 21"/>
          <p:cNvSpPr txBox="1"/>
          <p:nvPr/>
        </p:nvSpPr>
        <p:spPr>
          <a:xfrm>
            <a:off x="886577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152" name="TextBox 22"/>
          <p:cNvSpPr txBox="1"/>
          <p:nvPr/>
        </p:nvSpPr>
        <p:spPr>
          <a:xfrm>
            <a:off x="3538271" y="4661248"/>
            <a:ext cx="238345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153" name="TextBox 23"/>
          <p:cNvSpPr txBox="1"/>
          <p:nvPr/>
        </p:nvSpPr>
        <p:spPr>
          <a:xfrm>
            <a:off x="6238771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154" name="TextBox 24"/>
          <p:cNvSpPr txBox="1"/>
          <p:nvPr/>
        </p:nvSpPr>
        <p:spPr>
          <a:xfrm>
            <a:off x="8939272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155" name="TextBox 25"/>
          <p:cNvSpPr txBox="1"/>
          <p:nvPr/>
        </p:nvSpPr>
        <p:spPr>
          <a:xfrm>
            <a:off x="3973875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156" name="TextBox 26"/>
          <p:cNvSpPr txBox="1"/>
          <p:nvPr/>
        </p:nvSpPr>
        <p:spPr>
          <a:xfrm>
            <a:off x="1316096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sz="1600">
                <a:solidFill>
                  <a:srgbClr val="FFFFFF"/>
                </a:solidFill>
              </a:defRPr>
            </a:pPr>
            <a:r>
              <a:t>개요</a:t>
            </a:r>
          </a:p>
        </p:txBody>
      </p:sp>
      <p:sp>
        <p:nvSpPr>
          <p:cNvPr id="157" name="TextBox 27"/>
          <p:cNvSpPr txBox="1"/>
          <p:nvPr/>
        </p:nvSpPr>
        <p:spPr>
          <a:xfrm>
            <a:off x="9362706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158" name="직선 연결선 28"/>
          <p:cNvSpPr/>
          <p:nvPr/>
        </p:nvSpPr>
        <p:spPr>
          <a:xfrm>
            <a:off x="6846968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직선 연결선 29"/>
          <p:cNvSpPr/>
          <p:nvPr/>
        </p:nvSpPr>
        <p:spPr>
          <a:xfrm>
            <a:off x="4026965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직선 연결선 30"/>
          <p:cNvSpPr/>
          <p:nvPr/>
        </p:nvSpPr>
        <p:spPr>
          <a:xfrm>
            <a:off x="1369187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" name="직선 연결선 31"/>
          <p:cNvSpPr/>
          <p:nvPr/>
        </p:nvSpPr>
        <p:spPr>
          <a:xfrm>
            <a:off x="9415797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2" name="그림 14" descr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Box 1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66" name="그림 3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6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65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일상 속 개인화 알고리즘</a:t>
            </a:r>
          </a:p>
        </p:txBody>
      </p:sp>
      <p:sp>
        <p:nvSpPr>
          <p:cNvPr id="17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개요</a:t>
            </a:r>
          </a:p>
        </p:txBody>
      </p:sp>
      <p:sp>
        <p:nvSpPr>
          <p:cNvPr id="17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사용자 데이터를 기반으로 한 플랫폼 별 맞춤 추천</a:t>
            </a:r>
          </a:p>
        </p:txBody>
      </p:sp>
      <p:sp>
        <p:nvSpPr>
          <p:cNvPr id="17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사각형: 둥근 모서리 1"/>
          <p:cNvSpPr/>
          <p:nvPr/>
        </p:nvSpPr>
        <p:spPr>
          <a:xfrm>
            <a:off x="1428906" y="2403419"/>
            <a:ext cx="4529968" cy="158496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74" name="사각형: 둥근 모서리 4"/>
          <p:cNvSpPr/>
          <p:nvPr/>
        </p:nvSpPr>
        <p:spPr>
          <a:xfrm>
            <a:off x="6249353" y="2403419"/>
            <a:ext cx="4529967" cy="158496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75" name="사각형: 둥근 모서리 9"/>
          <p:cNvSpPr/>
          <p:nvPr/>
        </p:nvSpPr>
        <p:spPr>
          <a:xfrm>
            <a:off x="1428906" y="4293930"/>
            <a:ext cx="4529968" cy="1584961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76" name="사각형: 둥근 모서리 10"/>
          <p:cNvSpPr/>
          <p:nvPr/>
        </p:nvSpPr>
        <p:spPr>
          <a:xfrm>
            <a:off x="6249353" y="4293930"/>
            <a:ext cx="4529967" cy="1584961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179" name="타원 11"/>
          <p:cNvGrpSpPr/>
          <p:nvPr/>
        </p:nvGrpSpPr>
        <p:grpSpPr>
          <a:xfrm>
            <a:off x="5346407" y="3363530"/>
            <a:ext cx="1513859" cy="1513859"/>
            <a:chOff x="0" y="-1"/>
            <a:chExt cx="1513858" cy="1513858"/>
          </a:xfrm>
        </p:grpSpPr>
        <p:sp>
          <p:nvSpPr>
            <p:cNvPr id="177" name="Circle"/>
            <p:cNvSpPr/>
            <p:nvPr/>
          </p:nvSpPr>
          <p:spPr>
            <a:xfrm>
              <a:off x="0" y="-1"/>
              <a:ext cx="1513858" cy="1513858"/>
            </a:xfrm>
            <a:prstGeom prst="ellipse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8" name="Algorithm"/>
            <p:cNvSpPr txBox="1"/>
            <p:nvPr/>
          </p:nvSpPr>
          <p:spPr>
            <a:xfrm>
              <a:off x="267418" y="590558"/>
              <a:ext cx="979022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Algorithm</a:t>
              </a:r>
            </a:p>
          </p:txBody>
        </p:sp>
      </p:grpSp>
      <p:sp>
        <p:nvSpPr>
          <p:cNvPr id="180" name="TextBox 12"/>
          <p:cNvSpPr txBox="1"/>
          <p:nvPr/>
        </p:nvSpPr>
        <p:spPr>
          <a:xfrm>
            <a:off x="1661550" y="2616075"/>
            <a:ext cx="1615339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>
                <a:solidFill>
                  <a:srgbClr val="151F95"/>
                </a:solidFill>
              </a:defRPr>
            </a:lvl1pPr>
          </a:lstStyle>
          <a:p>
            <a:r>
              <a:t>시청 데이터 분석</a:t>
            </a:r>
          </a:p>
        </p:txBody>
      </p:sp>
      <p:sp>
        <p:nvSpPr>
          <p:cNvPr id="181" name="TextBox 13"/>
          <p:cNvSpPr txBox="1"/>
          <p:nvPr/>
        </p:nvSpPr>
        <p:spPr>
          <a:xfrm>
            <a:off x="1673125" y="2955378"/>
            <a:ext cx="4022195" cy="601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사용자의 과거 시청 이력을 수집·학습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유튜브·인스타 영상 추천에 활용</a:t>
            </a:r>
          </a:p>
        </p:txBody>
      </p:sp>
      <p:sp>
        <p:nvSpPr>
          <p:cNvPr id="182" name="TextBox 14"/>
          <p:cNvSpPr txBox="1"/>
          <p:nvPr/>
        </p:nvSpPr>
        <p:spPr>
          <a:xfrm>
            <a:off x="1661550" y="4510721"/>
            <a:ext cx="1876591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>
                <a:solidFill>
                  <a:srgbClr val="151F95"/>
                </a:solidFill>
              </a:defRPr>
            </a:lvl1pPr>
          </a:lstStyle>
          <a:p>
            <a:r>
              <a:t>구매·검색 이력 분석</a:t>
            </a:r>
          </a:p>
        </p:txBody>
      </p:sp>
      <p:sp>
        <p:nvSpPr>
          <p:cNvPr id="183" name="TextBox 15"/>
          <p:cNvSpPr txBox="1"/>
          <p:nvPr/>
        </p:nvSpPr>
        <p:spPr>
          <a:xfrm>
            <a:off x="1673125" y="4850024"/>
            <a:ext cx="4022195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과거 구매·검색 데이터를 학습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쿠팡 등에서 구매 확률 높은 상품 노출</a:t>
            </a:r>
          </a:p>
        </p:txBody>
      </p:sp>
      <p:sp>
        <p:nvSpPr>
          <p:cNvPr id="184" name="TextBox 16"/>
          <p:cNvSpPr txBox="1"/>
          <p:nvPr/>
        </p:nvSpPr>
        <p:spPr>
          <a:xfrm>
            <a:off x="7865435" y="2616075"/>
            <a:ext cx="1615339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>
                <a:solidFill>
                  <a:srgbClr val="151F95"/>
                </a:solidFill>
              </a:defRPr>
            </a:lvl1pPr>
          </a:lstStyle>
          <a:p>
            <a:r>
              <a:t>선호도 기반 노출</a:t>
            </a:r>
          </a:p>
        </p:txBody>
      </p:sp>
      <p:sp>
        <p:nvSpPr>
          <p:cNvPr id="185" name="TextBox 17"/>
          <p:cNvSpPr txBox="1"/>
          <p:nvPr/>
        </p:nvSpPr>
        <p:spPr>
          <a:xfrm>
            <a:off x="6743590" y="2955378"/>
            <a:ext cx="4022195" cy="601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선호도 높은 콘텐츠부터 우선 노출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넷플릭스 등 OTT 영상 플랫폼 추천 방식</a:t>
            </a:r>
          </a:p>
        </p:txBody>
      </p:sp>
      <p:sp>
        <p:nvSpPr>
          <p:cNvPr id="186" name="TextBox 18"/>
          <p:cNvSpPr txBox="1"/>
          <p:nvPr/>
        </p:nvSpPr>
        <p:spPr>
          <a:xfrm>
            <a:off x="7865435" y="4510721"/>
            <a:ext cx="1813078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>
                <a:solidFill>
                  <a:srgbClr val="151F95"/>
                </a:solidFill>
              </a:defRPr>
            </a:lvl1pPr>
          </a:lstStyle>
          <a:p>
            <a:r>
              <a:t>타겟 광고 알고리즘</a:t>
            </a:r>
          </a:p>
        </p:txBody>
      </p:sp>
      <p:sp>
        <p:nvSpPr>
          <p:cNvPr id="187" name="TextBox 19"/>
          <p:cNvSpPr txBox="1"/>
          <p:nvPr/>
        </p:nvSpPr>
        <p:spPr>
          <a:xfrm>
            <a:off x="6743590" y="4850024"/>
            <a:ext cx="4022195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검색·클릭 이력을 기반으로 관심사 분석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SNS·포털에서 맞춤형 광고 노출</a:t>
            </a:r>
          </a:p>
        </p:txBody>
      </p:sp>
      <p:pic>
        <p:nvPicPr>
          <p:cNvPr id="188" name="그림 21" descr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TextBox 22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92" name="그림 2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9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91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주제 선정 이유 및 문제 의식</a:t>
            </a:r>
          </a:p>
        </p:txBody>
      </p:sp>
      <p:sp>
        <p:nvSpPr>
          <p:cNvPr id="19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개요</a:t>
            </a:r>
          </a:p>
        </p:txBody>
      </p:sp>
      <p:sp>
        <p:nvSpPr>
          <p:cNvPr id="19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STEAM 맞춤 대기열 한계</a:t>
            </a:r>
          </a:p>
        </p:txBody>
      </p:sp>
      <p:sp>
        <p:nvSpPr>
          <p:cNvPr id="19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13" name="그룹 17"/>
          <p:cNvGrpSpPr/>
          <p:nvPr/>
        </p:nvGrpSpPr>
        <p:grpSpPr>
          <a:xfrm>
            <a:off x="1032869" y="2045540"/>
            <a:ext cx="10126262" cy="2866826"/>
            <a:chOff x="0" y="55583"/>
            <a:chExt cx="10126262" cy="2866826"/>
          </a:xfrm>
        </p:grpSpPr>
        <p:grpSp>
          <p:nvGrpSpPr>
            <p:cNvPr id="201" name="사각형: 둥근 모서리 1"/>
            <p:cNvGrpSpPr/>
            <p:nvPr/>
          </p:nvGrpSpPr>
          <p:grpSpPr>
            <a:xfrm>
              <a:off x="1204783" y="55583"/>
              <a:ext cx="2306777" cy="477103"/>
              <a:chOff x="0" y="55583"/>
              <a:chExt cx="2306775" cy="477102"/>
            </a:xfrm>
          </p:grpSpPr>
          <p:sp>
            <p:nvSpPr>
              <p:cNvPr id="199" name="Rounded Rectangle"/>
              <p:cNvSpPr/>
              <p:nvPr/>
            </p:nvSpPr>
            <p:spPr>
              <a:xfrm>
                <a:off x="0" y="55583"/>
                <a:ext cx="2306775" cy="477102"/>
              </a:xfrm>
              <a:prstGeom prst="roundRect">
                <a:avLst>
                  <a:gd name="adj" fmla="val 27494"/>
                </a:avLst>
              </a:prstGeom>
              <a:solidFill>
                <a:srgbClr val="151F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0" name="사용자 맞춤형 게임 추천 부족"/>
              <p:cNvSpPr/>
              <p:nvPr/>
            </p:nvSpPr>
            <p:spPr>
              <a:xfrm>
                <a:off x="84139" y="294134"/>
                <a:ext cx="213849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사용자 맞춤형 게임 추천 부족</a:t>
                </a:r>
              </a:p>
            </p:txBody>
          </p:sp>
        </p:grpSp>
        <p:sp>
          <p:nvSpPr>
            <p:cNvPr id="202" name="사각형: 둥근 모서리 4"/>
            <p:cNvSpPr/>
            <p:nvPr/>
          </p:nvSpPr>
          <p:spPr>
            <a:xfrm>
              <a:off x="0" y="922329"/>
              <a:ext cx="4716342" cy="1115005"/>
            </a:xfrm>
            <a:prstGeom prst="roundRect">
              <a:avLst>
                <a:gd name="adj" fmla="val 9736"/>
              </a:avLst>
            </a:prstGeom>
            <a:noFill/>
            <a:ln w="1270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3" name="Rectangle 37"/>
            <p:cNvSpPr/>
            <p:nvPr/>
          </p:nvSpPr>
          <p:spPr>
            <a:xfrm>
              <a:off x="183598" y="1129957"/>
              <a:ext cx="434914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ts val="2400"/>
                </a:lnSpc>
                <a:defRPr sz="1600">
                  <a:solidFill>
                    <a:srgbClr val="0D0D0D"/>
                  </a:solidFill>
                </a:defRPr>
              </a:pPr>
              <a:r>
                <a:t>- 맞춤 대기열에 신규게임, 인기게임 추천</a:t>
              </a:r>
            </a:p>
            <a:p>
              <a:pPr algn="ctr">
                <a:lnSpc>
                  <a:spcPts val="2400"/>
                </a:lnSpc>
                <a:defRPr sz="1600">
                  <a:solidFill>
                    <a:srgbClr val="126BF6"/>
                  </a:solidFill>
                </a:defRPr>
              </a:pPr>
              <a:r>
                <a:t>세부 내용을 입력</a:t>
              </a:r>
              <a:r>
                <a:rPr>
                  <a:solidFill>
                    <a:srgbClr val="0D0D0D"/>
                  </a:solidFill>
                </a:rPr>
                <a:t>해주세요</a:t>
              </a:r>
            </a:p>
          </p:txBody>
        </p:sp>
        <p:sp>
          <p:nvSpPr>
            <p:cNvPr id="204" name="직선 연결선 10"/>
            <p:cNvSpPr/>
            <p:nvPr/>
          </p:nvSpPr>
          <p:spPr>
            <a:xfrm>
              <a:off x="2361269" y="2297956"/>
              <a:ext cx="1" cy="45784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5" name="TextBox 11"/>
            <p:cNvSpPr/>
            <p:nvPr/>
          </p:nvSpPr>
          <p:spPr>
            <a:xfrm>
              <a:off x="699789" y="2922408"/>
              <a:ext cx="328186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285750" indent="-285750">
                <a:lnSpc>
                  <a:spcPts val="2100"/>
                </a:lnSpc>
                <a:buSzPct val="98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키워드에 맞는 내용을 입력해주세요</a:t>
              </a:r>
            </a:p>
          </p:txBody>
        </p:sp>
        <p:grpSp>
          <p:nvGrpSpPr>
            <p:cNvPr id="208" name="사각형: 둥근 모서리 12"/>
            <p:cNvGrpSpPr/>
            <p:nvPr/>
          </p:nvGrpSpPr>
          <p:grpSpPr>
            <a:xfrm>
              <a:off x="6614703" y="55583"/>
              <a:ext cx="2306776" cy="477103"/>
              <a:chOff x="0" y="0"/>
              <a:chExt cx="2306775" cy="477102"/>
            </a:xfrm>
          </p:grpSpPr>
          <p:sp>
            <p:nvSpPr>
              <p:cNvPr id="206" name="Rounded Rectangle"/>
              <p:cNvSpPr/>
              <p:nvPr/>
            </p:nvSpPr>
            <p:spPr>
              <a:xfrm>
                <a:off x="0" y="0"/>
                <a:ext cx="2306775" cy="477102"/>
              </a:xfrm>
              <a:prstGeom prst="roundRect">
                <a:avLst>
                  <a:gd name="adj" fmla="val 27494"/>
                </a:avLst>
              </a:prstGeom>
              <a:solidFill>
                <a:srgbClr val="151F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7" name="정량적 수치 부재"/>
              <p:cNvSpPr/>
              <p:nvPr/>
            </p:nvSpPr>
            <p:spPr>
              <a:xfrm>
                <a:off x="84139" y="238550"/>
                <a:ext cx="213849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정량적 수치 부재</a:t>
                </a:r>
              </a:p>
            </p:txBody>
          </p:sp>
        </p:grpSp>
        <p:sp>
          <p:nvSpPr>
            <p:cNvPr id="209" name="사각형: 둥근 모서리 13"/>
            <p:cNvSpPr/>
            <p:nvPr/>
          </p:nvSpPr>
          <p:spPr>
            <a:xfrm>
              <a:off x="5409919" y="922329"/>
              <a:ext cx="4716343" cy="1115005"/>
            </a:xfrm>
            <a:prstGeom prst="roundRect">
              <a:avLst>
                <a:gd name="adj" fmla="val 9736"/>
              </a:avLst>
            </a:prstGeom>
            <a:noFill/>
            <a:ln w="1270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" name="Rectangle 37"/>
            <p:cNvSpPr/>
            <p:nvPr/>
          </p:nvSpPr>
          <p:spPr>
            <a:xfrm>
              <a:off x="5593518" y="1129957"/>
              <a:ext cx="434914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ts val="2400"/>
                </a:lnSpc>
                <a:defRPr sz="1600">
                  <a:solidFill>
                    <a:srgbClr val="0D0D0D"/>
                  </a:solidFill>
                </a:defRPr>
              </a:pPr>
              <a:r>
                <a:t>- 사용자의 게임 선호도 부재로 게임 구매 의사결정에 기여 불가</a:t>
              </a:r>
            </a:p>
            <a:p>
              <a:pPr algn="ctr">
                <a:lnSpc>
                  <a:spcPts val="2400"/>
                </a:lnSpc>
                <a:defRPr sz="1600">
                  <a:solidFill>
                    <a:srgbClr val="126BF6"/>
                  </a:solidFill>
                </a:defRPr>
              </a:pPr>
              <a:r>
                <a:t>세부 내용을 입력</a:t>
              </a:r>
              <a:r>
                <a:rPr>
                  <a:solidFill>
                    <a:srgbClr val="0D0D0D"/>
                  </a:solidFill>
                </a:rPr>
                <a:t>해주세요</a:t>
              </a:r>
            </a:p>
          </p:txBody>
        </p:sp>
        <p:sp>
          <p:nvSpPr>
            <p:cNvPr id="211" name="직선 연결선 15"/>
            <p:cNvSpPr/>
            <p:nvPr/>
          </p:nvSpPr>
          <p:spPr>
            <a:xfrm>
              <a:off x="7771188" y="2297956"/>
              <a:ext cx="1" cy="45784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2" name="TextBox 16"/>
            <p:cNvSpPr/>
            <p:nvPr/>
          </p:nvSpPr>
          <p:spPr>
            <a:xfrm>
              <a:off x="6109709" y="2922408"/>
              <a:ext cx="328186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285750" indent="-285750">
                <a:lnSpc>
                  <a:spcPts val="2100"/>
                </a:lnSpc>
                <a:buSzPct val="98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키워드에 맞는 내용을 입력해주세요</a:t>
              </a:r>
            </a:p>
          </p:txBody>
        </p:sp>
      </p:grpSp>
      <p:pic>
        <p:nvPicPr>
          <p:cNvPr id="214" name="그림 19" descr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Box 20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18" name="그림 21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1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17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219" name="이등변 삼각형 10"/>
          <p:cNvSpPr/>
          <p:nvPr/>
        </p:nvSpPr>
        <p:spPr>
          <a:xfrm rot="10800000">
            <a:off x="5884616" y="4718094"/>
            <a:ext cx="253435" cy="164500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0" name="TextBox 4"/>
          <p:cNvSpPr txBox="1"/>
          <p:nvPr/>
        </p:nvSpPr>
        <p:spPr>
          <a:xfrm>
            <a:off x="1725001" y="5226960"/>
            <a:ext cx="8982732" cy="147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스팀 자체 추천시스템은 존재하지만 알고리즘과 성능 비공개 </a:t>
            </a:r>
          </a:p>
          <a:p>
            <a:pPr algn="ctr">
              <a:defRPr sz="2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진짜 사용자 맞춤 대기열 서비스 제시</a:t>
            </a:r>
          </a:p>
          <a:p>
            <a:pPr algn="ctr">
              <a:defRPr sz="2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 내용에서 </a:t>
            </a:r>
            <a:r>
              <a:rPr>
                <a:solidFill>
                  <a:srgbClr val="126BF6"/>
                </a:solidFill>
              </a:rPr>
              <a:t>도출된 핵심 내용을 이해하기 쉽게</a:t>
            </a:r>
            <a:r>
              <a:t> 설명해주세요</a:t>
            </a:r>
          </a:p>
        </p:txBody>
      </p:sp>
      <p:sp>
        <p:nvSpPr>
          <p:cNvPr id="221" name="이등변 삼각형 9"/>
          <p:cNvSpPr/>
          <p:nvPr/>
        </p:nvSpPr>
        <p:spPr>
          <a:xfrm rot="10800000">
            <a:off x="5884616" y="4946613"/>
            <a:ext cx="253435" cy="164500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4" name="TextBox 5"/>
          <p:cNvSpPr txBox="1"/>
          <p:nvPr/>
        </p:nvSpPr>
        <p:spPr>
          <a:xfrm>
            <a:off x="523358" y="615795"/>
            <a:ext cx="617904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Contents</a:t>
            </a:r>
          </a:p>
        </p:txBody>
      </p:sp>
      <p:sp>
        <p:nvSpPr>
          <p:cNvPr id="225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02 ｜ 데이터 처리</a:t>
            </a:r>
          </a:p>
        </p:txBody>
      </p:sp>
      <p:sp>
        <p:nvSpPr>
          <p:cNvPr id="226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" name="타원 1"/>
          <p:cNvSpPr/>
          <p:nvPr/>
        </p:nvSpPr>
        <p:spPr>
          <a:xfrm>
            <a:off x="6457985" y="2779836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28" name="타원 4"/>
          <p:cNvSpPr/>
          <p:nvPr/>
        </p:nvSpPr>
        <p:spPr>
          <a:xfrm>
            <a:off x="1184614" y="2740391"/>
            <a:ext cx="1714108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29" name="타원 9"/>
          <p:cNvSpPr/>
          <p:nvPr/>
        </p:nvSpPr>
        <p:spPr>
          <a:xfrm>
            <a:off x="4016901" y="2740391"/>
            <a:ext cx="1714109" cy="171410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30" name="타원 10"/>
          <p:cNvSpPr/>
          <p:nvPr/>
        </p:nvSpPr>
        <p:spPr>
          <a:xfrm>
            <a:off x="9267860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31" name="Oval 48"/>
          <p:cNvSpPr/>
          <p:nvPr/>
        </p:nvSpPr>
        <p:spPr>
          <a:xfrm rot="16200000">
            <a:off x="3244981" y="3501732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232" name="Freeform 49"/>
          <p:cNvSpPr/>
          <p:nvPr/>
        </p:nvSpPr>
        <p:spPr>
          <a:xfrm rot="16200000">
            <a:off x="3297077" y="3587586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233" name="Oval 48"/>
          <p:cNvSpPr/>
          <p:nvPr/>
        </p:nvSpPr>
        <p:spPr>
          <a:xfrm rot="16200000">
            <a:off x="5916302" y="3501733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234" name="Freeform 49"/>
          <p:cNvSpPr/>
          <p:nvPr/>
        </p:nvSpPr>
        <p:spPr>
          <a:xfrm rot="16200000">
            <a:off x="5968398" y="3587588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235" name="Oval 48"/>
          <p:cNvSpPr/>
          <p:nvPr/>
        </p:nvSpPr>
        <p:spPr>
          <a:xfrm rot="16200000">
            <a:off x="8662227" y="3501734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236" name="Freeform 49"/>
          <p:cNvSpPr/>
          <p:nvPr/>
        </p:nvSpPr>
        <p:spPr>
          <a:xfrm rot="16200000">
            <a:off x="8714323" y="3587589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237" name="TextBox 20"/>
          <p:cNvSpPr txBox="1"/>
          <p:nvPr/>
        </p:nvSpPr>
        <p:spPr>
          <a:xfrm>
            <a:off x="1251177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개요</a:t>
            </a:r>
          </a:p>
        </p:txBody>
      </p:sp>
      <p:sp>
        <p:nvSpPr>
          <p:cNvPr id="238" name="TextBox 21"/>
          <p:cNvSpPr txBox="1"/>
          <p:nvPr/>
        </p:nvSpPr>
        <p:spPr>
          <a:xfrm>
            <a:off x="886577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239" name="TextBox 22"/>
          <p:cNvSpPr txBox="1"/>
          <p:nvPr/>
        </p:nvSpPr>
        <p:spPr>
          <a:xfrm>
            <a:off x="3538271" y="4661248"/>
            <a:ext cx="238345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240" name="TextBox 23"/>
          <p:cNvSpPr txBox="1"/>
          <p:nvPr/>
        </p:nvSpPr>
        <p:spPr>
          <a:xfrm>
            <a:off x="6238771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241" name="TextBox 24"/>
          <p:cNvSpPr txBox="1"/>
          <p:nvPr/>
        </p:nvSpPr>
        <p:spPr>
          <a:xfrm>
            <a:off x="8939272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242" name="TextBox 25"/>
          <p:cNvSpPr txBox="1"/>
          <p:nvPr/>
        </p:nvSpPr>
        <p:spPr>
          <a:xfrm>
            <a:off x="6552831" y="3244228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243" name="TextBox 26"/>
          <p:cNvSpPr txBox="1"/>
          <p:nvPr/>
        </p:nvSpPr>
        <p:spPr>
          <a:xfrm>
            <a:off x="4111746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sz="1600">
                <a:solidFill>
                  <a:srgbClr val="FFFFFF"/>
                </a:solidFill>
              </a:defRPr>
            </a:pPr>
            <a:r>
              <a:t>데이터 처리</a:t>
            </a:r>
          </a:p>
        </p:txBody>
      </p:sp>
      <p:sp>
        <p:nvSpPr>
          <p:cNvPr id="244" name="TextBox 27"/>
          <p:cNvSpPr txBox="1"/>
          <p:nvPr/>
        </p:nvSpPr>
        <p:spPr>
          <a:xfrm>
            <a:off x="9362706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245" name="직선 연결선 28"/>
          <p:cNvSpPr/>
          <p:nvPr/>
        </p:nvSpPr>
        <p:spPr>
          <a:xfrm>
            <a:off x="1332549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6" name="직선 연결선 29"/>
          <p:cNvSpPr/>
          <p:nvPr/>
        </p:nvSpPr>
        <p:spPr>
          <a:xfrm>
            <a:off x="6605921" y="3627266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7" name="직선 연결선 30"/>
          <p:cNvSpPr/>
          <p:nvPr/>
        </p:nvSpPr>
        <p:spPr>
          <a:xfrm>
            <a:off x="4164837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8" name="직선 연결선 31"/>
          <p:cNvSpPr/>
          <p:nvPr/>
        </p:nvSpPr>
        <p:spPr>
          <a:xfrm>
            <a:off x="9415797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49" name="그림 14" descr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extBox 1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53" name="그림 3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51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52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6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데이터 수집 방법</a:t>
            </a:r>
          </a:p>
        </p:txBody>
      </p:sp>
      <p:sp>
        <p:nvSpPr>
          <p:cNvPr id="257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02 ｜ 데이터 처리</a:t>
            </a:r>
          </a:p>
        </p:txBody>
      </p:sp>
      <p:sp>
        <p:nvSpPr>
          <p:cNvPr id="258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5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0" name="TextBox 2"/>
          <p:cNvSpPr txBox="1"/>
          <p:nvPr/>
        </p:nvSpPr>
        <p:spPr>
          <a:xfrm>
            <a:off x="4349055" y="2185834"/>
            <a:ext cx="117699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51F95"/>
                </a:solidFill>
              </a:defRPr>
            </a:lvl1pPr>
          </a:lstStyle>
          <a:p>
            <a:r>
              <a:t>STEAM API</a:t>
            </a:r>
          </a:p>
        </p:txBody>
      </p:sp>
      <p:sp>
        <p:nvSpPr>
          <p:cNvPr id="261" name="TextBox 9"/>
          <p:cNvSpPr txBox="1"/>
          <p:nvPr/>
        </p:nvSpPr>
        <p:spPr>
          <a:xfrm>
            <a:off x="4349053" y="2467261"/>
            <a:ext cx="5057690" cy="54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사용자의 플레이 성향 파악</a:t>
            </a:r>
          </a:p>
          <a:p>
            <a:pPr marL="171450" indent="-171450"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게임별 플레이타임, 최근 플레이 게임·시간 수집</a:t>
            </a:r>
          </a:p>
        </p:txBody>
      </p:sp>
      <p:grpSp>
        <p:nvGrpSpPr>
          <p:cNvPr id="264" name="타원 10"/>
          <p:cNvGrpSpPr/>
          <p:nvPr/>
        </p:nvGrpSpPr>
        <p:grpSpPr>
          <a:xfrm>
            <a:off x="2355170" y="3467793"/>
            <a:ext cx="1513860" cy="1513859"/>
            <a:chOff x="0" y="-1"/>
            <a:chExt cx="1513858" cy="1513858"/>
          </a:xfrm>
        </p:grpSpPr>
        <p:sp>
          <p:nvSpPr>
            <p:cNvPr id="262" name="Circle"/>
            <p:cNvSpPr/>
            <p:nvPr/>
          </p:nvSpPr>
          <p:spPr>
            <a:xfrm>
              <a:off x="0" y="-1"/>
              <a:ext cx="1513858" cy="1513858"/>
            </a:xfrm>
            <a:prstGeom prst="ellipse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3" name="데이터수집"/>
            <p:cNvSpPr txBox="1"/>
            <p:nvPr/>
          </p:nvSpPr>
          <p:spPr>
            <a:xfrm>
              <a:off x="267418" y="590558"/>
              <a:ext cx="979022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데이터수집</a:t>
              </a:r>
            </a:p>
          </p:txBody>
        </p:sp>
      </p:grpSp>
      <p:sp>
        <p:nvSpPr>
          <p:cNvPr id="265" name="원호 11"/>
          <p:cNvSpPr/>
          <p:nvPr/>
        </p:nvSpPr>
        <p:spPr>
          <a:xfrm>
            <a:off x="3836525" y="2540915"/>
            <a:ext cx="984285" cy="3376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95" h="21600" extrusionOk="0">
                <a:moveTo>
                  <a:pt x="1032" y="0"/>
                </a:moveTo>
                <a:lnTo>
                  <a:pt x="1032" y="0"/>
                </a:lnTo>
                <a:cubicBezTo>
                  <a:pt x="13107" y="787"/>
                  <a:pt x="21600" y="6248"/>
                  <a:pt x="20002" y="12198"/>
                </a:cubicBezTo>
                <a:cubicBezTo>
                  <a:pt x="18644" y="17258"/>
                  <a:pt x="10321" y="21169"/>
                  <a:pt x="0" y="21600"/>
                </a:cubicBezTo>
              </a:path>
            </a:pathLst>
          </a:custGeom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66" name="Oval 23"/>
          <p:cNvSpPr/>
          <p:nvPr/>
        </p:nvSpPr>
        <p:spPr>
          <a:xfrm>
            <a:off x="4424050" y="3326086"/>
            <a:ext cx="678795" cy="67879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67" name="Freeform: Shape 26"/>
          <p:cNvSpPr/>
          <p:nvPr/>
        </p:nvSpPr>
        <p:spPr>
          <a:xfrm>
            <a:off x="4603243" y="3505196"/>
            <a:ext cx="340119" cy="340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68" name="Oval 24"/>
          <p:cNvSpPr/>
          <p:nvPr/>
        </p:nvSpPr>
        <p:spPr>
          <a:xfrm>
            <a:off x="4424050" y="4446020"/>
            <a:ext cx="678795" cy="67879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69" name="Freeform: Shape 27"/>
          <p:cNvSpPr/>
          <p:nvPr/>
        </p:nvSpPr>
        <p:spPr>
          <a:xfrm>
            <a:off x="4639612" y="4611325"/>
            <a:ext cx="267990" cy="3284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70" name="Oval 22"/>
          <p:cNvSpPr/>
          <p:nvPr/>
        </p:nvSpPr>
        <p:spPr>
          <a:xfrm>
            <a:off x="3326431" y="2206153"/>
            <a:ext cx="678795" cy="67879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71" name="Oval 22"/>
          <p:cNvSpPr/>
          <p:nvPr/>
        </p:nvSpPr>
        <p:spPr>
          <a:xfrm>
            <a:off x="3326431" y="5565952"/>
            <a:ext cx="678795" cy="67879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72" name="Freeform: Shape 26"/>
          <p:cNvSpPr/>
          <p:nvPr/>
        </p:nvSpPr>
        <p:spPr>
          <a:xfrm>
            <a:off x="3498741" y="5733577"/>
            <a:ext cx="336362" cy="346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83" y="0"/>
                </a:moveTo>
                <a:lnTo>
                  <a:pt x="13217" y="0"/>
                </a:lnTo>
                <a:lnTo>
                  <a:pt x="13377" y="682"/>
                </a:lnTo>
                <a:lnTo>
                  <a:pt x="13859" y="3119"/>
                </a:lnTo>
                <a:cubicBezTo>
                  <a:pt x="14641" y="3431"/>
                  <a:pt x="15383" y="3860"/>
                  <a:pt x="16045" y="4425"/>
                </a:cubicBezTo>
                <a:lnTo>
                  <a:pt x="18552" y="3587"/>
                </a:lnTo>
                <a:lnTo>
                  <a:pt x="19253" y="3373"/>
                </a:lnTo>
                <a:lnTo>
                  <a:pt x="19574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3" y="9494"/>
                </a:lnTo>
                <a:cubicBezTo>
                  <a:pt x="19294" y="10118"/>
                  <a:pt x="19354" y="10547"/>
                  <a:pt x="19354" y="10800"/>
                </a:cubicBezTo>
                <a:cubicBezTo>
                  <a:pt x="19354" y="11034"/>
                  <a:pt x="19294" y="11482"/>
                  <a:pt x="19193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4" y="17662"/>
                </a:lnTo>
                <a:lnTo>
                  <a:pt x="19253" y="18227"/>
                </a:lnTo>
                <a:lnTo>
                  <a:pt x="18552" y="18013"/>
                </a:lnTo>
                <a:lnTo>
                  <a:pt x="16045" y="17175"/>
                </a:lnTo>
                <a:cubicBezTo>
                  <a:pt x="15363" y="17721"/>
                  <a:pt x="14641" y="18169"/>
                  <a:pt x="13859" y="18481"/>
                </a:cubicBezTo>
                <a:lnTo>
                  <a:pt x="13377" y="20918"/>
                </a:lnTo>
                <a:lnTo>
                  <a:pt x="13217" y="21600"/>
                </a:lnTo>
                <a:lnTo>
                  <a:pt x="8383" y="21600"/>
                </a:lnTo>
                <a:lnTo>
                  <a:pt x="8223" y="20918"/>
                </a:lnTo>
                <a:lnTo>
                  <a:pt x="7742" y="18481"/>
                </a:lnTo>
                <a:cubicBezTo>
                  <a:pt x="6959" y="18169"/>
                  <a:pt x="6217" y="17740"/>
                  <a:pt x="5555" y="17175"/>
                </a:cubicBezTo>
                <a:lnTo>
                  <a:pt x="3048" y="18013"/>
                </a:lnTo>
                <a:lnTo>
                  <a:pt x="2347" y="18227"/>
                </a:lnTo>
                <a:lnTo>
                  <a:pt x="2026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7" y="12106"/>
                </a:lnTo>
                <a:cubicBezTo>
                  <a:pt x="2306" y="11482"/>
                  <a:pt x="2246" y="11053"/>
                  <a:pt x="2246" y="10800"/>
                </a:cubicBezTo>
                <a:cubicBezTo>
                  <a:pt x="2246" y="10566"/>
                  <a:pt x="2306" y="10118"/>
                  <a:pt x="2407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6" y="3938"/>
                </a:lnTo>
                <a:lnTo>
                  <a:pt x="2347" y="3373"/>
                </a:lnTo>
                <a:lnTo>
                  <a:pt x="3048" y="3587"/>
                </a:lnTo>
                <a:lnTo>
                  <a:pt x="5555" y="4425"/>
                </a:lnTo>
                <a:cubicBezTo>
                  <a:pt x="6237" y="3879"/>
                  <a:pt x="6959" y="3431"/>
                  <a:pt x="7742" y="3119"/>
                </a:cubicBezTo>
                <a:lnTo>
                  <a:pt x="8223" y="682"/>
                </a:lnTo>
                <a:lnTo>
                  <a:pt x="8383" y="0"/>
                </a:lnTo>
                <a:close/>
                <a:moveTo>
                  <a:pt x="9767" y="1677"/>
                </a:moveTo>
                <a:lnTo>
                  <a:pt x="9346" y="3860"/>
                </a:lnTo>
                <a:lnTo>
                  <a:pt x="9246" y="4328"/>
                </a:lnTo>
                <a:lnTo>
                  <a:pt x="8764" y="4484"/>
                </a:lnTo>
                <a:cubicBezTo>
                  <a:pt x="7802" y="4796"/>
                  <a:pt x="6939" y="5283"/>
                  <a:pt x="6197" y="5946"/>
                </a:cubicBezTo>
                <a:lnTo>
                  <a:pt x="5776" y="6258"/>
                </a:lnTo>
                <a:lnTo>
                  <a:pt x="5355" y="6160"/>
                </a:lnTo>
                <a:lnTo>
                  <a:pt x="3169" y="5439"/>
                </a:lnTo>
                <a:lnTo>
                  <a:pt x="2146" y="7096"/>
                </a:lnTo>
                <a:lnTo>
                  <a:pt x="3851" y="8558"/>
                </a:lnTo>
                <a:lnTo>
                  <a:pt x="4272" y="8870"/>
                </a:lnTo>
                <a:lnTo>
                  <a:pt x="4111" y="9396"/>
                </a:lnTo>
                <a:cubicBezTo>
                  <a:pt x="4011" y="9845"/>
                  <a:pt x="3951" y="10332"/>
                  <a:pt x="3951" y="10858"/>
                </a:cubicBezTo>
                <a:cubicBezTo>
                  <a:pt x="3951" y="11385"/>
                  <a:pt x="4011" y="11872"/>
                  <a:pt x="4111" y="12321"/>
                </a:cubicBezTo>
                <a:lnTo>
                  <a:pt x="4272" y="12847"/>
                </a:lnTo>
                <a:lnTo>
                  <a:pt x="3851" y="13159"/>
                </a:lnTo>
                <a:lnTo>
                  <a:pt x="2146" y="14621"/>
                </a:lnTo>
                <a:lnTo>
                  <a:pt x="3169" y="16278"/>
                </a:lnTo>
                <a:lnTo>
                  <a:pt x="5355" y="15557"/>
                </a:lnTo>
                <a:lnTo>
                  <a:pt x="5776" y="15459"/>
                </a:lnTo>
                <a:lnTo>
                  <a:pt x="6197" y="15771"/>
                </a:lnTo>
                <a:cubicBezTo>
                  <a:pt x="6939" y="16434"/>
                  <a:pt x="7802" y="16921"/>
                  <a:pt x="8764" y="17233"/>
                </a:cubicBezTo>
                <a:lnTo>
                  <a:pt x="9246" y="17389"/>
                </a:lnTo>
                <a:lnTo>
                  <a:pt x="9346" y="17857"/>
                </a:lnTo>
                <a:lnTo>
                  <a:pt x="9767" y="20040"/>
                </a:lnTo>
                <a:lnTo>
                  <a:pt x="11793" y="20040"/>
                </a:lnTo>
                <a:lnTo>
                  <a:pt x="12214" y="17857"/>
                </a:lnTo>
                <a:lnTo>
                  <a:pt x="12314" y="17389"/>
                </a:lnTo>
                <a:lnTo>
                  <a:pt x="12796" y="17233"/>
                </a:lnTo>
                <a:cubicBezTo>
                  <a:pt x="13758" y="16921"/>
                  <a:pt x="14621" y="16434"/>
                  <a:pt x="15363" y="15771"/>
                </a:cubicBezTo>
                <a:lnTo>
                  <a:pt x="15784" y="15459"/>
                </a:lnTo>
                <a:lnTo>
                  <a:pt x="16205" y="15557"/>
                </a:lnTo>
                <a:lnTo>
                  <a:pt x="18391" y="16278"/>
                </a:lnTo>
                <a:lnTo>
                  <a:pt x="19414" y="14621"/>
                </a:lnTo>
                <a:lnTo>
                  <a:pt x="17709" y="13159"/>
                </a:lnTo>
                <a:lnTo>
                  <a:pt x="17328" y="12847"/>
                </a:lnTo>
                <a:lnTo>
                  <a:pt x="17428" y="12321"/>
                </a:lnTo>
                <a:cubicBezTo>
                  <a:pt x="17529" y="11872"/>
                  <a:pt x="17589" y="11385"/>
                  <a:pt x="17589" y="10858"/>
                </a:cubicBezTo>
                <a:cubicBezTo>
                  <a:pt x="17589" y="10332"/>
                  <a:pt x="17529" y="9845"/>
                  <a:pt x="17428" y="9396"/>
                </a:cubicBezTo>
                <a:lnTo>
                  <a:pt x="17268" y="8870"/>
                </a:lnTo>
                <a:lnTo>
                  <a:pt x="17689" y="8558"/>
                </a:lnTo>
                <a:lnTo>
                  <a:pt x="19394" y="7096"/>
                </a:lnTo>
                <a:lnTo>
                  <a:pt x="18371" y="5439"/>
                </a:lnTo>
                <a:lnTo>
                  <a:pt x="16185" y="6160"/>
                </a:lnTo>
                <a:lnTo>
                  <a:pt x="15764" y="6258"/>
                </a:lnTo>
                <a:lnTo>
                  <a:pt x="15343" y="5946"/>
                </a:lnTo>
                <a:cubicBezTo>
                  <a:pt x="14601" y="5283"/>
                  <a:pt x="13738" y="4796"/>
                  <a:pt x="12775" y="4484"/>
                </a:cubicBezTo>
                <a:lnTo>
                  <a:pt x="12294" y="4328"/>
                </a:lnTo>
                <a:lnTo>
                  <a:pt x="12194" y="3860"/>
                </a:lnTo>
                <a:lnTo>
                  <a:pt x="11773" y="1677"/>
                </a:lnTo>
                <a:lnTo>
                  <a:pt x="9767" y="1677"/>
                </a:lnTo>
                <a:close/>
                <a:moveTo>
                  <a:pt x="7762" y="7876"/>
                </a:moveTo>
                <a:cubicBezTo>
                  <a:pt x="8604" y="7057"/>
                  <a:pt x="9607" y="6648"/>
                  <a:pt x="10790" y="6648"/>
                </a:cubicBezTo>
                <a:cubicBezTo>
                  <a:pt x="11973" y="6648"/>
                  <a:pt x="12976" y="7057"/>
                  <a:pt x="13818" y="7876"/>
                </a:cubicBezTo>
                <a:cubicBezTo>
                  <a:pt x="14661" y="8695"/>
                  <a:pt x="15082" y="9669"/>
                  <a:pt x="15082" y="10819"/>
                </a:cubicBezTo>
                <a:cubicBezTo>
                  <a:pt x="15082" y="11970"/>
                  <a:pt x="14661" y="12944"/>
                  <a:pt x="13818" y="13763"/>
                </a:cubicBezTo>
                <a:cubicBezTo>
                  <a:pt x="12976" y="14582"/>
                  <a:pt x="11973" y="14991"/>
                  <a:pt x="10790" y="14991"/>
                </a:cubicBezTo>
                <a:cubicBezTo>
                  <a:pt x="9607" y="14991"/>
                  <a:pt x="8604" y="14582"/>
                  <a:pt x="7762" y="13763"/>
                </a:cubicBezTo>
                <a:cubicBezTo>
                  <a:pt x="6919" y="12944"/>
                  <a:pt x="6498" y="11970"/>
                  <a:pt x="6498" y="10819"/>
                </a:cubicBezTo>
                <a:cubicBezTo>
                  <a:pt x="6498" y="9669"/>
                  <a:pt x="6939" y="8695"/>
                  <a:pt x="7762" y="7876"/>
                </a:cubicBezTo>
                <a:close/>
                <a:moveTo>
                  <a:pt x="12615" y="9046"/>
                </a:moveTo>
                <a:cubicBezTo>
                  <a:pt x="12114" y="8558"/>
                  <a:pt x="11512" y="8324"/>
                  <a:pt x="10790" y="8324"/>
                </a:cubicBezTo>
                <a:cubicBezTo>
                  <a:pt x="10068" y="8324"/>
                  <a:pt x="9466" y="8558"/>
                  <a:pt x="8965" y="9046"/>
                </a:cubicBezTo>
                <a:cubicBezTo>
                  <a:pt x="8464" y="9533"/>
                  <a:pt x="8223" y="10118"/>
                  <a:pt x="8223" y="10819"/>
                </a:cubicBezTo>
                <a:cubicBezTo>
                  <a:pt x="8223" y="11521"/>
                  <a:pt x="8464" y="12106"/>
                  <a:pt x="8965" y="12593"/>
                </a:cubicBezTo>
                <a:cubicBezTo>
                  <a:pt x="9466" y="13081"/>
                  <a:pt x="10068" y="13315"/>
                  <a:pt x="10790" y="13315"/>
                </a:cubicBezTo>
                <a:cubicBezTo>
                  <a:pt x="11512" y="13315"/>
                  <a:pt x="12114" y="13081"/>
                  <a:pt x="12615" y="12593"/>
                </a:cubicBezTo>
                <a:cubicBezTo>
                  <a:pt x="13116" y="12106"/>
                  <a:pt x="13357" y="11521"/>
                  <a:pt x="13357" y="10819"/>
                </a:cubicBezTo>
                <a:cubicBezTo>
                  <a:pt x="13357" y="10118"/>
                  <a:pt x="13096" y="9533"/>
                  <a:pt x="12615" y="904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3" name="TextBox 22"/>
          <p:cNvSpPr txBox="1"/>
          <p:nvPr/>
        </p:nvSpPr>
        <p:spPr>
          <a:xfrm>
            <a:off x="4349055" y="5687822"/>
            <a:ext cx="2326268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51F95"/>
                </a:solidFill>
              </a:defRPr>
            </a:lvl1pPr>
          </a:lstStyle>
          <a:p>
            <a:r>
              <a:t>핵심 키워드를 작성해주세요</a:t>
            </a:r>
          </a:p>
        </p:txBody>
      </p:sp>
      <p:sp>
        <p:nvSpPr>
          <p:cNvPr id="274" name="TextBox 23"/>
          <p:cNvSpPr txBox="1"/>
          <p:nvPr/>
        </p:nvSpPr>
        <p:spPr>
          <a:xfrm>
            <a:off x="4349053" y="5969251"/>
            <a:ext cx="438713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잘 작성해주세요.</a:t>
            </a:r>
          </a:p>
        </p:txBody>
      </p:sp>
      <p:sp>
        <p:nvSpPr>
          <p:cNvPr id="275" name="TextBox 24"/>
          <p:cNvSpPr txBox="1"/>
          <p:nvPr/>
        </p:nvSpPr>
        <p:spPr>
          <a:xfrm>
            <a:off x="5241209" y="3393666"/>
            <a:ext cx="192986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51F95"/>
                </a:solidFill>
              </a:defRPr>
            </a:lvl1pPr>
          </a:lstStyle>
          <a:p>
            <a:r>
              <a:t>STEAM STORE API</a:t>
            </a:r>
          </a:p>
        </p:txBody>
      </p:sp>
      <p:sp>
        <p:nvSpPr>
          <p:cNvPr id="276" name="TextBox 25"/>
          <p:cNvSpPr txBox="1"/>
          <p:nvPr/>
        </p:nvSpPr>
        <p:spPr>
          <a:xfrm>
            <a:off x="5241209" y="3675095"/>
            <a:ext cx="4419536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게임 자체의 정보 파악</a:t>
            </a:r>
          </a:p>
          <a:p>
            <a:pPr marL="171450" indent="-171450"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장르(태그), 싱글/멀티 여부, 가격/할인율 수집</a:t>
            </a:r>
          </a:p>
        </p:txBody>
      </p:sp>
      <p:sp>
        <p:nvSpPr>
          <p:cNvPr id="277" name="TextBox 26"/>
          <p:cNvSpPr txBox="1"/>
          <p:nvPr/>
        </p:nvSpPr>
        <p:spPr>
          <a:xfrm>
            <a:off x="5241209" y="4491921"/>
            <a:ext cx="1039436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51F95"/>
                </a:solidFill>
              </a:defRPr>
            </a:lvl1pPr>
          </a:lstStyle>
          <a:p>
            <a:r>
              <a:t>리뷰 크롤링</a:t>
            </a:r>
          </a:p>
        </p:txBody>
      </p:sp>
      <p:sp>
        <p:nvSpPr>
          <p:cNvPr id="278" name="TextBox 27"/>
          <p:cNvSpPr txBox="1"/>
          <p:nvPr/>
        </p:nvSpPr>
        <p:spPr>
          <a:xfrm>
            <a:off x="5241207" y="4773350"/>
            <a:ext cx="4592256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리뷰 작성시 표시되는 플레이타임 활용</a:t>
            </a:r>
          </a:p>
          <a:p>
            <a:pPr marL="171450" indent="-171450"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상위 N% 플레이타임 기준값 도출</a:t>
            </a:r>
          </a:p>
        </p:txBody>
      </p:sp>
      <p:sp>
        <p:nvSpPr>
          <p:cNvPr id="279" name="Freeform: Shape 139"/>
          <p:cNvSpPr/>
          <p:nvPr/>
        </p:nvSpPr>
        <p:spPr>
          <a:xfrm>
            <a:off x="3474311" y="2406832"/>
            <a:ext cx="360517" cy="3241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483"/>
                </a:lnTo>
                <a:lnTo>
                  <a:pt x="13661" y="18483"/>
                </a:lnTo>
                <a:lnTo>
                  <a:pt x="11423" y="21016"/>
                </a:lnTo>
                <a:lnTo>
                  <a:pt x="10800" y="21600"/>
                </a:lnTo>
                <a:lnTo>
                  <a:pt x="10177" y="21016"/>
                </a:lnTo>
                <a:lnTo>
                  <a:pt x="7939" y="18483"/>
                </a:lnTo>
                <a:lnTo>
                  <a:pt x="0" y="18483"/>
                </a:lnTo>
                <a:lnTo>
                  <a:pt x="0" y="0"/>
                </a:lnTo>
                <a:close/>
                <a:moveTo>
                  <a:pt x="1654" y="1840"/>
                </a:moveTo>
                <a:lnTo>
                  <a:pt x="1654" y="16622"/>
                </a:lnTo>
                <a:lnTo>
                  <a:pt x="8601" y="16622"/>
                </a:lnTo>
                <a:lnTo>
                  <a:pt x="8912" y="16860"/>
                </a:lnTo>
                <a:lnTo>
                  <a:pt x="10781" y="19003"/>
                </a:lnTo>
                <a:lnTo>
                  <a:pt x="12649" y="16860"/>
                </a:lnTo>
                <a:lnTo>
                  <a:pt x="12960" y="16622"/>
                </a:lnTo>
                <a:lnTo>
                  <a:pt x="19907" y="16622"/>
                </a:lnTo>
                <a:lnTo>
                  <a:pt x="19907" y="1840"/>
                </a:lnTo>
                <a:lnTo>
                  <a:pt x="1654" y="1840"/>
                </a:lnTo>
                <a:close/>
                <a:moveTo>
                  <a:pt x="4982" y="4610"/>
                </a:moveTo>
                <a:lnTo>
                  <a:pt x="16599" y="4610"/>
                </a:lnTo>
                <a:lnTo>
                  <a:pt x="16599" y="6450"/>
                </a:lnTo>
                <a:lnTo>
                  <a:pt x="4982" y="6450"/>
                </a:lnTo>
                <a:lnTo>
                  <a:pt x="4982" y="4610"/>
                </a:lnTo>
                <a:close/>
                <a:moveTo>
                  <a:pt x="4982" y="8311"/>
                </a:moveTo>
                <a:lnTo>
                  <a:pt x="16599" y="8311"/>
                </a:lnTo>
                <a:lnTo>
                  <a:pt x="16599" y="10151"/>
                </a:lnTo>
                <a:lnTo>
                  <a:pt x="4982" y="10151"/>
                </a:lnTo>
                <a:lnTo>
                  <a:pt x="4982" y="8311"/>
                </a:lnTo>
                <a:close/>
                <a:moveTo>
                  <a:pt x="4982" y="11990"/>
                </a:moveTo>
                <a:lnTo>
                  <a:pt x="13291" y="11990"/>
                </a:lnTo>
                <a:lnTo>
                  <a:pt x="13291" y="13830"/>
                </a:lnTo>
                <a:lnTo>
                  <a:pt x="4982" y="13830"/>
                </a:lnTo>
                <a:lnTo>
                  <a:pt x="4982" y="1199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280" name="그림 12" descr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TextBox 1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84" name="그림 1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8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8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데이터 수집 방법</a:t>
            </a:r>
          </a:p>
        </p:txBody>
      </p:sp>
      <p:sp>
        <p:nvSpPr>
          <p:cNvPr id="28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8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Picture Placeholder 6"/>
          <p:cNvSpPr/>
          <p:nvPr/>
        </p:nvSpPr>
        <p:spPr>
          <a:xfrm>
            <a:off x="5729468" y="1124059"/>
            <a:ext cx="6462534" cy="5733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6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 algn="ctr">
              <a:spcBef>
                <a:spcPts val="1000"/>
              </a:spcBef>
              <a:defRPr sz="1200">
                <a:solidFill>
                  <a:srgbClr val="888888"/>
                </a:solidFill>
              </a:defRPr>
            </a:pPr>
            <a:endParaRPr/>
          </a:p>
        </p:txBody>
      </p:sp>
      <p:sp>
        <p:nvSpPr>
          <p:cNvPr id="291" name="Oval 22"/>
          <p:cNvSpPr/>
          <p:nvPr/>
        </p:nvSpPr>
        <p:spPr>
          <a:xfrm>
            <a:off x="573065" y="1306794"/>
            <a:ext cx="678795" cy="678793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92" name="Oval 23"/>
          <p:cNvSpPr/>
          <p:nvPr/>
        </p:nvSpPr>
        <p:spPr>
          <a:xfrm>
            <a:off x="573065" y="2669444"/>
            <a:ext cx="678795" cy="678793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93" name="Oval 24"/>
          <p:cNvSpPr/>
          <p:nvPr/>
        </p:nvSpPr>
        <p:spPr>
          <a:xfrm>
            <a:off x="635315" y="4217048"/>
            <a:ext cx="678795" cy="678793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94" name="Freeform: Shape 26"/>
          <p:cNvSpPr/>
          <p:nvPr/>
        </p:nvSpPr>
        <p:spPr>
          <a:xfrm>
            <a:off x="752258" y="2848553"/>
            <a:ext cx="340120" cy="340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95" name="Freeform: Shape 27"/>
          <p:cNvSpPr/>
          <p:nvPr/>
        </p:nvSpPr>
        <p:spPr>
          <a:xfrm>
            <a:off x="840718" y="4392514"/>
            <a:ext cx="267990" cy="328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96" name="TextBox 36"/>
          <p:cNvSpPr txBox="1"/>
          <p:nvPr/>
        </p:nvSpPr>
        <p:spPr>
          <a:xfrm>
            <a:off x="1380295" y="1319146"/>
            <a:ext cx="1215205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시드게임 선정</a:t>
            </a:r>
          </a:p>
        </p:txBody>
      </p:sp>
      <p:sp>
        <p:nvSpPr>
          <p:cNvPr id="297" name="TextBox 37"/>
          <p:cNvSpPr txBox="1"/>
          <p:nvPr/>
        </p:nvSpPr>
        <p:spPr>
          <a:xfrm>
            <a:off x="1380294" y="1662421"/>
            <a:ext cx="4036932" cy="73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Steam 인기 장르 상위 6개 장르 선택</a:t>
            </a:r>
          </a:p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각 장르에서 top 10 게임을 선정해 총 60개의 시드 게임을 시작점으로 삼음</a:t>
            </a:r>
          </a:p>
        </p:txBody>
      </p:sp>
      <p:sp>
        <p:nvSpPr>
          <p:cNvPr id="298" name="TextBox 38"/>
          <p:cNvSpPr txBox="1"/>
          <p:nvPr/>
        </p:nvSpPr>
        <p:spPr>
          <a:xfrm>
            <a:off x="1380295" y="2665565"/>
            <a:ext cx="1039437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유저 샘플링</a:t>
            </a:r>
          </a:p>
        </p:txBody>
      </p:sp>
      <p:sp>
        <p:nvSpPr>
          <p:cNvPr id="299" name="TextBox 39"/>
          <p:cNvSpPr txBox="1"/>
          <p:nvPr/>
        </p:nvSpPr>
        <p:spPr>
          <a:xfrm>
            <a:off x="1380294" y="3008840"/>
            <a:ext cx="4036932" cy="1165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각 시드 게임의 Steam 리뷰 작성자 중 조건을 만족하는 유저를 게임당 15명씩 추출</a:t>
            </a:r>
          </a:p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조건 : 해당 게임 최소 플레이타임 600분 이상, 보유 게임 50개 이상</a:t>
            </a:r>
          </a:p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steamid를 set에 모아 유저 중복 방지</a:t>
            </a:r>
          </a:p>
        </p:txBody>
      </p:sp>
      <p:sp>
        <p:nvSpPr>
          <p:cNvPr id="300" name="TextBox 40"/>
          <p:cNvSpPr txBox="1"/>
          <p:nvPr/>
        </p:nvSpPr>
        <p:spPr>
          <a:xfrm>
            <a:off x="1442545" y="4236356"/>
            <a:ext cx="290362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유저별 보유 게임 및 게임 정보 수집</a:t>
            </a:r>
          </a:p>
        </p:txBody>
      </p:sp>
      <p:sp>
        <p:nvSpPr>
          <p:cNvPr id="301" name="TextBox 41"/>
          <p:cNvSpPr txBox="1"/>
          <p:nvPr/>
        </p:nvSpPr>
        <p:spPr>
          <a:xfrm>
            <a:off x="1442544" y="4579630"/>
            <a:ext cx="4036932" cy="520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서로 다른 API와 스토어 페이지 HTML 스크래핑 결과를 통합하여 게임 정보 수집</a:t>
            </a:r>
          </a:p>
        </p:txBody>
      </p:sp>
      <p:sp>
        <p:nvSpPr>
          <p:cNvPr id="302" name="Freeform: Shape 26"/>
          <p:cNvSpPr/>
          <p:nvPr/>
        </p:nvSpPr>
        <p:spPr>
          <a:xfrm>
            <a:off x="745375" y="1474419"/>
            <a:ext cx="336362" cy="346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83" y="0"/>
                </a:moveTo>
                <a:lnTo>
                  <a:pt x="13217" y="0"/>
                </a:lnTo>
                <a:lnTo>
                  <a:pt x="13377" y="682"/>
                </a:lnTo>
                <a:lnTo>
                  <a:pt x="13859" y="3119"/>
                </a:lnTo>
                <a:cubicBezTo>
                  <a:pt x="14641" y="3431"/>
                  <a:pt x="15383" y="3860"/>
                  <a:pt x="16045" y="4425"/>
                </a:cubicBezTo>
                <a:lnTo>
                  <a:pt x="18552" y="3587"/>
                </a:lnTo>
                <a:lnTo>
                  <a:pt x="19253" y="3373"/>
                </a:lnTo>
                <a:lnTo>
                  <a:pt x="19574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3" y="9494"/>
                </a:lnTo>
                <a:cubicBezTo>
                  <a:pt x="19294" y="10118"/>
                  <a:pt x="19354" y="10547"/>
                  <a:pt x="19354" y="10800"/>
                </a:cubicBezTo>
                <a:cubicBezTo>
                  <a:pt x="19354" y="11034"/>
                  <a:pt x="19294" y="11482"/>
                  <a:pt x="19193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4" y="17662"/>
                </a:lnTo>
                <a:lnTo>
                  <a:pt x="19253" y="18227"/>
                </a:lnTo>
                <a:lnTo>
                  <a:pt x="18552" y="18013"/>
                </a:lnTo>
                <a:lnTo>
                  <a:pt x="16045" y="17175"/>
                </a:lnTo>
                <a:cubicBezTo>
                  <a:pt x="15363" y="17721"/>
                  <a:pt x="14641" y="18169"/>
                  <a:pt x="13859" y="18481"/>
                </a:cubicBezTo>
                <a:lnTo>
                  <a:pt x="13377" y="20918"/>
                </a:lnTo>
                <a:lnTo>
                  <a:pt x="13217" y="21600"/>
                </a:lnTo>
                <a:lnTo>
                  <a:pt x="8383" y="21600"/>
                </a:lnTo>
                <a:lnTo>
                  <a:pt x="8223" y="20918"/>
                </a:lnTo>
                <a:lnTo>
                  <a:pt x="7742" y="18481"/>
                </a:lnTo>
                <a:cubicBezTo>
                  <a:pt x="6959" y="18169"/>
                  <a:pt x="6217" y="17740"/>
                  <a:pt x="5555" y="17175"/>
                </a:cubicBezTo>
                <a:lnTo>
                  <a:pt x="3048" y="18013"/>
                </a:lnTo>
                <a:lnTo>
                  <a:pt x="2347" y="18227"/>
                </a:lnTo>
                <a:lnTo>
                  <a:pt x="2026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7" y="12106"/>
                </a:lnTo>
                <a:cubicBezTo>
                  <a:pt x="2306" y="11482"/>
                  <a:pt x="2246" y="11053"/>
                  <a:pt x="2246" y="10800"/>
                </a:cubicBezTo>
                <a:cubicBezTo>
                  <a:pt x="2246" y="10566"/>
                  <a:pt x="2306" y="10118"/>
                  <a:pt x="2407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6" y="3938"/>
                </a:lnTo>
                <a:lnTo>
                  <a:pt x="2347" y="3373"/>
                </a:lnTo>
                <a:lnTo>
                  <a:pt x="3048" y="3587"/>
                </a:lnTo>
                <a:lnTo>
                  <a:pt x="5555" y="4425"/>
                </a:lnTo>
                <a:cubicBezTo>
                  <a:pt x="6237" y="3879"/>
                  <a:pt x="6959" y="3431"/>
                  <a:pt x="7742" y="3119"/>
                </a:cubicBezTo>
                <a:lnTo>
                  <a:pt x="8223" y="682"/>
                </a:lnTo>
                <a:lnTo>
                  <a:pt x="8383" y="0"/>
                </a:lnTo>
                <a:close/>
                <a:moveTo>
                  <a:pt x="9767" y="1677"/>
                </a:moveTo>
                <a:lnTo>
                  <a:pt x="9346" y="3860"/>
                </a:lnTo>
                <a:lnTo>
                  <a:pt x="9246" y="4328"/>
                </a:lnTo>
                <a:lnTo>
                  <a:pt x="8764" y="4484"/>
                </a:lnTo>
                <a:cubicBezTo>
                  <a:pt x="7802" y="4796"/>
                  <a:pt x="6939" y="5283"/>
                  <a:pt x="6197" y="5946"/>
                </a:cubicBezTo>
                <a:lnTo>
                  <a:pt x="5776" y="6258"/>
                </a:lnTo>
                <a:lnTo>
                  <a:pt x="5355" y="6160"/>
                </a:lnTo>
                <a:lnTo>
                  <a:pt x="3169" y="5439"/>
                </a:lnTo>
                <a:lnTo>
                  <a:pt x="2146" y="7096"/>
                </a:lnTo>
                <a:lnTo>
                  <a:pt x="3851" y="8558"/>
                </a:lnTo>
                <a:lnTo>
                  <a:pt x="4272" y="8870"/>
                </a:lnTo>
                <a:lnTo>
                  <a:pt x="4111" y="9396"/>
                </a:lnTo>
                <a:cubicBezTo>
                  <a:pt x="4011" y="9845"/>
                  <a:pt x="3951" y="10332"/>
                  <a:pt x="3951" y="10858"/>
                </a:cubicBezTo>
                <a:cubicBezTo>
                  <a:pt x="3951" y="11385"/>
                  <a:pt x="4011" y="11872"/>
                  <a:pt x="4111" y="12321"/>
                </a:cubicBezTo>
                <a:lnTo>
                  <a:pt x="4272" y="12847"/>
                </a:lnTo>
                <a:lnTo>
                  <a:pt x="3851" y="13159"/>
                </a:lnTo>
                <a:lnTo>
                  <a:pt x="2146" y="14621"/>
                </a:lnTo>
                <a:lnTo>
                  <a:pt x="3169" y="16278"/>
                </a:lnTo>
                <a:lnTo>
                  <a:pt x="5355" y="15557"/>
                </a:lnTo>
                <a:lnTo>
                  <a:pt x="5776" y="15459"/>
                </a:lnTo>
                <a:lnTo>
                  <a:pt x="6197" y="15771"/>
                </a:lnTo>
                <a:cubicBezTo>
                  <a:pt x="6939" y="16434"/>
                  <a:pt x="7802" y="16921"/>
                  <a:pt x="8764" y="17233"/>
                </a:cubicBezTo>
                <a:lnTo>
                  <a:pt x="9246" y="17389"/>
                </a:lnTo>
                <a:lnTo>
                  <a:pt x="9346" y="17857"/>
                </a:lnTo>
                <a:lnTo>
                  <a:pt x="9767" y="20040"/>
                </a:lnTo>
                <a:lnTo>
                  <a:pt x="11793" y="20040"/>
                </a:lnTo>
                <a:lnTo>
                  <a:pt x="12214" y="17857"/>
                </a:lnTo>
                <a:lnTo>
                  <a:pt x="12314" y="17389"/>
                </a:lnTo>
                <a:lnTo>
                  <a:pt x="12796" y="17233"/>
                </a:lnTo>
                <a:cubicBezTo>
                  <a:pt x="13758" y="16921"/>
                  <a:pt x="14621" y="16434"/>
                  <a:pt x="15363" y="15771"/>
                </a:cubicBezTo>
                <a:lnTo>
                  <a:pt x="15784" y="15459"/>
                </a:lnTo>
                <a:lnTo>
                  <a:pt x="16205" y="15557"/>
                </a:lnTo>
                <a:lnTo>
                  <a:pt x="18391" y="16278"/>
                </a:lnTo>
                <a:lnTo>
                  <a:pt x="19414" y="14621"/>
                </a:lnTo>
                <a:lnTo>
                  <a:pt x="17709" y="13159"/>
                </a:lnTo>
                <a:lnTo>
                  <a:pt x="17328" y="12847"/>
                </a:lnTo>
                <a:lnTo>
                  <a:pt x="17428" y="12321"/>
                </a:lnTo>
                <a:cubicBezTo>
                  <a:pt x="17529" y="11872"/>
                  <a:pt x="17589" y="11385"/>
                  <a:pt x="17589" y="10858"/>
                </a:cubicBezTo>
                <a:cubicBezTo>
                  <a:pt x="17589" y="10332"/>
                  <a:pt x="17529" y="9845"/>
                  <a:pt x="17428" y="9396"/>
                </a:cubicBezTo>
                <a:lnTo>
                  <a:pt x="17268" y="8870"/>
                </a:lnTo>
                <a:lnTo>
                  <a:pt x="17689" y="8558"/>
                </a:lnTo>
                <a:lnTo>
                  <a:pt x="19394" y="7096"/>
                </a:lnTo>
                <a:lnTo>
                  <a:pt x="18371" y="5439"/>
                </a:lnTo>
                <a:lnTo>
                  <a:pt x="16185" y="6160"/>
                </a:lnTo>
                <a:lnTo>
                  <a:pt x="15764" y="6258"/>
                </a:lnTo>
                <a:lnTo>
                  <a:pt x="15343" y="5946"/>
                </a:lnTo>
                <a:cubicBezTo>
                  <a:pt x="14601" y="5283"/>
                  <a:pt x="13738" y="4796"/>
                  <a:pt x="12775" y="4484"/>
                </a:cubicBezTo>
                <a:lnTo>
                  <a:pt x="12294" y="4328"/>
                </a:lnTo>
                <a:lnTo>
                  <a:pt x="12194" y="3860"/>
                </a:lnTo>
                <a:lnTo>
                  <a:pt x="11773" y="1677"/>
                </a:lnTo>
                <a:lnTo>
                  <a:pt x="9767" y="1677"/>
                </a:lnTo>
                <a:close/>
                <a:moveTo>
                  <a:pt x="7762" y="7876"/>
                </a:moveTo>
                <a:cubicBezTo>
                  <a:pt x="8604" y="7057"/>
                  <a:pt x="9607" y="6648"/>
                  <a:pt x="10790" y="6648"/>
                </a:cubicBezTo>
                <a:cubicBezTo>
                  <a:pt x="11973" y="6648"/>
                  <a:pt x="12976" y="7057"/>
                  <a:pt x="13818" y="7876"/>
                </a:cubicBezTo>
                <a:cubicBezTo>
                  <a:pt x="14661" y="8695"/>
                  <a:pt x="15082" y="9669"/>
                  <a:pt x="15082" y="10819"/>
                </a:cubicBezTo>
                <a:cubicBezTo>
                  <a:pt x="15082" y="11970"/>
                  <a:pt x="14661" y="12944"/>
                  <a:pt x="13818" y="13763"/>
                </a:cubicBezTo>
                <a:cubicBezTo>
                  <a:pt x="12976" y="14582"/>
                  <a:pt x="11973" y="14991"/>
                  <a:pt x="10790" y="14991"/>
                </a:cubicBezTo>
                <a:cubicBezTo>
                  <a:pt x="9607" y="14991"/>
                  <a:pt x="8604" y="14582"/>
                  <a:pt x="7762" y="13763"/>
                </a:cubicBezTo>
                <a:cubicBezTo>
                  <a:pt x="6919" y="12944"/>
                  <a:pt x="6498" y="11970"/>
                  <a:pt x="6498" y="10819"/>
                </a:cubicBezTo>
                <a:cubicBezTo>
                  <a:pt x="6498" y="9669"/>
                  <a:pt x="6939" y="8695"/>
                  <a:pt x="7762" y="7876"/>
                </a:cubicBezTo>
                <a:close/>
                <a:moveTo>
                  <a:pt x="12615" y="9046"/>
                </a:moveTo>
                <a:cubicBezTo>
                  <a:pt x="12114" y="8558"/>
                  <a:pt x="11512" y="8324"/>
                  <a:pt x="10790" y="8324"/>
                </a:cubicBezTo>
                <a:cubicBezTo>
                  <a:pt x="10068" y="8324"/>
                  <a:pt x="9466" y="8558"/>
                  <a:pt x="8965" y="9046"/>
                </a:cubicBezTo>
                <a:cubicBezTo>
                  <a:pt x="8464" y="9533"/>
                  <a:pt x="8223" y="10118"/>
                  <a:pt x="8223" y="10819"/>
                </a:cubicBezTo>
                <a:cubicBezTo>
                  <a:pt x="8223" y="11521"/>
                  <a:pt x="8464" y="12106"/>
                  <a:pt x="8965" y="12593"/>
                </a:cubicBezTo>
                <a:cubicBezTo>
                  <a:pt x="9466" y="13081"/>
                  <a:pt x="10068" y="13315"/>
                  <a:pt x="10790" y="13315"/>
                </a:cubicBezTo>
                <a:cubicBezTo>
                  <a:pt x="11512" y="13315"/>
                  <a:pt x="12114" y="13081"/>
                  <a:pt x="12615" y="12593"/>
                </a:cubicBezTo>
                <a:cubicBezTo>
                  <a:pt x="13116" y="12106"/>
                  <a:pt x="13357" y="11521"/>
                  <a:pt x="13357" y="10819"/>
                </a:cubicBezTo>
                <a:cubicBezTo>
                  <a:pt x="13357" y="10118"/>
                  <a:pt x="13096" y="9533"/>
                  <a:pt x="12615" y="904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303" name="그림 4" descr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TextBox 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307" name="그림 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30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306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308" name="Oval 24"/>
          <p:cNvSpPr/>
          <p:nvPr/>
        </p:nvSpPr>
        <p:spPr>
          <a:xfrm>
            <a:off x="643782" y="5393914"/>
            <a:ext cx="678795" cy="678793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309" name="Freeform: Shape 27"/>
          <p:cNvSpPr/>
          <p:nvPr/>
        </p:nvSpPr>
        <p:spPr>
          <a:xfrm>
            <a:off x="849184" y="5569380"/>
            <a:ext cx="267990" cy="3284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310" name="TextBox 40"/>
          <p:cNvSpPr txBox="1"/>
          <p:nvPr/>
        </p:nvSpPr>
        <p:spPr>
          <a:xfrm>
            <a:off x="1451012" y="5413222"/>
            <a:ext cx="103943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안정성 처리</a:t>
            </a:r>
          </a:p>
        </p:txBody>
      </p:sp>
      <p:sp>
        <p:nvSpPr>
          <p:cNvPr id="311" name="TextBox 41"/>
          <p:cNvSpPr txBox="1"/>
          <p:nvPr/>
        </p:nvSpPr>
        <p:spPr>
          <a:xfrm>
            <a:off x="1451011" y="5756497"/>
            <a:ext cx="4036931" cy="520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게임 정보/리뷰/태그는 appid 단위로 캐싱해 같은 게임을 여러 유저가 보유해도 중복 API호출 방지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4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수집 데이터 예시</a:t>
            </a:r>
          </a:p>
        </p:txBody>
      </p:sp>
      <p:sp>
        <p:nvSpPr>
          <p:cNvPr id="315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316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317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18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TextBox 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322" name="그림 1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32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321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데이터 전처리</a:t>
            </a:r>
          </a:p>
        </p:txBody>
      </p:sp>
      <p:sp>
        <p:nvSpPr>
          <p:cNvPr id="32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32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32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31" name="Text Placeholder 11"/>
          <p:cNvGrpSpPr/>
          <p:nvPr/>
        </p:nvGrpSpPr>
        <p:grpSpPr>
          <a:xfrm>
            <a:off x="6423490" y="2274159"/>
            <a:ext cx="4758710" cy="430890"/>
            <a:chOff x="0" y="-1"/>
            <a:chExt cx="4758708" cy="430889"/>
          </a:xfrm>
        </p:grpSpPr>
        <p:sp>
          <p:nvSpPr>
            <p:cNvPr id="329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330" name="WEAKENESS"/>
            <p:cNvSpPr txBox="1"/>
            <p:nvPr/>
          </p:nvSpPr>
          <p:spPr>
            <a:xfrm>
              <a:off x="0" y="3353"/>
              <a:ext cx="4758708" cy="424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WEAKENESS</a:t>
              </a:r>
            </a:p>
          </p:txBody>
        </p:sp>
      </p:grpSp>
      <p:grpSp>
        <p:nvGrpSpPr>
          <p:cNvPr id="334" name="Text Placeholder 15"/>
          <p:cNvGrpSpPr/>
          <p:nvPr/>
        </p:nvGrpSpPr>
        <p:grpSpPr>
          <a:xfrm>
            <a:off x="1145024" y="2274159"/>
            <a:ext cx="4758710" cy="430890"/>
            <a:chOff x="0" y="-1"/>
            <a:chExt cx="4758708" cy="430889"/>
          </a:xfrm>
        </p:grpSpPr>
        <p:sp>
          <p:nvSpPr>
            <p:cNvPr id="332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333" name="STRENGTHS"/>
            <p:cNvSpPr txBox="1"/>
            <p:nvPr/>
          </p:nvSpPr>
          <p:spPr>
            <a:xfrm>
              <a:off x="0" y="2"/>
              <a:ext cx="4758708" cy="430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rPr lang="ko-KR" altLang="en-US"/>
                <a:t>결측치 처리</a:t>
              </a:r>
              <a:endParaRPr/>
            </a:p>
          </p:txBody>
        </p:sp>
      </p:grpSp>
      <p:grpSp>
        <p:nvGrpSpPr>
          <p:cNvPr id="337" name="Oval 2"/>
          <p:cNvGrpSpPr/>
          <p:nvPr/>
        </p:nvGrpSpPr>
        <p:grpSpPr>
          <a:xfrm>
            <a:off x="6308273" y="1976054"/>
            <a:ext cx="498844" cy="498843"/>
            <a:chOff x="0" y="0"/>
            <a:chExt cx="498842" cy="498842"/>
          </a:xfrm>
        </p:grpSpPr>
        <p:sp>
          <p:nvSpPr>
            <p:cNvPr id="335" name="Circle"/>
            <p:cNvSpPr/>
            <p:nvPr/>
          </p:nvSpPr>
          <p:spPr>
            <a:xfrm>
              <a:off x="0" y="0"/>
              <a:ext cx="498842" cy="49884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36" name="W"/>
            <p:cNvSpPr txBox="1"/>
            <p:nvPr/>
          </p:nvSpPr>
          <p:spPr>
            <a:xfrm>
              <a:off x="118774" y="19550"/>
              <a:ext cx="26129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W</a:t>
              </a:r>
            </a:p>
          </p:txBody>
        </p:sp>
      </p:grpSp>
      <p:sp>
        <p:nvSpPr>
          <p:cNvPr id="338" name="Circle"/>
          <p:cNvSpPr/>
          <p:nvPr/>
        </p:nvSpPr>
        <p:spPr>
          <a:xfrm>
            <a:off x="302887" y="1976054"/>
            <a:ext cx="498843" cy="498843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/>
            <a:endParaRPr/>
          </a:p>
        </p:txBody>
      </p:sp>
      <p:grpSp>
        <p:nvGrpSpPr>
          <p:cNvPr id="343" name="Text Placeholder 19"/>
          <p:cNvGrpSpPr/>
          <p:nvPr/>
        </p:nvGrpSpPr>
        <p:grpSpPr>
          <a:xfrm>
            <a:off x="1145225" y="2715755"/>
            <a:ext cx="4758508" cy="1383441"/>
            <a:chOff x="0" y="-1"/>
            <a:chExt cx="4758507" cy="1383440"/>
          </a:xfrm>
        </p:grpSpPr>
        <p:sp>
          <p:nvSpPr>
            <p:cNvPr id="341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342" name="강점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강점에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강점에 대해서 핵심만 간략하게 설명해주세요. </a:t>
              </a:r>
            </a:p>
          </p:txBody>
        </p:sp>
      </p:grpSp>
      <p:grpSp>
        <p:nvGrpSpPr>
          <p:cNvPr id="346" name="Text Placeholder 19"/>
          <p:cNvGrpSpPr/>
          <p:nvPr/>
        </p:nvGrpSpPr>
        <p:grpSpPr>
          <a:xfrm>
            <a:off x="6423490" y="2715755"/>
            <a:ext cx="4758508" cy="1383441"/>
            <a:chOff x="0" y="-1"/>
            <a:chExt cx="4758507" cy="1383440"/>
          </a:xfrm>
        </p:grpSpPr>
        <p:sp>
          <p:nvSpPr>
            <p:cNvPr id="344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345" name="약점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약점에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약점에 대해서 핵심만 간략하게 설명해주세요. </a:t>
              </a:r>
            </a:p>
          </p:txBody>
        </p:sp>
      </p:grpSp>
      <p:grpSp>
        <p:nvGrpSpPr>
          <p:cNvPr id="349" name="Text Placeholder 11"/>
          <p:cNvGrpSpPr/>
          <p:nvPr/>
        </p:nvGrpSpPr>
        <p:grpSpPr>
          <a:xfrm>
            <a:off x="6423490" y="4630255"/>
            <a:ext cx="4758710" cy="430890"/>
            <a:chOff x="0" y="-1"/>
            <a:chExt cx="4758708" cy="430889"/>
          </a:xfrm>
        </p:grpSpPr>
        <p:sp>
          <p:nvSpPr>
            <p:cNvPr id="347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348" name="THREATS"/>
            <p:cNvSpPr txBox="1"/>
            <p:nvPr/>
          </p:nvSpPr>
          <p:spPr>
            <a:xfrm>
              <a:off x="0" y="3353"/>
              <a:ext cx="4758708" cy="424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THREATS</a:t>
              </a:r>
            </a:p>
          </p:txBody>
        </p:sp>
      </p:grpSp>
      <p:grpSp>
        <p:nvGrpSpPr>
          <p:cNvPr id="352" name="Text Placeholder 15"/>
          <p:cNvGrpSpPr/>
          <p:nvPr/>
        </p:nvGrpSpPr>
        <p:grpSpPr>
          <a:xfrm>
            <a:off x="1145024" y="4630255"/>
            <a:ext cx="4758710" cy="430890"/>
            <a:chOff x="0" y="-1"/>
            <a:chExt cx="4758708" cy="430889"/>
          </a:xfrm>
        </p:grpSpPr>
        <p:sp>
          <p:nvSpPr>
            <p:cNvPr id="350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351" name="OPPORTUNITIES"/>
            <p:cNvSpPr txBox="1"/>
            <p:nvPr/>
          </p:nvSpPr>
          <p:spPr>
            <a:xfrm>
              <a:off x="0" y="3353"/>
              <a:ext cx="4758708" cy="424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OPPORTUNITIES</a:t>
              </a:r>
            </a:p>
          </p:txBody>
        </p:sp>
      </p:grpSp>
      <p:grpSp>
        <p:nvGrpSpPr>
          <p:cNvPr id="355" name="Oval 2"/>
          <p:cNvGrpSpPr/>
          <p:nvPr/>
        </p:nvGrpSpPr>
        <p:grpSpPr>
          <a:xfrm>
            <a:off x="6308273" y="4332149"/>
            <a:ext cx="498844" cy="498844"/>
            <a:chOff x="0" y="0"/>
            <a:chExt cx="498842" cy="498842"/>
          </a:xfrm>
        </p:grpSpPr>
        <p:sp>
          <p:nvSpPr>
            <p:cNvPr id="353" name="Circle"/>
            <p:cNvSpPr/>
            <p:nvPr/>
          </p:nvSpPr>
          <p:spPr>
            <a:xfrm>
              <a:off x="0" y="0"/>
              <a:ext cx="498842" cy="49884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54" name="T"/>
            <p:cNvSpPr txBox="1"/>
            <p:nvPr/>
          </p:nvSpPr>
          <p:spPr>
            <a:xfrm>
              <a:off x="118774" y="19550"/>
              <a:ext cx="26129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T</a:t>
              </a:r>
            </a:p>
          </p:txBody>
        </p:sp>
      </p:grpSp>
      <p:grpSp>
        <p:nvGrpSpPr>
          <p:cNvPr id="358" name="Oval 2"/>
          <p:cNvGrpSpPr/>
          <p:nvPr/>
        </p:nvGrpSpPr>
        <p:grpSpPr>
          <a:xfrm>
            <a:off x="1009803" y="4332149"/>
            <a:ext cx="498843" cy="498844"/>
            <a:chOff x="0" y="0"/>
            <a:chExt cx="498842" cy="498842"/>
          </a:xfrm>
        </p:grpSpPr>
        <p:sp>
          <p:nvSpPr>
            <p:cNvPr id="356" name="Circle"/>
            <p:cNvSpPr/>
            <p:nvPr/>
          </p:nvSpPr>
          <p:spPr>
            <a:xfrm>
              <a:off x="0" y="0"/>
              <a:ext cx="498842" cy="49884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57" name="O"/>
            <p:cNvSpPr txBox="1"/>
            <p:nvPr/>
          </p:nvSpPr>
          <p:spPr>
            <a:xfrm>
              <a:off x="118774" y="19550"/>
              <a:ext cx="26129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O</a:t>
              </a:r>
            </a:p>
          </p:txBody>
        </p:sp>
      </p:grpSp>
      <p:grpSp>
        <p:nvGrpSpPr>
          <p:cNvPr id="361" name="Text Placeholder 19"/>
          <p:cNvGrpSpPr/>
          <p:nvPr/>
        </p:nvGrpSpPr>
        <p:grpSpPr>
          <a:xfrm>
            <a:off x="1145225" y="5071851"/>
            <a:ext cx="4758508" cy="1383441"/>
            <a:chOff x="0" y="-1"/>
            <a:chExt cx="4758507" cy="1383440"/>
          </a:xfrm>
        </p:grpSpPr>
        <p:sp>
          <p:nvSpPr>
            <p:cNvPr id="359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360" name="기회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기회에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기회에 대해서 핵심만 간략하게 설명해주세요. </a:t>
              </a:r>
            </a:p>
          </p:txBody>
        </p:sp>
      </p:grpSp>
      <p:grpSp>
        <p:nvGrpSpPr>
          <p:cNvPr id="364" name="Text Placeholder 19"/>
          <p:cNvGrpSpPr/>
          <p:nvPr/>
        </p:nvGrpSpPr>
        <p:grpSpPr>
          <a:xfrm>
            <a:off x="6423490" y="5071851"/>
            <a:ext cx="4758508" cy="1383441"/>
            <a:chOff x="0" y="-1"/>
            <a:chExt cx="4758507" cy="1383440"/>
          </a:xfrm>
        </p:grpSpPr>
        <p:sp>
          <p:nvSpPr>
            <p:cNvPr id="362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363" name="위협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위협에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위협에 대해서 핵심만 간략하게 설명해주세요. </a:t>
              </a:r>
            </a:p>
          </p:txBody>
        </p:sp>
      </p:grpSp>
      <p:pic>
        <p:nvPicPr>
          <p:cNvPr id="365" name="그림 20" descr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TextBox 2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369" name="그림 2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367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368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데이터 전처리</a:t>
            </a:r>
          </a:p>
        </p:txBody>
      </p:sp>
      <p:sp>
        <p:nvSpPr>
          <p:cNvPr id="37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374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37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76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TextBox 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380" name="그림 1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378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379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3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최종 데이터셋</a:t>
            </a:r>
          </a:p>
        </p:txBody>
      </p:sp>
      <p:sp>
        <p:nvSpPr>
          <p:cNvPr id="384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385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386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87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TextBox 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391" name="그림 1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389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390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graphicFrame>
        <p:nvGraphicFramePr>
          <p:cNvPr id="392" name="표 1"/>
          <p:cNvGraphicFramePr/>
          <p:nvPr/>
        </p:nvGraphicFramePr>
        <p:xfrm>
          <a:off x="1551364" y="2425906"/>
          <a:ext cx="9900233" cy="369304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4362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8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50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26BF6"/>
                          </a:solidFill>
                        </a:rPr>
                        <a:t>game_features_full.csv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3175">
                      <a:solidFill>
                        <a:srgbClr val="BFBFBF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게임 x [장ㄹ12 + 태그50 원핫 + 가격/평점/인기도] (3,564 x 74)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3175">
                      <a:solidFill>
                        <a:srgbClr val="BFBFBF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5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26BF6"/>
                          </a:solidFill>
                        </a:defRPr>
                      </a:pPr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user_profile_features.csv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유저 x [라이브러리 크기, 평균가격, 평균평점, 평균인기도] (828 x11)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5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26BF6"/>
                          </a:solidFill>
                        </a:defRPr>
                      </a:pPr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user_genre_preference_raw.csv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유저 x 12장르, log-playtime 가중합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5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26BF6"/>
                          </a:solidFill>
                        </a:defRPr>
                      </a:pPr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user_tag_preference_top30/50_raw.csv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유저 x 30/50태그, log-playtime 가중합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50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solidFill>
                            <a:srgbClr val="FF7849"/>
                          </a:solidFill>
                        </a:rPr>
                        <a:t>user_genre_preference_normalized.csv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유저 x 12장르,행 합 =1 정규화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50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solidFill>
                            <a:srgbClr val="FF784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user_tag_preference_top30/50_normalized.csv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28575">
                      <a:solidFill>
                        <a:srgbClr val="126BF6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유저 x 30.50태그, 행 합=1 정규화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5" name="TextBox 5"/>
          <p:cNvSpPr txBox="1"/>
          <p:nvPr/>
        </p:nvSpPr>
        <p:spPr>
          <a:xfrm>
            <a:off x="523358" y="615795"/>
            <a:ext cx="617904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Contents</a:t>
            </a:r>
          </a:p>
        </p:txBody>
      </p:sp>
      <p:sp>
        <p:nvSpPr>
          <p:cNvPr id="39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03 ｜ 모델링</a:t>
            </a:r>
          </a:p>
        </p:txBody>
      </p:sp>
      <p:sp>
        <p:nvSpPr>
          <p:cNvPr id="39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39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9" name="타원 1"/>
          <p:cNvSpPr/>
          <p:nvPr/>
        </p:nvSpPr>
        <p:spPr>
          <a:xfrm>
            <a:off x="3879029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00" name="타원 4"/>
          <p:cNvSpPr/>
          <p:nvPr/>
        </p:nvSpPr>
        <p:spPr>
          <a:xfrm>
            <a:off x="1184614" y="2740391"/>
            <a:ext cx="1714108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01" name="타원 9"/>
          <p:cNvSpPr/>
          <p:nvPr/>
        </p:nvSpPr>
        <p:spPr>
          <a:xfrm>
            <a:off x="6573446" y="2740391"/>
            <a:ext cx="1714109" cy="171410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02" name="타원 10"/>
          <p:cNvSpPr/>
          <p:nvPr/>
        </p:nvSpPr>
        <p:spPr>
          <a:xfrm>
            <a:off x="9267860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03" name="Oval 48"/>
          <p:cNvSpPr/>
          <p:nvPr/>
        </p:nvSpPr>
        <p:spPr>
          <a:xfrm rot="16200000">
            <a:off x="3244981" y="3501732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404" name="Freeform 49"/>
          <p:cNvSpPr/>
          <p:nvPr/>
        </p:nvSpPr>
        <p:spPr>
          <a:xfrm rot="16200000">
            <a:off x="3297077" y="3587586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405" name="Oval 48"/>
          <p:cNvSpPr/>
          <p:nvPr/>
        </p:nvSpPr>
        <p:spPr>
          <a:xfrm rot="16200000">
            <a:off x="5916302" y="3501733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406" name="Freeform 49"/>
          <p:cNvSpPr/>
          <p:nvPr/>
        </p:nvSpPr>
        <p:spPr>
          <a:xfrm rot="16200000">
            <a:off x="5968398" y="3587588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407" name="Oval 48"/>
          <p:cNvSpPr/>
          <p:nvPr/>
        </p:nvSpPr>
        <p:spPr>
          <a:xfrm rot="16200000">
            <a:off x="8662227" y="3501734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408" name="Freeform 49"/>
          <p:cNvSpPr/>
          <p:nvPr/>
        </p:nvSpPr>
        <p:spPr>
          <a:xfrm rot="16200000">
            <a:off x="8714323" y="3587589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409" name="TextBox 20"/>
          <p:cNvSpPr txBox="1"/>
          <p:nvPr/>
        </p:nvSpPr>
        <p:spPr>
          <a:xfrm>
            <a:off x="1251177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410" name="TextBox 21"/>
          <p:cNvSpPr txBox="1"/>
          <p:nvPr/>
        </p:nvSpPr>
        <p:spPr>
          <a:xfrm>
            <a:off x="886577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411" name="TextBox 22"/>
          <p:cNvSpPr txBox="1"/>
          <p:nvPr/>
        </p:nvSpPr>
        <p:spPr>
          <a:xfrm>
            <a:off x="3538271" y="4661248"/>
            <a:ext cx="238345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412" name="TextBox 23"/>
          <p:cNvSpPr txBox="1"/>
          <p:nvPr/>
        </p:nvSpPr>
        <p:spPr>
          <a:xfrm>
            <a:off x="6238771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413" name="TextBox 24"/>
          <p:cNvSpPr txBox="1"/>
          <p:nvPr/>
        </p:nvSpPr>
        <p:spPr>
          <a:xfrm>
            <a:off x="8939272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414" name="TextBox 25"/>
          <p:cNvSpPr txBox="1"/>
          <p:nvPr/>
        </p:nvSpPr>
        <p:spPr>
          <a:xfrm>
            <a:off x="3973875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415" name="TextBox 26"/>
          <p:cNvSpPr txBox="1"/>
          <p:nvPr/>
        </p:nvSpPr>
        <p:spPr>
          <a:xfrm>
            <a:off x="6668290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sz="1600">
                <a:solidFill>
                  <a:srgbClr val="FFFFFF"/>
                </a:solidFill>
              </a:defRPr>
            </a:pPr>
            <a:r>
              <a:t>모델링</a:t>
            </a:r>
          </a:p>
        </p:txBody>
      </p:sp>
      <p:sp>
        <p:nvSpPr>
          <p:cNvPr id="416" name="TextBox 27"/>
          <p:cNvSpPr txBox="1"/>
          <p:nvPr/>
        </p:nvSpPr>
        <p:spPr>
          <a:xfrm>
            <a:off x="9362706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417" name="직선 연결선 28"/>
          <p:cNvSpPr/>
          <p:nvPr/>
        </p:nvSpPr>
        <p:spPr>
          <a:xfrm>
            <a:off x="1332549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8" name="직선 연결선 29"/>
          <p:cNvSpPr/>
          <p:nvPr/>
        </p:nvSpPr>
        <p:spPr>
          <a:xfrm>
            <a:off x="4026965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9" name="직선 연결선 30"/>
          <p:cNvSpPr/>
          <p:nvPr/>
        </p:nvSpPr>
        <p:spPr>
          <a:xfrm>
            <a:off x="6721381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직선 연결선 31"/>
          <p:cNvSpPr/>
          <p:nvPr/>
        </p:nvSpPr>
        <p:spPr>
          <a:xfrm>
            <a:off x="9415797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21" name="그림 14" descr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TextBox 1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25" name="그림 3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2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24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그룹 5"/>
          <p:cNvGrpSpPr/>
          <p:nvPr/>
        </p:nvGrpSpPr>
        <p:grpSpPr>
          <a:xfrm>
            <a:off x="-3427264" y="-2653631"/>
            <a:ext cx="17849809" cy="12979468"/>
            <a:chOff x="0" y="0"/>
            <a:chExt cx="17849807" cy="12979467"/>
          </a:xfrm>
        </p:grpSpPr>
        <p:sp>
          <p:nvSpPr>
            <p:cNvPr id="427" name="직사각형 11"/>
            <p:cNvSpPr/>
            <p:nvPr/>
          </p:nvSpPr>
          <p:spPr>
            <a:xfrm>
              <a:off x="3526653" y="2653630"/>
              <a:ext cx="12192001" cy="6858001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8" name="자유형: 도형 4"/>
            <p:cNvSpPr/>
            <p:nvPr/>
          </p:nvSpPr>
          <p:spPr>
            <a:xfrm rot="18845303">
              <a:off x="2192323" y="1611852"/>
              <a:ext cx="8620367" cy="97557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43" y="0"/>
                  </a:moveTo>
                  <a:lnTo>
                    <a:pt x="21600" y="8444"/>
                  </a:lnTo>
                  <a:lnTo>
                    <a:pt x="21600" y="16218"/>
                  </a:lnTo>
                  <a:cubicBezTo>
                    <a:pt x="21600" y="19190"/>
                    <a:pt x="18873" y="21600"/>
                    <a:pt x="15509" y="21600"/>
                  </a:cubicBezTo>
                  <a:lnTo>
                    <a:pt x="12098" y="21600"/>
                  </a:lnTo>
                  <a:lnTo>
                    <a:pt x="0" y="10565"/>
                  </a:lnTo>
                  <a:close/>
                </a:path>
              </a:pathLst>
            </a:custGeom>
            <a:gradFill flip="none" rotWithShape="1">
              <a:gsLst>
                <a:gs pos="27000">
                  <a:srgbClr val="131B6C"/>
                </a:gs>
                <a:gs pos="100000">
                  <a:srgbClr val="126BF6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609600" dist="38100" dir="2700000" rotWithShape="0">
                <a:srgbClr val="000000">
                  <a:alpha val="4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9" name="자유형: 도형 12"/>
            <p:cNvSpPr/>
            <p:nvPr/>
          </p:nvSpPr>
          <p:spPr>
            <a:xfrm rot="19534808">
              <a:off x="12900598" y="5025552"/>
              <a:ext cx="4241191" cy="3818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34"/>
                  </a:moveTo>
                  <a:lnTo>
                    <a:pt x="8418" y="21600"/>
                  </a:lnTo>
                  <a:lnTo>
                    <a:pt x="7807" y="21496"/>
                  </a:lnTo>
                  <a:cubicBezTo>
                    <a:pt x="3351" y="20484"/>
                    <a:pt x="0" y="16106"/>
                    <a:pt x="0" y="10859"/>
                  </a:cubicBezTo>
                  <a:cubicBezTo>
                    <a:pt x="0" y="4862"/>
                    <a:pt x="4377" y="0"/>
                    <a:pt x="9777" y="0"/>
                  </a:cubicBezTo>
                  <a:lnTo>
                    <a:pt x="19582" y="0"/>
                  </a:lnTo>
                  <a:cubicBezTo>
                    <a:pt x="20256" y="0"/>
                    <a:pt x="20915" y="76"/>
                    <a:pt x="21552" y="221"/>
                  </a:cubicBezTo>
                  <a:close/>
                </a:path>
              </a:pathLst>
            </a:custGeom>
            <a:gradFill flip="none" rotWithShape="1">
              <a:gsLst>
                <a:gs pos="27000">
                  <a:srgbClr val="131B6C"/>
                </a:gs>
                <a:gs pos="100000">
                  <a:srgbClr val="126BF6"/>
                </a:gs>
              </a:gsLst>
              <a:lin ang="10800000" scaled="0"/>
            </a:gradFill>
            <a:ln w="12700" cap="flat">
              <a:noFill/>
              <a:miter lim="400000"/>
            </a:ln>
            <a:effectLst>
              <a:outerShdw blurRad="266700" dist="38100" dir="2700000" rotWithShape="0">
                <a:srgbClr val="000000">
                  <a:alpha val="11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0" name="사각형: 둥근 모서리 14"/>
            <p:cNvSpPr/>
            <p:nvPr/>
          </p:nvSpPr>
          <p:spPr>
            <a:xfrm>
              <a:off x="13005013" y="3185476"/>
              <a:ext cx="1184429" cy="117038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25000">
                  <a:srgbClr val="131B6C"/>
                </a:gs>
                <a:gs pos="100000">
                  <a:srgbClr val="126BF6">
                    <a:alpha val="36000"/>
                  </a:srgbClr>
                </a:gs>
              </a:gsLst>
              <a:lin ang="8100000" scaled="0"/>
            </a:gradFill>
            <a:ln w="12700" cap="flat">
              <a:noFill/>
              <a:miter lim="400000"/>
            </a:ln>
            <a:effectLst>
              <a:outerShdw blurRad="660400" dist="38100" rotWithShape="0">
                <a:srgbClr val="000000">
                  <a:alpha val="1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32" name="직사각형 10"/>
          <p:cNvSpPr/>
          <p:nvPr/>
        </p:nvSpPr>
        <p:spPr>
          <a:xfrm>
            <a:off x="0" y="0"/>
            <a:ext cx="12291391" cy="6858000"/>
          </a:xfrm>
          <a:prstGeom prst="rect">
            <a:avLst/>
          </a:prstGeom>
          <a:solidFill>
            <a:srgbClr val="151F95">
              <a:alpha val="4509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35" name="사각형: 둥근 모서리 15"/>
          <p:cNvGrpSpPr/>
          <p:nvPr/>
        </p:nvGrpSpPr>
        <p:grpSpPr>
          <a:xfrm>
            <a:off x="6096000" y="3263281"/>
            <a:ext cx="5324770" cy="424694"/>
            <a:chOff x="0" y="0"/>
            <a:chExt cx="5324769" cy="424693"/>
          </a:xfrm>
        </p:grpSpPr>
        <p:sp>
          <p:nvSpPr>
            <p:cNvPr id="433" name="Rounded Rectangle"/>
            <p:cNvSpPr/>
            <p:nvPr/>
          </p:nvSpPr>
          <p:spPr>
            <a:xfrm>
              <a:off x="0" y="0"/>
              <a:ext cx="5324769" cy="42469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4" name="세부목차를 작성해주세요"/>
            <p:cNvSpPr txBox="1"/>
            <p:nvPr/>
          </p:nvSpPr>
          <p:spPr>
            <a:xfrm>
              <a:off x="107913" y="5333"/>
              <a:ext cx="5108941" cy="414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126BF6"/>
                  </a:solidFill>
                </a:defRPr>
              </a:lvl1pPr>
            </a:lstStyle>
            <a:p>
              <a:r>
                <a:t>세부목차를 작성해주세요</a:t>
              </a:r>
            </a:p>
          </p:txBody>
        </p:sp>
      </p:grp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직사각형 1"/>
          <p:cNvSpPr/>
          <p:nvPr/>
        </p:nvSpPr>
        <p:spPr>
          <a:xfrm>
            <a:off x="0" y="0"/>
            <a:ext cx="12192000" cy="1176987"/>
          </a:xfrm>
          <a:prstGeom prst="rect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8" name="TextBox 2"/>
          <p:cNvSpPr txBox="1"/>
          <p:nvPr/>
        </p:nvSpPr>
        <p:spPr>
          <a:xfrm>
            <a:off x="1111338" y="4403102"/>
            <a:ext cx="717355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126BF6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439" name="직선 연결선 13"/>
          <p:cNvSpPr/>
          <p:nvPr/>
        </p:nvSpPr>
        <p:spPr>
          <a:xfrm>
            <a:off x="1101319" y="3589087"/>
            <a:ext cx="361615" cy="400887"/>
          </a:xfrm>
          <a:prstGeom prst="line">
            <a:avLst/>
          </a:prstGeom>
          <a:ln w="635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0" name="TextBox 22"/>
          <p:cNvSpPr txBox="1"/>
          <p:nvPr/>
        </p:nvSpPr>
        <p:spPr>
          <a:xfrm>
            <a:off x="1508652" y="4469496"/>
            <a:ext cx="2476133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26BF6"/>
                </a:solidFill>
              </a:defRPr>
            </a:pPr>
            <a:r>
              <a:t>/ 대목차를 입력해주세요</a:t>
            </a:r>
          </a:p>
        </p:txBody>
      </p:sp>
      <p:sp>
        <p:nvSpPr>
          <p:cNvPr id="441" name="TextBox 26"/>
          <p:cNvSpPr txBox="1"/>
          <p:nvPr/>
        </p:nvSpPr>
        <p:spPr>
          <a:xfrm>
            <a:off x="1554952" y="4902051"/>
            <a:ext cx="2429834" cy="891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</p:txBody>
      </p:sp>
      <p:sp>
        <p:nvSpPr>
          <p:cNvPr id="442" name="TextBox 15"/>
          <p:cNvSpPr txBox="1"/>
          <p:nvPr/>
        </p:nvSpPr>
        <p:spPr>
          <a:xfrm>
            <a:off x="749333" y="3460479"/>
            <a:ext cx="250117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151F95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Contents</a:t>
            </a:r>
          </a:p>
        </p:txBody>
      </p:sp>
      <p:sp>
        <p:nvSpPr>
          <p:cNvPr id="443" name="직선 연결선 9"/>
          <p:cNvSpPr/>
          <p:nvPr/>
        </p:nvSpPr>
        <p:spPr>
          <a:xfrm>
            <a:off x="749912" y="3975105"/>
            <a:ext cx="10675327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4" name="직선 연결선 17"/>
          <p:cNvSpPr/>
          <p:nvPr/>
        </p:nvSpPr>
        <p:spPr>
          <a:xfrm>
            <a:off x="749912" y="6282751"/>
            <a:ext cx="10675327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5" name="TextBox 18"/>
          <p:cNvSpPr txBox="1"/>
          <p:nvPr/>
        </p:nvSpPr>
        <p:spPr>
          <a:xfrm>
            <a:off x="4449319" y="4403102"/>
            <a:ext cx="717355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126BF6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446" name="TextBox 19"/>
          <p:cNvSpPr txBox="1"/>
          <p:nvPr/>
        </p:nvSpPr>
        <p:spPr>
          <a:xfrm>
            <a:off x="4846633" y="4469496"/>
            <a:ext cx="2476133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26BF6"/>
                </a:solidFill>
              </a:defRPr>
            </a:pPr>
            <a:r>
              <a:t>/ 대목차를 입력해주세요</a:t>
            </a:r>
          </a:p>
        </p:txBody>
      </p:sp>
      <p:sp>
        <p:nvSpPr>
          <p:cNvPr id="447" name="TextBox 20"/>
          <p:cNvSpPr txBox="1"/>
          <p:nvPr/>
        </p:nvSpPr>
        <p:spPr>
          <a:xfrm>
            <a:off x="4892933" y="4902051"/>
            <a:ext cx="2429833" cy="891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</p:txBody>
      </p:sp>
      <p:sp>
        <p:nvSpPr>
          <p:cNvPr id="448" name="TextBox 21"/>
          <p:cNvSpPr txBox="1"/>
          <p:nvPr/>
        </p:nvSpPr>
        <p:spPr>
          <a:xfrm>
            <a:off x="7793385" y="4403102"/>
            <a:ext cx="717355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126BF6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449" name="TextBox 23"/>
          <p:cNvSpPr txBox="1"/>
          <p:nvPr/>
        </p:nvSpPr>
        <p:spPr>
          <a:xfrm>
            <a:off x="8190700" y="4469496"/>
            <a:ext cx="2476133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26BF6"/>
                </a:solidFill>
              </a:defRPr>
            </a:pPr>
            <a:r>
              <a:t>/ 대목차를 입력해주세요</a:t>
            </a:r>
          </a:p>
        </p:txBody>
      </p:sp>
      <p:sp>
        <p:nvSpPr>
          <p:cNvPr id="450" name="TextBox 24"/>
          <p:cNvSpPr txBox="1"/>
          <p:nvPr/>
        </p:nvSpPr>
        <p:spPr>
          <a:xfrm>
            <a:off x="8236999" y="4902051"/>
            <a:ext cx="2429833" cy="891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  <a:p>
            <a:pPr marL="285750" indent="-285750">
              <a:lnSpc>
                <a:spcPts val="2100"/>
              </a:lnSpc>
              <a:buSzPct val="100000"/>
              <a:buFont typeface="Arial"/>
              <a:buChar char="•"/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소목차를 작성해주세요</a:t>
            </a:r>
          </a:p>
        </p:txBody>
      </p:sp>
      <p:pic>
        <p:nvPicPr>
          <p:cNvPr id="451" name="그림 16" descr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TextBox 2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55" name="그림 27"/>
          <p:cNvGrpSpPr/>
          <p:nvPr/>
        </p:nvGrpSpPr>
        <p:grpSpPr>
          <a:xfrm>
            <a:off x="9760973" y="3428999"/>
            <a:ext cx="1566218" cy="413091"/>
            <a:chOff x="0" y="0"/>
            <a:chExt cx="1566216" cy="413090"/>
          </a:xfrm>
        </p:grpSpPr>
        <p:sp>
          <p:nvSpPr>
            <p:cNvPr id="45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54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/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2B3FD78-B36F-9ADA-1CC4-FC804737636A}"/>
              </a:ext>
            </a:extLst>
          </p:cNvPr>
          <p:cNvSpPr txBox="1"/>
          <p:nvPr/>
        </p:nvSpPr>
        <p:spPr>
          <a:xfrm>
            <a:off x="360545" y="635234"/>
            <a:ext cx="10789920" cy="482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 err="1">
                <a:solidFill>
                  <a:srgbClr val="1B2838"/>
                </a:solidFill>
                <a:latin typeface="Malgun Gothic"/>
              </a:rPr>
              <a:t>모델링</a:t>
            </a:r>
            <a:r>
              <a:rPr sz="30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sz="3000" b="1" i="0" err="1">
                <a:solidFill>
                  <a:srgbClr val="1B2838"/>
                </a:solidFill>
                <a:latin typeface="Malgun Gothic"/>
              </a:rPr>
              <a:t>목표</a:t>
            </a:r>
            <a:endParaRPr sz="3000" b="1" i="0">
              <a:solidFill>
                <a:srgbClr val="1B2838"/>
              </a:solidFill>
              <a:latin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5D695-91B3-D85A-E6A1-22E9A7773350}"/>
              </a:ext>
            </a:extLst>
          </p:cNvPr>
          <p:cNvSpPr txBox="1"/>
          <p:nvPr/>
        </p:nvSpPr>
        <p:spPr>
          <a:xfrm>
            <a:off x="360545" y="1549634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2A67A5"/>
                </a:solidFill>
                <a:latin typeface="Malgun Gothic"/>
              </a:rPr>
              <a:t>“이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유저가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아직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플레이하지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않은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게임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중,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좋아할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만한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것 Top-</a:t>
            </a:r>
            <a:r>
              <a:rPr lang="en-US" sz="1900" b="1" i="0">
                <a:solidFill>
                  <a:srgbClr val="2A67A5"/>
                </a:solidFill>
                <a:latin typeface="Malgun Gothic"/>
              </a:rPr>
              <a:t>10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을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순서대로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 </a:t>
            </a:r>
            <a:r>
              <a:rPr sz="1900" b="1" i="0" err="1">
                <a:solidFill>
                  <a:srgbClr val="2A67A5"/>
                </a:solidFill>
                <a:latin typeface="Malgun Gothic"/>
              </a:rPr>
              <a:t>뽑는다</a:t>
            </a:r>
            <a:r>
              <a:rPr sz="1900" b="1" i="0">
                <a:solidFill>
                  <a:srgbClr val="2A67A5"/>
                </a:solidFill>
                <a:latin typeface="Malgun Gothic"/>
              </a:rPr>
              <a:t>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33D347-1BF7-34E6-D0EC-F316284B1D16}"/>
              </a:ext>
            </a:extLst>
          </p:cNvPr>
          <p:cNvSpPr/>
          <p:nvPr/>
        </p:nvSpPr>
        <p:spPr>
          <a:xfrm>
            <a:off x="360545" y="2189714"/>
            <a:ext cx="3383280" cy="1737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48D94C-5644-A8CF-DE36-11233554A72B}"/>
              </a:ext>
            </a:extLst>
          </p:cNvPr>
          <p:cNvSpPr/>
          <p:nvPr/>
        </p:nvSpPr>
        <p:spPr>
          <a:xfrm>
            <a:off x="360545" y="2189714"/>
            <a:ext cx="54864" cy="1737360"/>
          </a:xfrm>
          <a:prstGeom prst="rect">
            <a:avLst/>
          </a:prstGeom>
          <a:solidFill>
            <a:srgbClr val="2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10ACA-F12E-6A55-A156-A9913A6FB01D}"/>
              </a:ext>
            </a:extLst>
          </p:cNvPr>
          <p:cNvSpPr txBox="1"/>
          <p:nvPr/>
        </p:nvSpPr>
        <p:spPr>
          <a:xfrm>
            <a:off x="616577" y="237259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2838"/>
                </a:solidFill>
                <a:latin typeface="Malgun Gothic"/>
              </a:rPr>
              <a:t>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E7A858-4936-2AC4-5A3A-8D9A37F9C601}"/>
              </a:ext>
            </a:extLst>
          </p:cNvPr>
          <p:cNvSpPr txBox="1"/>
          <p:nvPr/>
        </p:nvSpPr>
        <p:spPr>
          <a:xfrm>
            <a:off x="616577" y="2756642"/>
            <a:ext cx="2926080" cy="1167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플레이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이력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(</a:t>
            </a:r>
            <a:r>
              <a:rPr lang="af-ZA" sz="1250" b="0" i="0" err="1">
                <a:solidFill>
                  <a:srgbClr val="5A636B"/>
                </a:solidFill>
                <a:latin typeface="Malgun Gothic"/>
              </a:rPr>
              <a:t>playtime_hours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게임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속성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42차원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  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장르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12 +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태그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30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게임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수치형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(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평점</a:t>
            </a:r>
            <a:r>
              <a:rPr lang="en-US" altLang="ko-KR" sz="1250" b="0" i="0" err="1">
                <a:solidFill>
                  <a:srgbClr val="5A636B"/>
                </a:solidFill>
                <a:latin typeface="Malgun Gothic"/>
              </a:rPr>
              <a:t>·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리뷰수</a:t>
            </a:r>
            <a:r>
              <a:rPr lang="en-US" altLang="ko-KR" sz="1250" b="0" i="0" err="1">
                <a:solidFill>
                  <a:srgbClr val="5A636B"/>
                </a:solidFill>
                <a:latin typeface="Malgun Gothic"/>
              </a:rPr>
              <a:t>·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인기도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872D3C-150A-7F59-684C-CFFB52E63D5C}"/>
              </a:ext>
            </a:extLst>
          </p:cNvPr>
          <p:cNvSpPr/>
          <p:nvPr/>
        </p:nvSpPr>
        <p:spPr>
          <a:xfrm>
            <a:off x="4063865" y="2189714"/>
            <a:ext cx="3383280" cy="1737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4C504E-EBE9-9CD6-D41B-4101B3CDB655}"/>
              </a:ext>
            </a:extLst>
          </p:cNvPr>
          <p:cNvSpPr/>
          <p:nvPr/>
        </p:nvSpPr>
        <p:spPr>
          <a:xfrm>
            <a:off x="4063865" y="2189714"/>
            <a:ext cx="54864" cy="173736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14F0EE-A873-63B2-6146-8E9DCFA1E8CA}"/>
              </a:ext>
            </a:extLst>
          </p:cNvPr>
          <p:cNvSpPr txBox="1"/>
          <p:nvPr/>
        </p:nvSpPr>
        <p:spPr>
          <a:xfrm>
            <a:off x="4319897" y="237259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2838"/>
                </a:solidFill>
                <a:latin typeface="Malgun Gothic"/>
              </a:rPr>
              <a:t>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FBA270-A887-A931-4F7F-C612DB921D52}"/>
              </a:ext>
            </a:extLst>
          </p:cNvPr>
          <p:cNvSpPr txBox="1"/>
          <p:nvPr/>
        </p:nvSpPr>
        <p:spPr>
          <a:xfrm>
            <a:off x="4319897" y="2756642"/>
            <a:ext cx="2926080" cy="1167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recommend(user, </a:t>
            </a:r>
            <a:r>
              <a:rPr lang="af-ZA" sz="1250" b="0" i="0" err="1">
                <a:solidFill>
                  <a:srgbClr val="5A636B"/>
                </a:solidFill>
                <a:latin typeface="Malgun Gothic"/>
              </a:rPr>
              <a:t>ctx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) →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게임별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점수</a:t>
            </a:r>
            <a:endParaRPr lang="ko-KR" altLang="en-US"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lang="ko-KR" altLang="en-US"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6개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모델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모두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동일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인터페이스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보유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게임은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후보에서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제외</a:t>
            </a:r>
            <a:endParaRPr sz="1250" b="0" i="0">
              <a:solidFill>
                <a:srgbClr val="5A636B"/>
              </a:solidFill>
              <a:latin typeface="Malgun Gothic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82F2C7-76C1-EE26-5C12-862AC0C002AD}"/>
              </a:ext>
            </a:extLst>
          </p:cNvPr>
          <p:cNvSpPr/>
          <p:nvPr/>
        </p:nvSpPr>
        <p:spPr>
          <a:xfrm>
            <a:off x="7767185" y="2189714"/>
            <a:ext cx="3383280" cy="1737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42E87E-D871-2910-0487-A487E2034D3D}"/>
              </a:ext>
            </a:extLst>
          </p:cNvPr>
          <p:cNvSpPr/>
          <p:nvPr/>
        </p:nvSpPr>
        <p:spPr>
          <a:xfrm>
            <a:off x="7767185" y="2189714"/>
            <a:ext cx="54864" cy="1737360"/>
          </a:xfrm>
          <a:prstGeom prst="rect">
            <a:avLst/>
          </a:prstGeom>
          <a:solidFill>
            <a:srgbClr val="1E7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C4182E-9B22-A11E-21D9-C7CA9E5843EB}"/>
              </a:ext>
            </a:extLst>
          </p:cNvPr>
          <p:cNvSpPr txBox="1"/>
          <p:nvPr/>
        </p:nvSpPr>
        <p:spPr>
          <a:xfrm>
            <a:off x="8023216" y="237259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2838"/>
                </a:solidFill>
                <a:latin typeface="Malgun Gothic"/>
              </a:rPr>
              <a:t>OUTPUT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59C9A4-D759-B7C1-73B1-9ED343490D86}"/>
              </a:ext>
            </a:extLst>
          </p:cNvPr>
          <p:cNvSpPr txBox="1"/>
          <p:nvPr/>
        </p:nvSpPr>
        <p:spPr>
          <a:xfrm>
            <a:off x="8023216" y="2756642"/>
            <a:ext cx="2926080" cy="850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 err="1">
                <a:solidFill>
                  <a:srgbClr val="5A636B"/>
                </a:solidFill>
                <a:latin typeface="Malgun Gothic"/>
              </a:rPr>
              <a:t>점수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내림차순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정렬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→ Top-</a:t>
            </a:r>
            <a:r>
              <a:rPr lang="en-US" sz="1250" b="0" i="0">
                <a:solidFill>
                  <a:srgbClr val="5A636B"/>
                </a:solidFill>
                <a:latin typeface="Malgun Gothic"/>
              </a:rPr>
              <a:t>5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 err="1">
                <a:solidFill>
                  <a:srgbClr val="5A636B"/>
                </a:solidFill>
                <a:latin typeface="Malgun Gothic"/>
              </a:rPr>
              <a:t>평가지표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: NDCG@</a:t>
            </a:r>
            <a:r>
              <a:rPr lang="en-US" sz="1250" b="0" i="0">
                <a:solidFill>
                  <a:srgbClr val="5A636B"/>
                </a:solidFill>
                <a:latin typeface="Malgun Gothic"/>
              </a:rPr>
              <a:t>10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/ Recall@</a:t>
            </a:r>
            <a:r>
              <a:rPr lang="en-US" sz="1250" b="0" i="0">
                <a:solidFill>
                  <a:srgbClr val="5A636B"/>
                </a:solidFill>
                <a:latin typeface="Malgun Gothic"/>
              </a:rPr>
              <a:t>10</a:t>
            </a:r>
            <a:endParaRPr sz="1250" b="0" i="0">
              <a:solidFill>
                <a:srgbClr val="5A636B"/>
              </a:solidFill>
              <a:latin typeface="Malgun Gothic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9A9781-C9D1-E987-013D-318BB88E063E}"/>
              </a:ext>
            </a:extLst>
          </p:cNvPr>
          <p:cNvSpPr/>
          <p:nvPr/>
        </p:nvSpPr>
        <p:spPr>
          <a:xfrm>
            <a:off x="546429" y="4425642"/>
            <a:ext cx="10789920" cy="16916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6B27AA-9B9A-4340-E844-8F5963087CCF}"/>
              </a:ext>
            </a:extLst>
          </p:cNvPr>
          <p:cNvSpPr txBox="1"/>
          <p:nvPr/>
        </p:nvSpPr>
        <p:spPr>
          <a:xfrm>
            <a:off x="662297" y="408945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2838"/>
                </a:solidFill>
                <a:latin typeface="Malgun Gothic"/>
              </a:rPr>
              <a:t>데이터 규모 (모델 입력 기준)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EF50AA-B6F1-FFE9-269F-A7D48E2ED980}"/>
              </a:ext>
            </a:extLst>
          </p:cNvPr>
          <p:cNvSpPr txBox="1"/>
          <p:nvPr/>
        </p:nvSpPr>
        <p:spPr>
          <a:xfrm>
            <a:off x="1344136" y="485138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2A67A5"/>
                </a:solidFill>
                <a:latin typeface="Malgun Gothic"/>
              </a:rPr>
              <a:t>779명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A3EB5D-20B9-144D-5E6C-5E31C7DB2284}"/>
              </a:ext>
            </a:extLst>
          </p:cNvPr>
          <p:cNvSpPr txBox="1"/>
          <p:nvPr/>
        </p:nvSpPr>
        <p:spPr>
          <a:xfrm>
            <a:off x="1252696" y="530836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 err="1">
                <a:solidFill>
                  <a:srgbClr val="5A636B"/>
                </a:solidFill>
                <a:latin typeface="Malgun Gothic"/>
              </a:rPr>
              <a:t>평가</a:t>
            </a:r>
            <a:r>
              <a:rPr sz="11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150" b="0" i="0" err="1">
                <a:solidFill>
                  <a:srgbClr val="5A636B"/>
                </a:solidFill>
                <a:latin typeface="Malgun Gothic"/>
              </a:rPr>
              <a:t>대상</a:t>
            </a:r>
            <a:r>
              <a:rPr sz="11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150" b="0" i="0" err="1">
                <a:solidFill>
                  <a:srgbClr val="5A636B"/>
                </a:solidFill>
                <a:latin typeface="Malgun Gothic"/>
              </a:rPr>
              <a:t>유저</a:t>
            </a:r>
            <a:endParaRPr sz="1150" b="0" i="0">
              <a:solidFill>
                <a:srgbClr val="5A636B"/>
              </a:solidFill>
              <a:latin typeface="Malgun Gothic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D45294-9E82-1C65-BEBE-AA0EE850F02F}"/>
              </a:ext>
            </a:extLst>
          </p:cNvPr>
          <p:cNvSpPr txBox="1"/>
          <p:nvPr/>
        </p:nvSpPr>
        <p:spPr>
          <a:xfrm>
            <a:off x="3734927" y="485138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2A67A5"/>
                </a:solidFill>
                <a:latin typeface="Malgun Gothic"/>
              </a:rPr>
              <a:t>3,256개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6C54FB-C6D6-A724-903D-B47932697A2C}"/>
              </a:ext>
            </a:extLst>
          </p:cNvPr>
          <p:cNvSpPr txBox="1"/>
          <p:nvPr/>
        </p:nvSpPr>
        <p:spPr>
          <a:xfrm>
            <a:off x="3591139" y="5364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실제 플레이된 게임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55CCAF-C7AF-E8D5-81B8-75635A3DB8CF}"/>
              </a:ext>
            </a:extLst>
          </p:cNvPr>
          <p:cNvSpPr txBox="1"/>
          <p:nvPr/>
        </p:nvSpPr>
        <p:spPr>
          <a:xfrm>
            <a:off x="6011536" y="485138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2A67A5"/>
                </a:solidFill>
                <a:latin typeface="Malgun Gothic"/>
              </a:rPr>
              <a:t>3,564개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151535-C463-D7CA-8F96-477B84C0DBBD}"/>
              </a:ext>
            </a:extLst>
          </p:cNvPr>
          <p:cNvSpPr txBox="1"/>
          <p:nvPr/>
        </p:nvSpPr>
        <p:spPr>
          <a:xfrm>
            <a:off x="5892664" y="536240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후보 카탈로그(피처 보유)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17D4B9-575B-3C25-3BFA-5425424B4A11}"/>
              </a:ext>
            </a:extLst>
          </p:cNvPr>
          <p:cNvSpPr txBox="1"/>
          <p:nvPr/>
        </p:nvSpPr>
        <p:spPr>
          <a:xfrm>
            <a:off x="8579405" y="4857371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2A67A5"/>
                </a:solidFill>
                <a:latin typeface="Malgun Gothic"/>
              </a:rPr>
              <a:t>23,297건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B7215F-A3B8-9609-8183-8023A280537C}"/>
              </a:ext>
            </a:extLst>
          </p:cNvPr>
          <p:cNvSpPr txBox="1"/>
          <p:nvPr/>
        </p:nvSpPr>
        <p:spPr>
          <a:xfrm>
            <a:off x="8487965" y="5364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유저×게임 상호작용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6A44D59-244E-5207-5957-7C7836C9112B}"/>
              </a:ext>
            </a:extLst>
          </p:cNvPr>
          <p:cNvSpPr txBox="1"/>
          <p:nvPr/>
        </p:nvSpPr>
        <p:spPr>
          <a:xfrm>
            <a:off x="158026" y="7183107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5A636B"/>
                </a:solidFill>
                <a:latin typeface="Malgun Gothic"/>
              </a:rPr>
              <a:t>→ 극도로 희소하고(99%) 게임의 47%가 1인 보유 — 모델 선택이 성능을 크게 가르는 조건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F3AFC-E038-2612-D2AD-D29581F1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580372A8-2F5C-1411-39CC-902FD9C21C1F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9A0968BA-5325-374D-0419-E9F5FA38B0ED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FE3DAC12-B81B-E63B-DC0C-DC422A528230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00AB23D1-F193-DF72-4667-C4C6094A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CC899B57-04BF-D21E-5034-E78AC7907C5B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ACA3092C-48B9-CE94-78B8-EB83FE565367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247C14A1-8246-DEC8-1583-BEDB4AD29D4D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78F4B248-8F88-E7C6-D612-232E66D07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CB50ADA-8EDC-C8CD-F9A9-9CCFD7858A51}"/>
              </a:ext>
            </a:extLst>
          </p:cNvPr>
          <p:cNvSpPr/>
          <p:nvPr/>
        </p:nvSpPr>
        <p:spPr>
          <a:xfrm>
            <a:off x="7767185" y="2189714"/>
            <a:ext cx="3383280" cy="1737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493301-1418-4BD9-844F-AB9B41BBBAE0}"/>
              </a:ext>
            </a:extLst>
          </p:cNvPr>
          <p:cNvSpPr txBox="1"/>
          <p:nvPr/>
        </p:nvSpPr>
        <p:spPr>
          <a:xfrm>
            <a:off x="158026" y="7183107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5A636B"/>
                </a:solidFill>
                <a:latin typeface="Malgun Gothic"/>
              </a:rPr>
              <a:t>→ 극도로 희소하고(99%) 게임의 47%가 1인 보유 — 모델 선택이 성능을 크게 가르는 조건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B8D25E-5245-E681-AB15-590E80EEB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306532"/>
              </p:ext>
            </p:extLst>
          </p:nvPr>
        </p:nvGraphicFramePr>
        <p:xfrm>
          <a:off x="546429" y="1429900"/>
          <a:ext cx="10789919" cy="44431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3685907358"/>
                    </a:ext>
                  </a:extLst>
                </a:gridCol>
                <a:gridCol w="3057144">
                  <a:extLst>
                    <a:ext uri="{9D8B030D-6E8A-4147-A177-3AD203B41FA5}">
                      <a16:colId xmlns:a16="http://schemas.microsoft.com/office/drawing/2014/main" val="3672910478"/>
                    </a:ext>
                  </a:extLst>
                </a:gridCol>
                <a:gridCol w="2967228">
                  <a:extLst>
                    <a:ext uri="{9D8B030D-6E8A-4147-A177-3AD203B41FA5}">
                      <a16:colId xmlns:a16="http://schemas.microsoft.com/office/drawing/2014/main" val="3720920679"/>
                    </a:ext>
                  </a:extLst>
                </a:gridCol>
                <a:gridCol w="2517647">
                  <a:extLst>
                    <a:ext uri="{9D8B030D-6E8A-4147-A177-3AD203B41FA5}">
                      <a16:colId xmlns:a16="http://schemas.microsoft.com/office/drawing/2014/main" val="727900665"/>
                    </a:ext>
                  </a:extLst>
                </a:gridCol>
              </a:tblGrid>
              <a:tr h="617918">
                <a:tc>
                  <a:txBody>
                    <a:bodyPr/>
                    <a:lstStyle/>
                    <a:p>
                      <a:pPr algn="l"/>
                      <a:r>
                        <a:rPr sz="1300" b="1" err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  <a:endParaRPr sz="1300" b="1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핵심 아이디어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err="1">
                          <a:solidFill>
                            <a:srgbClr val="FFFFFF"/>
                          </a:solidFill>
                          <a:latin typeface="Malgun Gothic"/>
                        </a:rPr>
                        <a:t>점수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 </a:t>
                      </a:r>
                      <a:r>
                        <a:rPr sz="1300" b="1" err="1">
                          <a:solidFill>
                            <a:srgbClr val="FFFFFF"/>
                          </a:solidFill>
                          <a:latin typeface="Malgun Gothic"/>
                        </a:rPr>
                        <a:t>계산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 </a:t>
                      </a:r>
                      <a:r>
                        <a:rPr sz="1300" b="1" err="1">
                          <a:solidFill>
                            <a:srgbClr val="FFFFFF"/>
                          </a:solidFill>
                          <a:latin typeface="Malgun Gothic"/>
                        </a:rPr>
                        <a:t>신호</a:t>
                      </a:r>
                      <a:endParaRPr sz="1300" b="1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사용 데이터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364341"/>
                  </a:ext>
                </a:extLst>
              </a:tr>
              <a:tr h="76504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① 인기도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비개인화 baseline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플레이한 고유 유저 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cleaned_played_data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038720"/>
                  </a:ext>
                </a:extLst>
              </a:tr>
              <a:tr h="76504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② 콘텐츠 + Value Score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취향 벡터 ↔ 게임 속성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코사인 유사도 + 평점 + 인기도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취향벡터 + game_features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834386"/>
                  </a:ext>
                </a:extLst>
              </a:tr>
              <a:tr h="76504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③ User-CF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나와 비슷한 사람이 한 게임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유저-유저 코사인 (K=20)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유저×게임 행렬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0077"/>
                  </a:ext>
                </a:extLst>
              </a:tr>
              <a:tr h="76504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④ Item-CF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내가 한 게임과 같이 플레이되는 게임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게임-게임</a:t>
                      </a:r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코사인</a:t>
                      </a:r>
                      <a:endParaRPr sz="1250" b="0">
                        <a:solidFill>
                          <a:srgbClr val="1A1D21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유저×게임 행렬(전치)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069936"/>
                  </a:ext>
                </a:extLst>
              </a:tr>
              <a:tr h="76504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⑤ SVD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잠재요인</a:t>
                      </a:r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행렬분해</a:t>
                      </a:r>
                      <a:endParaRPr sz="1250" b="0">
                        <a:solidFill>
                          <a:srgbClr val="1A1D21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sz="1250" b="0">
                          <a:solidFill>
                            <a:srgbClr val="1A1D21"/>
                          </a:solidFill>
                          <a:latin typeface="Malgun Gothic"/>
                        </a:rPr>
                        <a:t>S</a:t>
                      </a:r>
                      <a:r>
                        <a:rPr lang="en-US"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tochastic</a:t>
                      </a:r>
                      <a:r>
                        <a:rPr lang="ko-KR" altLang="en-US" sz="1250" b="0">
                          <a:solidFill>
                            <a:srgbClr val="1A1D21"/>
                          </a:solidFill>
                          <a:latin typeface="Malgun Gothic"/>
                        </a:rPr>
                        <a:t> </a:t>
                      </a:r>
                      <a:r>
                        <a:rPr lang="pl-PL" sz="1250" b="0">
                          <a:solidFill>
                            <a:srgbClr val="1A1D21"/>
                          </a:solidFill>
                          <a:latin typeface="Malgun Gothic"/>
                        </a:rPr>
                        <a:t>G</a:t>
                      </a:r>
                      <a:r>
                        <a:rPr lang="en-US"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radient</a:t>
                      </a:r>
                      <a:r>
                        <a:rPr lang="en-US" sz="1250" b="0">
                          <a:solidFill>
                            <a:srgbClr val="1A1D21"/>
                          </a:solidFill>
                          <a:latin typeface="Malgun Gothic"/>
                        </a:rPr>
                        <a:t> </a:t>
                      </a:r>
                      <a:r>
                        <a:rPr lang="pl-PL" sz="1250" b="0">
                          <a:solidFill>
                            <a:srgbClr val="1A1D21"/>
                          </a:solidFill>
                          <a:latin typeface="Malgun Gothic"/>
                        </a:rPr>
                        <a:t>D</a:t>
                      </a:r>
                      <a:r>
                        <a:rPr lang="en-US"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escent</a:t>
                      </a:r>
                      <a:endParaRPr lang="pl-PL" sz="1250" b="0">
                        <a:solidFill>
                          <a:srgbClr val="1A1D21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유저×게임</a:t>
                      </a:r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err="1">
                          <a:solidFill>
                            <a:srgbClr val="1A1D21"/>
                          </a:solidFill>
                          <a:latin typeface="Malgun Gothic"/>
                        </a:rPr>
                        <a:t>행렬</a:t>
                      </a:r>
                      <a:endParaRPr sz="1250" b="0">
                        <a:solidFill>
                          <a:srgbClr val="1A1D21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8926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B317B4-59A8-E46E-F158-7FB74C4B28B1}"/>
              </a:ext>
            </a:extLst>
          </p:cNvPr>
          <p:cNvSpPr txBox="1"/>
          <p:nvPr/>
        </p:nvSpPr>
        <p:spPr>
          <a:xfrm>
            <a:off x="442912" y="549494"/>
            <a:ext cx="9002472" cy="5743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altLang="en-US" sz="3000" b="1" i="0">
                <a:solidFill>
                  <a:srgbClr val="1B2838"/>
                </a:solidFill>
                <a:latin typeface="Malgun Gothic"/>
              </a:rPr>
              <a:t>후보 모델 </a:t>
            </a:r>
            <a:r>
              <a:rPr lang="en-US" altLang="ko-KR" sz="3000" b="1">
                <a:solidFill>
                  <a:srgbClr val="1B2838"/>
                </a:solidFill>
                <a:latin typeface="Malgun Gothic"/>
              </a:rPr>
              <a:t>5</a:t>
            </a:r>
            <a:r>
              <a:rPr lang="ko-KR" altLang="en-US" sz="3000" b="1" i="0">
                <a:solidFill>
                  <a:srgbClr val="1B2838"/>
                </a:solidFill>
                <a:latin typeface="Malgun Gothic"/>
              </a:rPr>
              <a:t>종</a:t>
            </a:r>
          </a:p>
        </p:txBody>
      </p:sp>
    </p:spTree>
    <p:extLst>
      <p:ext uri="{BB962C8B-B14F-4D97-AF65-F5344CB8AC3E}">
        <p14:creationId xmlns:p14="http://schemas.microsoft.com/office/powerpoint/2010/main" val="180428964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2DD5-A137-321A-4CAF-F3AD99FF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08E9BAAF-F573-7407-4C3C-B91807B2CF4E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59AFF629-B3F5-2E88-8119-37C3AA685702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C12037EE-85A9-EABF-1D50-8F15E9D66D65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3C7E6CCC-279F-84CF-7DFE-ADB80DA2B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D96C0ED4-67D8-625C-2293-17973BC0E712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1824B596-6AF7-68BF-68DF-8662EA20287A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15A37976-1143-0873-F781-374ABC9B3260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A6DA97B0-2349-95A1-74A7-85CB150DE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9002683-4571-6886-2D40-6F80B68EC4A6}"/>
              </a:ext>
            </a:extLst>
          </p:cNvPr>
          <p:cNvSpPr/>
          <p:nvPr/>
        </p:nvSpPr>
        <p:spPr>
          <a:xfrm>
            <a:off x="7767185" y="2189714"/>
            <a:ext cx="3383280" cy="1737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D9370B-E0CC-4176-02BD-D8019DF0B08F}"/>
              </a:ext>
            </a:extLst>
          </p:cNvPr>
          <p:cNvSpPr txBox="1"/>
          <p:nvPr/>
        </p:nvSpPr>
        <p:spPr>
          <a:xfrm>
            <a:off x="158026" y="7183107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5A636B"/>
                </a:solidFill>
                <a:latin typeface="Malgun Gothic"/>
              </a:rPr>
              <a:t>→ 극도로 희소하고(99%) 게임의 47%가 1인 보유 — 모델 선택이 성능을 크게 가르는 조건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6E711-1107-C8A6-8BC5-0537A7913077}"/>
              </a:ext>
            </a:extLst>
          </p:cNvPr>
          <p:cNvSpPr txBox="1"/>
          <p:nvPr/>
        </p:nvSpPr>
        <p:spPr>
          <a:xfrm>
            <a:off x="442912" y="549494"/>
            <a:ext cx="9002472" cy="505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① 인기도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· ② 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콘텐츠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+ </a:t>
            </a:r>
            <a:r>
              <a:rPr lang="en-US" sz="2500" b="1">
                <a:solidFill>
                  <a:srgbClr val="1B2838"/>
                </a:solidFill>
                <a:latin typeface="Malgun Gothic"/>
              </a:rPr>
              <a:t>Value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4AEA5-420C-ADDE-0910-51A44AF32669}"/>
              </a:ext>
            </a:extLst>
          </p:cNvPr>
          <p:cNvSpPr/>
          <p:nvPr/>
        </p:nvSpPr>
        <p:spPr>
          <a:xfrm>
            <a:off x="442912" y="1478581"/>
            <a:ext cx="5120640" cy="1691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C9384-F25C-AFFB-7F84-93A03E32E4AE}"/>
              </a:ext>
            </a:extLst>
          </p:cNvPr>
          <p:cNvSpPr/>
          <p:nvPr/>
        </p:nvSpPr>
        <p:spPr>
          <a:xfrm>
            <a:off x="442912" y="1478581"/>
            <a:ext cx="54864" cy="1691640"/>
          </a:xfrm>
          <a:prstGeom prst="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DFCF1-7755-1204-BF32-A0D883C628E3}"/>
              </a:ext>
            </a:extLst>
          </p:cNvPr>
          <p:cNvSpPr txBox="1"/>
          <p:nvPr/>
        </p:nvSpPr>
        <p:spPr>
          <a:xfrm>
            <a:off x="717232" y="1643173"/>
            <a:ext cx="4663440" cy="264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2838"/>
                </a:solidFill>
                <a:latin typeface="Malgun Gothic"/>
              </a:rPr>
              <a:t>① </a:t>
            </a:r>
            <a:r>
              <a:rPr lang="ko-KR" altLang="en-US" sz="1600" b="1" i="0" err="1">
                <a:solidFill>
                  <a:srgbClr val="1B2838"/>
                </a:solidFill>
                <a:latin typeface="Malgun Gothic"/>
              </a:rPr>
              <a:t>인기도</a:t>
            </a:r>
            <a:r>
              <a:rPr sz="1600" b="1" i="0">
                <a:solidFill>
                  <a:srgbClr val="1B2838"/>
                </a:solidFill>
                <a:latin typeface="Malgun Gothic"/>
              </a:rPr>
              <a:t> (Popularity) — baseline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C04959-C0CF-6D36-DA8E-D60F266EC5F8}"/>
              </a:ext>
            </a:extLst>
          </p:cNvPr>
          <p:cNvSpPr txBox="1"/>
          <p:nvPr/>
        </p:nvSpPr>
        <p:spPr>
          <a:xfrm>
            <a:off x="717232" y="2045509"/>
            <a:ext cx="4663440" cy="9286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고유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플레이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수 →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정렬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→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보유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제외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→ Top-10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모든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유저에게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같은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목록</a:t>
            </a:r>
            <a:r>
              <a:rPr lang="en-US" altLang="ko-KR" sz="1250" b="0" i="0">
                <a:solidFill>
                  <a:srgbClr val="5A636B"/>
                </a:solidFill>
                <a:latin typeface="Malgun Gothic"/>
              </a:rPr>
              <a:t>(</a:t>
            </a:r>
            <a:r>
              <a:rPr lang="ko-KR" altLang="en-US" sz="1250">
                <a:solidFill>
                  <a:srgbClr val="5A636B"/>
                </a:solidFill>
                <a:latin typeface="Malgun Gothic"/>
              </a:rPr>
              <a:t>개인화가 전혀 없다</a:t>
            </a:r>
            <a:r>
              <a:rPr lang="en-US" altLang="ko-KR" sz="1250">
                <a:solidFill>
                  <a:srgbClr val="5A636B"/>
                </a:solidFill>
                <a:latin typeface="Malgun Gothic"/>
              </a:rPr>
              <a:t>)</a:t>
            </a:r>
            <a:endParaRPr lang="ko-KR" altLang="en-US"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→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다른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모델이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넘어야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할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기준선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역할</a:t>
            </a:r>
            <a:r>
              <a:rPr lang="ko-KR" altLang="en-US" sz="1250" b="0" i="0">
                <a:solidFill>
                  <a:srgbClr val="5A636B"/>
                </a:solidFill>
                <a:latin typeface="Malgun Gothic"/>
              </a:rPr>
              <a:t>을</a:t>
            </a:r>
            <a:r>
              <a:rPr lang="ko-KR" altLang="en-US" sz="1250">
                <a:solidFill>
                  <a:srgbClr val="5A636B"/>
                </a:solidFill>
                <a:latin typeface="Malgun Gothic"/>
              </a:rPr>
              <a:t> 한다</a:t>
            </a:r>
            <a:endParaRPr sz="1250" b="0" i="0">
              <a:solidFill>
                <a:srgbClr val="5A636B"/>
              </a:solidFill>
              <a:latin typeface="Malgun Gothic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1A6F82-E7BE-2080-A66D-178C4A5BD501}"/>
              </a:ext>
            </a:extLst>
          </p:cNvPr>
          <p:cNvSpPr/>
          <p:nvPr/>
        </p:nvSpPr>
        <p:spPr>
          <a:xfrm>
            <a:off x="432346" y="3898324"/>
            <a:ext cx="5120640" cy="198059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DB8DA-325B-5134-1D23-9696DC264353}"/>
              </a:ext>
            </a:extLst>
          </p:cNvPr>
          <p:cNvSpPr/>
          <p:nvPr/>
        </p:nvSpPr>
        <p:spPr>
          <a:xfrm>
            <a:off x="452056" y="3898324"/>
            <a:ext cx="45719" cy="1980598"/>
          </a:xfrm>
          <a:prstGeom prst="rect">
            <a:avLst/>
          </a:prstGeom>
          <a:solidFill>
            <a:srgbClr val="2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C273A0-5039-CFEC-4B25-67FEF5362714}"/>
              </a:ext>
            </a:extLst>
          </p:cNvPr>
          <p:cNvSpPr txBox="1"/>
          <p:nvPr/>
        </p:nvSpPr>
        <p:spPr>
          <a:xfrm>
            <a:off x="717232" y="4003090"/>
            <a:ext cx="4663440" cy="264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2838"/>
                </a:solidFill>
                <a:latin typeface="Malgun Gothic"/>
              </a:rPr>
              <a:t>② </a:t>
            </a:r>
            <a:r>
              <a:rPr lang="ko-KR" altLang="en-US" sz="1600" b="1" i="0" err="1">
                <a:solidFill>
                  <a:srgbClr val="1B2838"/>
                </a:solidFill>
                <a:latin typeface="Malgun Gothic"/>
              </a:rPr>
              <a:t>콘텐츠</a:t>
            </a:r>
            <a:r>
              <a:rPr sz="16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lang="ko-KR" altLang="en-US" sz="1600" b="1" i="0" err="1">
                <a:solidFill>
                  <a:srgbClr val="1B2838"/>
                </a:solidFill>
                <a:latin typeface="Malgun Gothic"/>
              </a:rPr>
              <a:t>기반</a:t>
            </a:r>
            <a:r>
              <a:rPr sz="1600" b="1" i="0">
                <a:solidFill>
                  <a:srgbClr val="1B2838"/>
                </a:solidFill>
                <a:latin typeface="Malgun Gothic"/>
              </a:rPr>
              <a:t> (Content)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91C810-3E90-4B30-58A8-36A5FDEAF873}"/>
              </a:ext>
            </a:extLst>
          </p:cNvPr>
          <p:cNvSpPr txBox="1"/>
          <p:nvPr/>
        </p:nvSpPr>
        <p:spPr>
          <a:xfrm>
            <a:off x="693660" y="4427895"/>
            <a:ext cx="4663440" cy="1242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1.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취향벡터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(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장르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12 +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태그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30 = 42차원)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     ↔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게임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벡터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(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같은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42차원)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코사인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유사도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2. Value </a:t>
            </a:r>
            <a:r>
              <a:rPr lang="af-ZA" sz="1250" b="0" i="0" err="1">
                <a:solidFill>
                  <a:srgbClr val="5A636B"/>
                </a:solidFill>
                <a:latin typeface="Malgun Gothic"/>
              </a:rPr>
              <a:t>Score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동점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보정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3.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보유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제외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→ Top-10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440F67-0A56-3290-7635-B7A348813FE4}"/>
              </a:ext>
            </a:extLst>
          </p:cNvPr>
          <p:cNvSpPr/>
          <p:nvPr/>
        </p:nvSpPr>
        <p:spPr>
          <a:xfrm>
            <a:off x="5918745" y="1474130"/>
            <a:ext cx="5373174" cy="2409323"/>
          </a:xfrm>
          <a:prstGeom prst="rect">
            <a:avLst/>
          </a:prstGeom>
          <a:solidFill>
            <a:srgbClr val="E9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AB3E6C-64C9-DBEA-5DFC-F2F19EFD3EA6}"/>
              </a:ext>
            </a:extLst>
          </p:cNvPr>
          <p:cNvSpPr txBox="1"/>
          <p:nvPr/>
        </p:nvSpPr>
        <p:spPr>
          <a:xfrm>
            <a:off x="6193066" y="1663934"/>
            <a:ext cx="4754880" cy="241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2838"/>
                </a:solidFill>
                <a:latin typeface="Malgun Gothic"/>
              </a:rPr>
              <a:t>Value Score </a:t>
            </a:r>
            <a:r>
              <a:rPr lang="en-US" sz="1500" b="1" i="0">
                <a:solidFill>
                  <a:srgbClr val="1B2838"/>
                </a:solidFill>
                <a:latin typeface="Malgun Gothic"/>
              </a:rPr>
              <a:t>— </a:t>
            </a:r>
            <a:r>
              <a:rPr lang="ko-KR" altLang="en-US" sz="1500" b="1">
                <a:solidFill>
                  <a:srgbClr val="1B2838"/>
                </a:solidFill>
                <a:latin typeface="Malgun Gothic"/>
              </a:rPr>
              <a:t>각 항 </a:t>
            </a:r>
            <a:r>
              <a:rPr lang="en-US" altLang="ko-KR" sz="1500" b="1">
                <a:solidFill>
                  <a:srgbClr val="1B2838"/>
                </a:solidFill>
                <a:latin typeface="Malgun Gothic"/>
              </a:rPr>
              <a:t>0~1 </a:t>
            </a:r>
            <a:r>
              <a:rPr lang="ko-KR" altLang="en-US" sz="1500" b="1">
                <a:solidFill>
                  <a:srgbClr val="1B2838"/>
                </a:solidFill>
                <a:latin typeface="Malgun Gothic"/>
              </a:rPr>
              <a:t>정규화</a:t>
            </a:r>
            <a:endParaRPr sz="1500" b="1" i="0">
              <a:solidFill>
                <a:srgbClr val="1B2838"/>
              </a:solidFill>
              <a:latin typeface="Malgun Gothic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286D21-7F78-36E6-DA12-809799BF4BB6}"/>
              </a:ext>
            </a:extLst>
          </p:cNvPr>
          <p:cNvSpPr txBox="1"/>
          <p:nvPr/>
        </p:nvSpPr>
        <p:spPr>
          <a:xfrm>
            <a:off x="6249352" y="2043866"/>
            <a:ext cx="4754880" cy="241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A67A5"/>
                </a:solidFill>
                <a:latin typeface="Malgun Gothic"/>
              </a:rPr>
              <a:t>score = 0.6 · </a:t>
            </a:r>
            <a:r>
              <a:rPr sz="1500" b="1" i="0" err="1">
                <a:solidFill>
                  <a:srgbClr val="2A67A5"/>
                </a:solidFill>
                <a:latin typeface="Malgun Gothic"/>
              </a:rPr>
              <a:t>유사도</a:t>
            </a:r>
            <a:r>
              <a:rPr sz="1500" b="1" i="0">
                <a:solidFill>
                  <a:srgbClr val="2A67A5"/>
                </a:solidFill>
                <a:latin typeface="Malgun Gothic"/>
              </a:rPr>
              <a:t> + 0.2 · </a:t>
            </a:r>
            <a:r>
              <a:rPr sz="1500" b="1" i="0" err="1">
                <a:solidFill>
                  <a:srgbClr val="2A67A5"/>
                </a:solidFill>
                <a:latin typeface="Malgun Gothic"/>
              </a:rPr>
              <a:t>평점</a:t>
            </a:r>
            <a:r>
              <a:rPr sz="1500" b="1" i="0">
                <a:solidFill>
                  <a:srgbClr val="2A67A5"/>
                </a:solidFill>
                <a:latin typeface="Malgun Gothic"/>
              </a:rPr>
              <a:t> + 0.2 · </a:t>
            </a:r>
            <a:r>
              <a:rPr sz="1500" b="1" i="0" err="1">
                <a:solidFill>
                  <a:srgbClr val="2A67A5"/>
                </a:solidFill>
                <a:latin typeface="Malgun Gothic"/>
              </a:rPr>
              <a:t>인기도</a:t>
            </a:r>
            <a:endParaRPr lang="en-US" sz="1500" b="1" i="0">
              <a:solidFill>
                <a:srgbClr val="2A67A5"/>
              </a:solidFill>
              <a:latin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69074D-8DBE-C7F0-9E04-087A27FE7E25}"/>
              </a:ext>
            </a:extLst>
          </p:cNvPr>
          <p:cNvSpPr txBox="1"/>
          <p:nvPr/>
        </p:nvSpPr>
        <p:spPr>
          <a:xfrm>
            <a:off x="6203632" y="2425231"/>
            <a:ext cx="4754880" cy="23877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평점·인기도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비중을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올리면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NDCG는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좋아지지만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Coverage가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무너져서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사실상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인기순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(Popularity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)이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되어버</a:t>
            </a:r>
            <a:r>
              <a:rPr lang="ko-KR" alt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린다 </a:t>
            </a:r>
            <a:r>
              <a:rPr lang="en-US" sz="1250">
                <a:solidFill>
                  <a:srgbClr val="5A636B"/>
                </a:solidFill>
                <a:latin typeface="Malgun Gothic"/>
              </a:rPr>
              <a:t>→</a:t>
            </a:r>
            <a:endParaRPr lang="en-US" altLang="ko-KR" sz="1250">
              <a:solidFill>
                <a:srgbClr val="5A636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완전히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배제하지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않고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최소한의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가드레일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역할로만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남겨</a:t>
            </a:r>
            <a:r>
              <a:rPr lang="ko-KR" alt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둔다</a:t>
            </a:r>
            <a:endParaRPr lang="en-US" altLang="ko-KR" sz="1250">
              <a:solidFill>
                <a:srgbClr val="5A636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NDCG를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최대화하는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최적값이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아니라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"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개인화"라는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목표를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지키기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50" err="1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위해</a:t>
            </a:r>
            <a:r>
              <a:rPr 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0.6/0.2/0.2</a:t>
            </a:r>
            <a:r>
              <a:rPr lang="ko-KR" altLang="en-US" sz="1250">
                <a:solidFill>
                  <a:srgbClr val="5A63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선택했다</a:t>
            </a:r>
            <a:endParaRPr lang="en-US" altLang="ko-KR" sz="1250">
              <a:solidFill>
                <a:srgbClr val="5A636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altLang="ko-KR" sz="1400">
              <a:solidFill>
                <a:srgbClr val="5A636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altLang="ko-KR" sz="1250">
              <a:solidFill>
                <a:srgbClr val="5A636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altLang="ko-KR" sz="1250">
              <a:solidFill>
                <a:srgbClr val="5A636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FD2C4A-8B60-3B73-5B78-2E25BFD5A925}"/>
              </a:ext>
            </a:extLst>
          </p:cNvPr>
          <p:cNvSpPr/>
          <p:nvPr/>
        </p:nvSpPr>
        <p:spPr>
          <a:xfrm>
            <a:off x="5918745" y="4141562"/>
            <a:ext cx="5303520" cy="1737360"/>
          </a:xfrm>
          <a:prstGeom prst="rect">
            <a:avLst/>
          </a:prstGeom>
          <a:solidFill>
            <a:srgbClr val="FD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E8EE4C-4692-3347-F177-0A93EA68C4B0}"/>
              </a:ext>
            </a:extLst>
          </p:cNvPr>
          <p:cNvSpPr txBox="1"/>
          <p:nvPr/>
        </p:nvSpPr>
        <p:spPr>
          <a:xfrm>
            <a:off x="6238785" y="428189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B57F0B"/>
                </a:solidFill>
                <a:latin typeface="Malgun Gothic"/>
              </a:rPr>
              <a:t>수치형 feature 채택 방침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D8DFB8-6482-EB4D-2CA9-4813C839DBEB}"/>
              </a:ext>
            </a:extLst>
          </p:cNvPr>
          <p:cNvSpPr txBox="1"/>
          <p:nvPr/>
        </p:nvSpPr>
        <p:spPr>
          <a:xfrm>
            <a:off x="6238785" y="4693379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✔  평점(rating_by_reviews), 인기도 → 사용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✘  가격 → 제외 (가격은 품질 신호가 아님)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✘  메타크리틱 → 제외 (결측이 많음)</a:t>
            </a:r>
          </a:p>
        </p:txBody>
      </p:sp>
    </p:spTree>
    <p:extLst>
      <p:ext uri="{BB962C8B-B14F-4D97-AF65-F5344CB8AC3E}">
        <p14:creationId xmlns:p14="http://schemas.microsoft.com/office/powerpoint/2010/main" val="1150058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5178-3C65-1067-875F-0FED321E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523410F4-169A-980E-C75C-85049E8670B8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A0C65DF9-8310-F88E-EB5F-AFB54B7E256B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3DD9BDBF-7291-BC43-19AC-4F0A6434DCF4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C079B4E0-FCD2-95B1-16BA-E59B2DE1F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CC9CDCF5-8433-2256-B12A-5B98C34E58DA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E106CD18-1F58-26A5-27F4-17BB111081E8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0AF7A740-8A03-9223-4B46-24AC4256E45D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19BEFF2E-940E-F2D9-93A9-EC824AA0B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DB93E56-5753-E053-E899-BB3475EBAAC3}"/>
              </a:ext>
            </a:extLst>
          </p:cNvPr>
          <p:cNvSpPr txBox="1"/>
          <p:nvPr/>
        </p:nvSpPr>
        <p:spPr>
          <a:xfrm>
            <a:off x="442912" y="549494"/>
            <a:ext cx="9002472" cy="11147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2800" b="1">
                <a:solidFill>
                  <a:srgbClr val="1B2838"/>
                </a:solidFill>
                <a:latin typeface="Malgun Gothic"/>
              </a:rPr>
              <a:t>③ User-CF · ④ Item-CF · </a:t>
            </a:r>
            <a:r>
              <a:rPr lang="ko-KR" altLang="en-US" sz="2800" b="1">
                <a:solidFill>
                  <a:srgbClr val="1B2838"/>
                </a:solidFill>
                <a:latin typeface="Malgun Gothic"/>
              </a:rPr>
              <a:t>⑤ </a:t>
            </a:r>
            <a:r>
              <a:rPr lang="en-US" altLang="ko-KR" sz="2800" b="1">
                <a:solidFill>
                  <a:srgbClr val="1B2838"/>
                </a:solidFill>
                <a:latin typeface="Malgun Gothic"/>
              </a:rPr>
              <a:t>SVD</a:t>
            </a:r>
            <a:endParaRPr lang="ko-KR" altLang="en-US" sz="2800" b="1">
              <a:solidFill>
                <a:srgbClr val="1B2838"/>
              </a:solidFill>
              <a:latin typeface="Malgun Gothic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ko-KR" altLang="en-US" sz="2800" b="1">
              <a:solidFill>
                <a:srgbClr val="1B2838"/>
              </a:solidFill>
              <a:latin typeface="Malgun Gothic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37E117-9C09-65F5-D5EC-1247ED2CC616}"/>
              </a:ext>
            </a:extLst>
          </p:cNvPr>
          <p:cNvSpPr/>
          <p:nvPr/>
        </p:nvSpPr>
        <p:spPr>
          <a:xfrm>
            <a:off x="546429" y="1490579"/>
            <a:ext cx="5257800" cy="25146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BA5B24-F3F1-1FB0-798B-510B53420AF7}"/>
              </a:ext>
            </a:extLst>
          </p:cNvPr>
          <p:cNvSpPr/>
          <p:nvPr/>
        </p:nvSpPr>
        <p:spPr>
          <a:xfrm>
            <a:off x="546429" y="1490579"/>
            <a:ext cx="54864" cy="2514600"/>
          </a:xfrm>
          <a:prstGeom prst="rect">
            <a:avLst/>
          </a:prstGeom>
          <a:solidFill>
            <a:srgbClr val="2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525C63-D5D3-7A14-FF8B-B2321345BA5A}"/>
              </a:ext>
            </a:extLst>
          </p:cNvPr>
          <p:cNvSpPr txBox="1"/>
          <p:nvPr/>
        </p:nvSpPr>
        <p:spPr>
          <a:xfrm>
            <a:off x="820749" y="1673459"/>
            <a:ext cx="4754880" cy="264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2838"/>
                </a:solidFill>
                <a:latin typeface="Malgun Gothic"/>
              </a:rPr>
              <a:t>③ User-CF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79C97A-4493-F056-692F-892ED6C77AB8}"/>
              </a:ext>
            </a:extLst>
          </p:cNvPr>
          <p:cNvSpPr txBox="1"/>
          <p:nvPr/>
        </p:nvSpPr>
        <p:spPr>
          <a:xfrm>
            <a:off x="820749" y="2130659"/>
            <a:ext cx="4800600" cy="13610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1.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lang="en-US" altLang="ko-KR" sz="1300" b="0" i="0" err="1">
                <a:solidFill>
                  <a:srgbClr val="5A636B"/>
                </a:solidFill>
                <a:latin typeface="Malgun Gothic"/>
              </a:rPr>
              <a:t>×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게임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행렬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(값 =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로그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플레이타임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)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2.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lang="en-US" altLang="ko-KR" sz="1300" b="0" i="0" err="1">
                <a:solidFill>
                  <a:srgbClr val="5A636B"/>
                </a:solidFill>
                <a:latin typeface="Malgun Gothic"/>
              </a:rPr>
              <a:t>-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코사인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유사도</a:t>
            </a:r>
            <a:endParaRPr sz="130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3.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가장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비슷한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이웃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K=20명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선택</a:t>
            </a:r>
            <a:endParaRPr sz="130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4.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점수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= Σ(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이웃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유사도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× 그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이웃의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플레이타임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B316FD9-CB73-C2DB-08D2-69BCC868BEC7}"/>
              </a:ext>
            </a:extLst>
          </p:cNvPr>
          <p:cNvSpPr/>
          <p:nvPr/>
        </p:nvSpPr>
        <p:spPr>
          <a:xfrm>
            <a:off x="6078549" y="1490579"/>
            <a:ext cx="5257800" cy="25146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3C602A-7A4D-2DCD-F1C2-D42CCE5E6AB6}"/>
              </a:ext>
            </a:extLst>
          </p:cNvPr>
          <p:cNvSpPr/>
          <p:nvPr/>
        </p:nvSpPr>
        <p:spPr>
          <a:xfrm>
            <a:off x="6078549" y="1490579"/>
            <a:ext cx="54864" cy="2514600"/>
          </a:xfrm>
          <a:prstGeom prst="rect">
            <a:avLst/>
          </a:prstGeom>
          <a:solidFill>
            <a:srgbClr val="1E7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5F8E79-44F8-D62B-905C-4C3D6F306383}"/>
              </a:ext>
            </a:extLst>
          </p:cNvPr>
          <p:cNvSpPr txBox="1"/>
          <p:nvPr/>
        </p:nvSpPr>
        <p:spPr>
          <a:xfrm>
            <a:off x="6352869" y="1673459"/>
            <a:ext cx="4871544" cy="264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2838"/>
                </a:solidFill>
                <a:latin typeface="Malgun Gothic"/>
              </a:rPr>
              <a:t>④ Item-CF</a:t>
            </a:r>
            <a:r>
              <a:rPr lang="en-US" sz="1600" b="1">
                <a:solidFill>
                  <a:srgbClr val="1B2838"/>
                </a:solidFill>
                <a:latin typeface="Malgun Gothic"/>
              </a:rPr>
              <a:t> — </a:t>
            </a:r>
            <a:r>
              <a:rPr lang="en-US" sz="1600" b="1">
                <a:solidFill>
                  <a:schemeClr val="tx1"/>
                </a:solidFill>
              </a:rPr>
              <a:t>User-</a:t>
            </a:r>
            <a:r>
              <a:rPr lang="en-US" sz="1600" b="1" err="1">
                <a:solidFill>
                  <a:schemeClr val="tx1"/>
                </a:solidFill>
              </a:rPr>
              <a:t>CF</a:t>
            </a:r>
            <a:r>
              <a:rPr lang="ko-KR" altLang="en-US" sz="1600" b="1" err="1">
                <a:solidFill>
                  <a:schemeClr val="tx1"/>
                </a:solidFill>
              </a:rPr>
              <a:t>와</a:t>
            </a:r>
            <a:r>
              <a:rPr lang="ko-KR" altLang="en-US" sz="1600" b="1">
                <a:solidFill>
                  <a:schemeClr val="tx1"/>
                </a:solidFill>
              </a:rPr>
              <a:t> </a:t>
            </a:r>
            <a:r>
              <a:rPr lang="ko-KR" altLang="en-US" sz="1600" b="1" err="1">
                <a:solidFill>
                  <a:schemeClr val="tx1"/>
                </a:solidFill>
              </a:rPr>
              <a:t>축이</a:t>
            </a:r>
            <a:r>
              <a:rPr lang="ko-KR" altLang="en-US" sz="1600" b="1">
                <a:solidFill>
                  <a:schemeClr val="tx1"/>
                </a:solidFill>
              </a:rPr>
              <a:t> </a:t>
            </a:r>
            <a:r>
              <a:rPr lang="ko-KR" altLang="en-US" sz="1600" b="1" err="1">
                <a:solidFill>
                  <a:schemeClr val="tx1"/>
                </a:solidFill>
              </a:rPr>
              <a:t>반대</a:t>
            </a:r>
            <a:r>
              <a:rPr lang="en-US" altLang="ko-KR" sz="1600" b="1">
                <a:solidFill>
                  <a:schemeClr val="tx1"/>
                </a:solidFill>
              </a:rPr>
              <a:t>(</a:t>
            </a:r>
            <a:r>
              <a:rPr lang="ko-KR" altLang="en-US" sz="1600" b="1" err="1">
                <a:solidFill>
                  <a:schemeClr val="tx1"/>
                </a:solidFill>
              </a:rPr>
              <a:t>게임끼리의</a:t>
            </a:r>
            <a:r>
              <a:rPr lang="ko-KR" altLang="en-US" sz="1600" b="1">
                <a:solidFill>
                  <a:schemeClr val="tx1"/>
                </a:solidFill>
              </a:rPr>
              <a:t> </a:t>
            </a:r>
            <a:r>
              <a:rPr lang="ko-KR" altLang="en-US" sz="1600" b="1" err="1">
                <a:solidFill>
                  <a:schemeClr val="tx1"/>
                </a:solidFill>
              </a:rPr>
              <a:t>관계</a:t>
            </a:r>
            <a:r>
              <a:rPr lang="en-US" altLang="ko-KR" sz="1600" b="1">
                <a:solidFill>
                  <a:schemeClr val="tx1"/>
                </a:solidFill>
              </a:rPr>
              <a:t>)</a:t>
            </a:r>
            <a:endParaRPr lang="ko-KR" altLang="en-US" sz="1600" b="1" i="0">
              <a:solidFill>
                <a:schemeClr val="tx1"/>
              </a:solidFill>
              <a:latin typeface="Malgun Gothic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C0756C-A9C0-B95F-17C2-3B6B27E1D2D1}"/>
              </a:ext>
            </a:extLst>
          </p:cNvPr>
          <p:cNvSpPr txBox="1"/>
          <p:nvPr/>
        </p:nvSpPr>
        <p:spPr>
          <a:xfrm>
            <a:off x="6352869" y="2130659"/>
            <a:ext cx="4515604" cy="12780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1.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같은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lang="en-US" altLang="ko-KR" sz="1300" b="0" i="0" err="1">
                <a:solidFill>
                  <a:srgbClr val="5A636B"/>
                </a:solidFill>
                <a:latin typeface="Malgun Gothic"/>
              </a:rPr>
              <a:t>×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게임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행렬을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전치</a:t>
            </a:r>
            <a:endParaRPr sz="1300" b="0" i="0">
              <a:solidFill>
                <a:srgbClr val="5A636B"/>
              </a:solidFill>
              <a:latin typeface="Malgun Gothic"/>
            </a:endParaRP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2. </a:t>
            </a:r>
            <a:r>
              <a:rPr lang="ko-KR" altLang="en-US" sz="1300">
                <a:solidFill>
                  <a:srgbClr val="5A636B"/>
                </a:solidFill>
                <a:latin typeface="Malgun Gothic"/>
              </a:rPr>
              <a:t>보유 게임과 유사도가 높은 다른 게임의 유저 게임 리스트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코사인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유사도</a:t>
            </a:r>
            <a:endParaRPr lang="ko-KR" altLang="en-US" sz="130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3.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점수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= </a:t>
            </a:r>
            <a:r>
              <a:rPr lang="ko-KR" altLang="en-US" sz="1300">
                <a:solidFill>
                  <a:srgbClr val="5A636B"/>
                </a:solidFill>
                <a:latin typeface="Malgun Gothic"/>
              </a:rPr>
              <a:t>유저의</a:t>
            </a:r>
            <a:r>
              <a:rPr lang="ko-KR" altLang="en-US"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플레이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벡터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·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게임유사도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행렬</a:t>
            </a:r>
            <a:endParaRPr sz="1300" b="0" i="0">
              <a:solidFill>
                <a:srgbClr val="5A636B"/>
              </a:solidFill>
              <a:latin typeface="Malgun Gothi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8A69B8-E66F-C9FA-1490-03BF8D8CD3D7}"/>
              </a:ext>
            </a:extLst>
          </p:cNvPr>
          <p:cNvSpPr/>
          <p:nvPr/>
        </p:nvSpPr>
        <p:spPr>
          <a:xfrm>
            <a:off x="601293" y="4110043"/>
            <a:ext cx="5205794" cy="26345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588C4-5A1A-751F-2F23-7129F1344A6E}"/>
              </a:ext>
            </a:extLst>
          </p:cNvPr>
          <p:cNvSpPr txBox="1"/>
          <p:nvPr/>
        </p:nvSpPr>
        <p:spPr>
          <a:xfrm>
            <a:off x="892187" y="418805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2838"/>
                </a:solidFill>
                <a:latin typeface="Malgun Gothic"/>
              </a:rPr>
              <a:t>⑤ SVD (</a:t>
            </a:r>
            <a:r>
              <a:rPr sz="1600" b="1" i="0" err="1">
                <a:solidFill>
                  <a:srgbClr val="1B2838"/>
                </a:solidFill>
                <a:latin typeface="Malgun Gothic"/>
              </a:rPr>
              <a:t>편향</a:t>
            </a:r>
            <a:r>
              <a:rPr sz="16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b="1" i="0" err="1">
                <a:solidFill>
                  <a:srgbClr val="1B2838"/>
                </a:solidFill>
                <a:latin typeface="Malgun Gothic"/>
              </a:rPr>
              <a:t>포함</a:t>
            </a:r>
            <a:r>
              <a:rPr sz="16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b="1" i="0" err="1">
                <a:solidFill>
                  <a:srgbClr val="1B2838"/>
                </a:solidFill>
                <a:latin typeface="Malgun Gothic"/>
              </a:rPr>
              <a:t>행렬분해</a:t>
            </a:r>
            <a:r>
              <a:rPr sz="1600" b="1" i="0">
                <a:solidFill>
                  <a:srgbClr val="1B2838"/>
                </a:solidFill>
                <a:latin typeface="Malgun Gothic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FE4A4-215E-0FAE-99FB-C659C7B3175C}"/>
              </a:ext>
            </a:extLst>
          </p:cNvPr>
          <p:cNvSpPr txBox="1"/>
          <p:nvPr/>
        </p:nvSpPr>
        <p:spPr>
          <a:xfrm>
            <a:off x="892187" y="4645259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A67A5"/>
                </a:solidFill>
                <a:latin typeface="Malgun Gothic"/>
              </a:rPr>
              <a:t>예측값 r(u,i) = μ + b_u + b_i + p_u · q_i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6B267-66F0-AB93-3032-D32D00A97D09}"/>
              </a:ext>
            </a:extLst>
          </p:cNvPr>
          <p:cNvSpPr txBox="1"/>
          <p:nvPr/>
        </p:nvSpPr>
        <p:spPr>
          <a:xfrm>
            <a:off x="820749" y="5011019"/>
            <a:ext cx="4800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관측된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(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u,i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)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쌍만으로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SGD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학습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factors=30, epochs=20,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lr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=0.005, reg=0.05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기대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효과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: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CF가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이웃을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못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찾는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희소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게임에서도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  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잠재요인으로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취향을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일반화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예측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행렬을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ctx에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캐싱해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1회만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학습</a:t>
            </a:r>
            <a:endParaRPr sz="1250" b="0" i="0">
              <a:solidFill>
                <a:srgbClr val="5A636B"/>
              </a:solidFill>
              <a:latin typeface="Malgun Gothic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8120CF-E666-E0CB-F407-CFC40224A5C4}"/>
              </a:ext>
            </a:extLst>
          </p:cNvPr>
          <p:cNvSpPr/>
          <p:nvPr/>
        </p:nvSpPr>
        <p:spPr>
          <a:xfrm>
            <a:off x="546429" y="4110043"/>
            <a:ext cx="54864" cy="2634540"/>
          </a:xfrm>
          <a:prstGeom prst="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4603365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CB37B-18C6-87E8-F2A6-EFEEEAC1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A9C51220-5B52-31B9-870B-717CA8F6FD98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565E1D65-50DB-90A4-8B8C-8A7BF53FC968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BB6D8639-0C2E-67FC-C9F1-143B581A9E76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9D1028D3-DD0F-2F6F-4C39-9F4190226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6A52FC81-4548-77E0-A383-79C1B610944F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D2B6AF69-0350-11BD-89C4-ACC123F5BC3E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5DE4C535-A450-BD9B-18D3-CC7B4B43AB4D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AE4D97E8-CAFA-B087-0974-ADC99FD4C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7078250D-E579-BD10-E587-9E6C18A7D4D3}"/>
              </a:ext>
            </a:extLst>
          </p:cNvPr>
          <p:cNvSpPr txBox="1"/>
          <p:nvPr/>
        </p:nvSpPr>
        <p:spPr>
          <a:xfrm>
            <a:off x="158026" y="7183107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5A636B"/>
                </a:solidFill>
                <a:latin typeface="Malgun Gothic"/>
              </a:rPr>
              <a:t>→ 극도로 희소하고(99%) 게임의 47%가 1인 보유 — 모델 선택이 성능을 크게 가르는 조건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FEDED-F28C-182F-6CC0-3C86E410DFF9}"/>
              </a:ext>
            </a:extLst>
          </p:cNvPr>
          <p:cNvSpPr txBox="1"/>
          <p:nvPr/>
        </p:nvSpPr>
        <p:spPr>
          <a:xfrm>
            <a:off x="442912" y="549494"/>
            <a:ext cx="9002472" cy="494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결과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— NDCG@10 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기준 모델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1E49A-2D1E-4BF7-1DE7-3628A8933AFC}"/>
              </a:ext>
            </a:extLst>
          </p:cNvPr>
          <p:cNvSpPr txBox="1"/>
          <p:nvPr/>
        </p:nvSpPr>
        <p:spPr>
          <a:xfrm>
            <a:off x="442912" y="13132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1">
                <a:solidFill>
                  <a:srgbClr val="5A636B"/>
                </a:solidFill>
                <a:latin typeface="Malgun Gothic"/>
              </a:rPr>
              <a:t>779명 · hold-out 30% · seed=42 · results/model_comparison_svd_mab.csv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AB4883-8E4C-72E3-0752-753EFF121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54389"/>
              </p:ext>
            </p:extLst>
          </p:nvPr>
        </p:nvGraphicFramePr>
        <p:xfrm>
          <a:off x="447995" y="1772495"/>
          <a:ext cx="10784837" cy="30827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5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NDCG@10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Recall@10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Item-CF + Content (α=0.85)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0.2180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0.1727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하이브리드 · 최고점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Item-CF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0.2150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0.1704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단일 모델 1위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User-CF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0.1905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baseline 상회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인기도 (baseline)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0.1543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0.1248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기준선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44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Content (+Value Score)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0.0883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0.0703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baseline 미달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SVD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0.0540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1A1D21"/>
                          </a:solidFill>
                          <a:latin typeface="Malgun Gothic"/>
                        </a:rPr>
                        <a:t>데이터 부족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Random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0.0016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0.0021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err="1">
                          <a:solidFill>
                            <a:srgbClr val="1A1D21"/>
                          </a:solidFill>
                          <a:latin typeface="Malgun Gothic"/>
                        </a:rPr>
                        <a:t>하한선</a:t>
                      </a:r>
                      <a:endParaRPr sz="1300" b="0">
                        <a:solidFill>
                          <a:srgbClr val="1A1D21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4B13D20-5B18-A63C-BA2A-E3760778D316}"/>
              </a:ext>
            </a:extLst>
          </p:cNvPr>
          <p:cNvSpPr txBox="1"/>
          <p:nvPr/>
        </p:nvSpPr>
        <p:spPr>
          <a:xfrm>
            <a:off x="442912" y="5266855"/>
            <a:ext cx="10789920" cy="526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A1D21"/>
                </a:solidFill>
                <a:latin typeface="Malgun Gothic"/>
              </a:rPr>
              <a:t>■ 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협업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필터링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(Item/User-CF)이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인기도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af-ZA" sz="1350" b="1" err="1">
                <a:solidFill>
                  <a:srgbClr val="1A1D21"/>
                </a:solidFill>
                <a:latin typeface="Malgun Gothic"/>
              </a:rPr>
              <a:t>baseline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을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넘었다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→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개인화가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실제로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작동한다</a:t>
            </a:r>
            <a:endParaRPr sz="1350" b="1">
              <a:solidFill>
                <a:srgbClr val="1A1D21"/>
              </a:solidFill>
              <a:latin typeface="Malgun Gothic"/>
            </a:endParaRP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A1D21"/>
                </a:solidFill>
                <a:latin typeface="Malgun Gothic"/>
              </a:rPr>
              <a:t>■  </a:t>
            </a:r>
            <a:r>
              <a:rPr lang="af-ZA" sz="1350" b="1" err="1">
                <a:solidFill>
                  <a:srgbClr val="1A1D21"/>
                </a:solidFill>
                <a:latin typeface="Malgun Gothic"/>
              </a:rPr>
              <a:t>SVD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는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baseline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미달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— 779명·99%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희소에서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잠재요인을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학습할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데이터가</a:t>
            </a:r>
            <a:r>
              <a:rPr sz="135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350" b="1" err="1">
                <a:solidFill>
                  <a:srgbClr val="1A1D21"/>
                </a:solidFill>
                <a:latin typeface="Malgun Gothic"/>
              </a:rPr>
              <a:t>부족했다</a:t>
            </a:r>
            <a:endParaRPr sz="1350" b="1">
              <a:solidFill>
                <a:srgbClr val="1A1D21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2389178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1A41-8125-2B79-E965-41A10871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0691460B-2197-7898-EA11-1F6F172BD6C5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B49A1250-9C8B-B9EA-3D96-D0D0DA74ACAD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0F7699C8-BD16-8793-DDAD-E232C7A5BB34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90674E73-7E65-17DA-9632-01591478C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2F825773-F43B-6B24-9821-6BEC8726F003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9EAB8C1A-6DC4-BB62-FD6E-8994D47D67A6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4F211418-9FA2-3D96-E089-6391D0D9A204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528F6E72-B37A-73A9-2413-F9492E45E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7035396-43BB-B66D-5515-150C6528728E}"/>
              </a:ext>
            </a:extLst>
          </p:cNvPr>
          <p:cNvSpPr txBox="1"/>
          <p:nvPr/>
        </p:nvSpPr>
        <p:spPr>
          <a:xfrm>
            <a:off x="442912" y="549494"/>
            <a:ext cx="9002472" cy="494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해석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— 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왜 이런 순위가 나왔나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C6177-3D64-F885-025E-35DC87293492}"/>
              </a:ext>
            </a:extLst>
          </p:cNvPr>
          <p:cNvSpPr/>
          <p:nvPr/>
        </p:nvSpPr>
        <p:spPr>
          <a:xfrm>
            <a:off x="668493" y="1272140"/>
            <a:ext cx="4253311" cy="2341729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E92A40-D553-67A4-FC2E-EFBC392CB22C}"/>
              </a:ext>
            </a:extLst>
          </p:cNvPr>
          <p:cNvSpPr/>
          <p:nvPr/>
        </p:nvSpPr>
        <p:spPr>
          <a:xfrm>
            <a:off x="668493" y="1272140"/>
            <a:ext cx="70311" cy="2341729"/>
          </a:xfrm>
          <a:prstGeom prst="rect">
            <a:avLst/>
          </a:prstGeom>
          <a:solidFill>
            <a:srgbClr val="1E7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01DB5-1F6A-6C5F-0408-55F3BA317A34}"/>
              </a:ext>
            </a:extLst>
          </p:cNvPr>
          <p:cNvSpPr txBox="1"/>
          <p:nvPr/>
        </p:nvSpPr>
        <p:spPr>
          <a:xfrm>
            <a:off x="924525" y="1455020"/>
            <a:ext cx="3808531" cy="241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2838"/>
                </a:solidFill>
                <a:latin typeface="Malgun Gothic"/>
              </a:rPr>
              <a:t>Item-</a:t>
            </a:r>
            <a:r>
              <a:rPr lang="af-ZA" sz="1500" b="1" i="0" err="1">
                <a:solidFill>
                  <a:srgbClr val="1B2838"/>
                </a:solidFill>
                <a:latin typeface="Malgun Gothic"/>
              </a:rPr>
              <a:t>CF</a:t>
            </a:r>
            <a:r>
              <a:rPr lang="ko-KR" altLang="en-US" sz="1500" b="1" i="0" err="1">
                <a:solidFill>
                  <a:srgbClr val="1B2838"/>
                </a:solidFill>
                <a:latin typeface="Malgun Gothic"/>
              </a:rPr>
              <a:t>가</a:t>
            </a:r>
            <a:r>
              <a:rPr sz="1500" b="1" i="0">
                <a:solidFill>
                  <a:srgbClr val="1B2838"/>
                </a:solidFill>
                <a:latin typeface="Malgun Gothic"/>
              </a:rPr>
              <a:t> 1등인 </a:t>
            </a:r>
            <a:r>
              <a:rPr lang="ko-KR" altLang="en-US" sz="1500" b="1" i="0" err="1">
                <a:solidFill>
                  <a:srgbClr val="1B2838"/>
                </a:solidFill>
                <a:latin typeface="Malgun Gothic"/>
              </a:rPr>
              <a:t>이유</a:t>
            </a:r>
            <a:endParaRPr sz="1500" b="1" i="0">
              <a:solidFill>
                <a:srgbClr val="1B2838"/>
              </a:solidFill>
              <a:latin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D32BA7-C09B-AC23-019E-D87D6C9BD928}"/>
              </a:ext>
            </a:extLst>
          </p:cNvPr>
          <p:cNvSpPr txBox="1"/>
          <p:nvPr/>
        </p:nvSpPr>
        <p:spPr>
          <a:xfrm>
            <a:off x="924525" y="1839068"/>
            <a:ext cx="3862267" cy="10905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 err="1">
                <a:solidFill>
                  <a:srgbClr val="5A636B"/>
                </a:solidFill>
                <a:latin typeface="Malgun Gothic"/>
              </a:rPr>
              <a:t>게임끼리의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공동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플레이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관계가</a:t>
            </a:r>
            <a:r>
              <a:rPr lang="en-US" sz="125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이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데이터에서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가장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강한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신호</a:t>
            </a:r>
            <a:r>
              <a:rPr lang="ko-KR" altLang="en-US" sz="1250" b="0" i="0">
                <a:solidFill>
                  <a:srgbClr val="5A636B"/>
                </a:solidFill>
                <a:latin typeface="Malgun Gothic"/>
              </a:rPr>
              <a:t>다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779</a:t>
            </a:r>
            <a:r>
              <a:rPr lang="ko-KR" altLang="en-US" sz="1250" b="0" i="0">
                <a:solidFill>
                  <a:srgbClr val="5A636B"/>
                </a:solidFill>
                <a:latin typeface="Malgun Gothic"/>
              </a:rPr>
              <a:t>명에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유저중에</a:t>
            </a:r>
            <a:r>
              <a:rPr lang="ko-KR" altLang="en-US" sz="125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게임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간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동시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보유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패턴</a:t>
            </a:r>
            <a:r>
              <a:rPr lang="ko-KR" altLang="en-US" sz="1250" b="0" i="0">
                <a:solidFill>
                  <a:srgbClr val="5A636B"/>
                </a:solidFill>
                <a:latin typeface="Malgun Gothic"/>
              </a:rPr>
              <a:t>이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촘촘하다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90592D-7D0E-59BF-CE94-23EEC67E5927}"/>
              </a:ext>
            </a:extLst>
          </p:cNvPr>
          <p:cNvSpPr/>
          <p:nvPr/>
        </p:nvSpPr>
        <p:spPr>
          <a:xfrm>
            <a:off x="6556432" y="1272140"/>
            <a:ext cx="3937688" cy="234173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FDD914-1A7F-D433-CDDF-88497CA34CB5}"/>
              </a:ext>
            </a:extLst>
          </p:cNvPr>
          <p:cNvSpPr/>
          <p:nvPr/>
        </p:nvSpPr>
        <p:spPr>
          <a:xfrm>
            <a:off x="6528999" y="1272140"/>
            <a:ext cx="63003" cy="234173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9A77CB-8B07-976B-D598-365054FA3865}"/>
              </a:ext>
            </a:extLst>
          </p:cNvPr>
          <p:cNvSpPr txBox="1"/>
          <p:nvPr/>
        </p:nvSpPr>
        <p:spPr>
          <a:xfrm>
            <a:off x="6785031" y="1455020"/>
            <a:ext cx="3412663" cy="241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2838"/>
                </a:solidFill>
                <a:latin typeface="Malgun Gothic"/>
              </a:rPr>
              <a:t>SVD가 낮은 이유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8C3777-6DB0-CE8D-5FFB-0702F6A1A4BD}"/>
              </a:ext>
            </a:extLst>
          </p:cNvPr>
          <p:cNvSpPr txBox="1"/>
          <p:nvPr/>
        </p:nvSpPr>
        <p:spPr>
          <a:xfrm>
            <a:off x="6785031" y="1839068"/>
            <a:ext cx="3412663" cy="1407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행렬분해는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관측치가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많아야</a:t>
            </a:r>
            <a:r>
              <a:rPr lang="ko-KR" altLang="en-US" sz="125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잠재요인이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의미를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갖는다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23,297건 · 99%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희소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·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게임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47%가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A636B"/>
                </a:solidFill>
                <a:latin typeface="Malgun Gothic"/>
              </a:rPr>
              <a:t>1인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보유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→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학습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신호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자체가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부족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C483F23-BF35-F7A3-4FA7-A9C393237E93}"/>
              </a:ext>
            </a:extLst>
          </p:cNvPr>
          <p:cNvSpPr/>
          <p:nvPr/>
        </p:nvSpPr>
        <p:spPr>
          <a:xfrm>
            <a:off x="546429" y="3976214"/>
            <a:ext cx="10789920" cy="1965960"/>
          </a:xfrm>
          <a:prstGeom prst="rect">
            <a:avLst/>
          </a:prstGeom>
          <a:solidFill>
            <a:srgbClr val="FD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DC3792F-2EE3-938E-057E-686ADA0634C8}"/>
              </a:ext>
            </a:extLst>
          </p:cNvPr>
          <p:cNvSpPr/>
          <p:nvPr/>
        </p:nvSpPr>
        <p:spPr>
          <a:xfrm>
            <a:off x="546429" y="3976214"/>
            <a:ext cx="54864" cy="1965960"/>
          </a:xfrm>
          <a:prstGeom prst="rect">
            <a:avLst/>
          </a:prstGeom>
          <a:solidFill>
            <a:srgbClr val="B57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9A8CB4-0540-82A5-28B7-D23CCFCF1EC1}"/>
              </a:ext>
            </a:extLst>
          </p:cNvPr>
          <p:cNvSpPr txBox="1"/>
          <p:nvPr/>
        </p:nvSpPr>
        <p:spPr>
          <a:xfrm>
            <a:off x="866469" y="4204815"/>
            <a:ext cx="10241280" cy="273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 err="1">
                <a:solidFill>
                  <a:srgbClr val="1B2838"/>
                </a:solidFill>
                <a:latin typeface="Malgun Gothic"/>
              </a:rPr>
              <a:t>그런데</a:t>
            </a:r>
            <a:r>
              <a:rPr sz="17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lang="ko-KR" altLang="en-US" sz="1700" b="1" i="0">
                <a:solidFill>
                  <a:srgbClr val="1B2838"/>
                </a:solidFill>
                <a:latin typeface="Malgun Gothic"/>
              </a:rPr>
              <a:t>콘텐츠</a:t>
            </a:r>
            <a:r>
              <a:rPr lang="en-US" altLang="ko-KR" sz="1700" b="1" i="0">
                <a:solidFill>
                  <a:srgbClr val="1B2838"/>
                </a:solidFill>
                <a:latin typeface="Malgun Gothic"/>
              </a:rPr>
              <a:t>(content)</a:t>
            </a:r>
            <a:r>
              <a:rPr sz="17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sz="1700" b="1" i="0" err="1">
                <a:solidFill>
                  <a:srgbClr val="1B2838"/>
                </a:solidFill>
                <a:latin typeface="Malgun Gothic"/>
              </a:rPr>
              <a:t>모델이</a:t>
            </a:r>
            <a:r>
              <a:rPr sz="17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sz="1700" b="1" i="0" err="1">
                <a:solidFill>
                  <a:srgbClr val="1B2838"/>
                </a:solidFill>
                <a:latin typeface="Malgun Gothic"/>
              </a:rPr>
              <a:t>최하위권이라는</a:t>
            </a:r>
            <a:r>
              <a:rPr sz="1700" b="1" i="0">
                <a:solidFill>
                  <a:srgbClr val="1B2838"/>
                </a:solidFill>
                <a:latin typeface="Malgun Gothic"/>
              </a:rPr>
              <a:t> 게 </a:t>
            </a:r>
            <a:r>
              <a:rPr sz="1700" b="1" i="0" err="1">
                <a:solidFill>
                  <a:srgbClr val="1B2838"/>
                </a:solidFill>
                <a:latin typeface="Malgun Gothic"/>
              </a:rPr>
              <a:t>납득되지</a:t>
            </a:r>
            <a:r>
              <a:rPr sz="1700" b="1" i="0">
                <a:solidFill>
                  <a:srgbClr val="1B2838"/>
                </a:solidFill>
                <a:latin typeface="Malgun Gothic"/>
              </a:rPr>
              <a:t> </a:t>
            </a:r>
            <a:r>
              <a:rPr sz="1700" b="1" i="0" err="1">
                <a:solidFill>
                  <a:srgbClr val="1B2838"/>
                </a:solidFill>
                <a:latin typeface="Malgun Gothic"/>
              </a:rPr>
              <a:t>않았다</a:t>
            </a:r>
            <a:endParaRPr sz="1700" b="1" i="0">
              <a:solidFill>
                <a:srgbClr val="1B2838"/>
              </a:solidFill>
              <a:latin typeface="Malgun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265254-06CE-97FD-82F0-3BA57696456F}"/>
              </a:ext>
            </a:extLst>
          </p:cNvPr>
          <p:cNvSpPr txBox="1"/>
          <p:nvPr/>
        </p:nvSpPr>
        <p:spPr>
          <a:xfrm>
            <a:off x="866469" y="4707735"/>
            <a:ext cx="10241280" cy="1048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 i="0">
                <a:solidFill>
                  <a:srgbClr val="5A636B"/>
                </a:solidFill>
                <a:latin typeface="Malgun Gothic"/>
              </a:rPr>
              <a:t>· Value Score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도입으로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순수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유사도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대비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3배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개선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(0.026 → 0.088)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했는데도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여전히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baseline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미달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프로젝트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목표가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“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맞춤형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추천”인데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,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정작</a:t>
            </a:r>
            <a:r>
              <a:rPr lang="ko-KR" altLang="en-US" sz="13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취향을</a:t>
            </a:r>
            <a:r>
              <a:rPr lang="ko-KR" altLang="en-US" sz="13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직접</a:t>
            </a:r>
            <a:r>
              <a:rPr lang="ko-KR" altLang="en-US" sz="13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쓰는</a:t>
            </a:r>
            <a:r>
              <a:rPr lang="ko-KR" altLang="en-US" sz="13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유일한</a:t>
            </a:r>
            <a:r>
              <a:rPr lang="ko-KR" altLang="en-US" sz="13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모델이</a:t>
            </a:r>
            <a:r>
              <a:rPr lang="ko-KR" altLang="en-US" sz="13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꼴찌라는</a:t>
            </a:r>
            <a:r>
              <a:rPr lang="ko-KR" altLang="en-US" sz="13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1" i="0" err="1">
                <a:solidFill>
                  <a:srgbClr val="5A636B"/>
                </a:solidFill>
                <a:latin typeface="Malgun Gothic"/>
              </a:rPr>
              <a:t>결과</a:t>
            </a:r>
            <a:r>
              <a:rPr lang="en-US" altLang="ko-KR" sz="1350" b="1" i="0">
                <a:solidFill>
                  <a:srgbClr val="5A636B"/>
                </a:solidFill>
                <a:latin typeface="Malgun Gothic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 i="0">
                <a:solidFill>
                  <a:srgbClr val="5A636B"/>
                </a:solidFill>
                <a:latin typeface="Malgun Gothic"/>
              </a:rPr>
              <a:t>→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실제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추천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350" b="0" i="0" err="1">
                <a:solidFill>
                  <a:srgbClr val="5A636B"/>
                </a:solidFill>
                <a:latin typeface="Malgun Gothic"/>
              </a:rPr>
              <a:t>목록을</a:t>
            </a:r>
            <a:r>
              <a:rPr lang="ko-KR" altLang="en-US" sz="135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50" b="0" i="0" err="1">
                <a:solidFill>
                  <a:srgbClr val="5A636B"/>
                </a:solidFill>
                <a:latin typeface="Malgun Gothic"/>
              </a:rPr>
              <a:t>확인해</a:t>
            </a:r>
            <a:r>
              <a:rPr lang="ko-KR" altLang="en-US" sz="1350" b="0" i="0">
                <a:solidFill>
                  <a:srgbClr val="5A636B"/>
                </a:solidFill>
                <a:latin typeface="Malgun Gothic"/>
              </a:rPr>
              <a:t>봤다</a:t>
            </a:r>
            <a:r>
              <a:rPr sz="1350" b="0" i="0">
                <a:solidFill>
                  <a:srgbClr val="5A636B"/>
                </a:solidFill>
                <a:latin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701070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1D02-13CE-8725-8291-9AAA8F5B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4D063178-92C7-5DD4-68EC-794123887546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F31CD176-29DE-638C-B7A4-F2E0FB83521D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5D9B53CD-C226-3D3A-0A47-580C7EA32A9B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D033D748-8C36-83C9-7636-02904617F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7DE881D4-0142-09F5-F0CC-05E5D77A93E4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119BE557-C918-169F-FB91-060EF1CBE531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955AC085-4EEB-FAE3-CAA7-BF2339E5BF92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D0EAB496-A508-F3F7-2896-D15264976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886F70B-2D84-0796-5A48-4F8C3A4F7D5D}"/>
              </a:ext>
            </a:extLst>
          </p:cNvPr>
          <p:cNvSpPr txBox="1"/>
          <p:nvPr/>
        </p:nvSpPr>
        <p:spPr>
          <a:xfrm>
            <a:off x="158026" y="7183107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5A636B"/>
                </a:solidFill>
                <a:latin typeface="Malgun Gothic"/>
              </a:rPr>
              <a:t>→ 극도로 희소하고(99%) 게임의 47%가 1인 보유 — 모델 선택이 성능을 크게 가르는 조건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D16D8-DC41-6B18-6F2D-0E22B6D5C6C4}"/>
              </a:ext>
            </a:extLst>
          </p:cNvPr>
          <p:cNvSpPr txBox="1"/>
          <p:nvPr/>
        </p:nvSpPr>
        <p:spPr>
          <a:xfrm>
            <a:off x="442912" y="549494"/>
            <a:ext cx="9002472" cy="505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해석 ①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— 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실제 추천 목록을 눈으로 확인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CCF191-8C5A-4378-4CED-0567F386120A}"/>
              </a:ext>
            </a:extLst>
          </p:cNvPr>
          <p:cNvSpPr txBox="1"/>
          <p:nvPr/>
        </p:nvSpPr>
        <p:spPr>
          <a:xfrm>
            <a:off x="442912" y="140211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1">
                <a:solidFill>
                  <a:srgbClr val="5A636B"/>
                </a:solidFill>
                <a:latin typeface="Malgun Gothic"/>
              </a:rPr>
              <a:t>필터 없는 전체 카탈로그(3,564개)에서 5명을 뽑아 보유 게임과 추천 결과를 나란히 비교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7FD5810-977E-62BF-F2C5-5C6D4F979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997710"/>
              </p:ext>
            </p:extLst>
          </p:nvPr>
        </p:nvGraphicFramePr>
        <p:xfrm>
          <a:off x="442912" y="1891319"/>
          <a:ext cx="10789920" cy="2441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유저 (주 플레이 장르)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실제 보유 top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Item-CF 추천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Content 추천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D21"/>
                          </a:solidFill>
                          <a:latin typeface="Malgun Gothic"/>
                        </a:rPr>
                        <a:t>캐주얼/시뮬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Sims4,</a:t>
                      </a:r>
                      <a:r>
                        <a:rPr lang="en-US" sz="1200" b="0">
                          <a:solidFill>
                            <a:srgbClr val="1A1D21"/>
                          </a:solidFill>
                          <a:latin typeface="Malgun Gothic"/>
                        </a:rPr>
                        <a:t> Banana</a:t>
                      </a:r>
                      <a:endParaRPr sz="1200" b="0">
                        <a:solidFill>
                          <a:srgbClr val="1A1D21"/>
                        </a:solidFill>
                        <a:latin typeface="Malgun Gothic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CS2, Terraria, GTA V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Summon, Lethal Company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D21"/>
                          </a:solidFill>
                          <a:latin typeface="Malgun Gothic"/>
                        </a:rPr>
                        <a:t>전략/PvP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Stellaris, RimWorld, Apex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200" b="0">
                          <a:solidFill>
                            <a:srgbClr val="1A1D21"/>
                          </a:solidFill>
                          <a:latin typeface="Malgun Gothic"/>
                        </a:rPr>
                        <a:t>GTA V, R6S, CS2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The Forest, Core Keeper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D21"/>
                          </a:solidFill>
                          <a:latin typeface="Malgun Gothic"/>
                        </a:rPr>
                        <a:t>오픈월드 RPG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Skyrim, Oblivion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GTA V, Terraria, The Forest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The Forest, Unturned, PEAK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D21"/>
                          </a:solidFill>
                          <a:latin typeface="Malgun Gothic"/>
                        </a:rPr>
                        <a:t>밀리터리/시뮬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RimWorld, RDR2, R6S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CS2, Garry's Mod, Terraria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The Forest, Thief Simulator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D21"/>
                          </a:solidFill>
                          <a:latin typeface="Malgun Gothic"/>
                        </a:rPr>
                        <a:t>레이싱/시뮬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Forza, Euro Truck Sim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CS2, GTA V, RDR2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D21"/>
                          </a:solidFill>
                          <a:latin typeface="Malgun Gothic"/>
                        </a:rPr>
                        <a:t>The Forest, Internet Cafe Sim2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9CC0402-573F-399B-3636-03EBD6136A1A}"/>
              </a:ext>
            </a:extLst>
          </p:cNvPr>
          <p:cNvSpPr/>
          <p:nvPr/>
        </p:nvSpPr>
        <p:spPr>
          <a:xfrm>
            <a:off x="497089" y="4593370"/>
            <a:ext cx="5246611" cy="1715135"/>
          </a:xfrm>
          <a:prstGeom prst="rect">
            <a:avLst/>
          </a:prstGeom>
          <a:solidFill>
            <a:srgbClr val="FA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39A7AA-DC8D-ABBE-4B9D-9E633B7F22D3}"/>
              </a:ext>
            </a:extLst>
          </p:cNvPr>
          <p:cNvSpPr txBox="1"/>
          <p:nvPr/>
        </p:nvSpPr>
        <p:spPr>
          <a:xfrm>
            <a:off x="717232" y="4607087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B33A3A"/>
                </a:solidFill>
                <a:latin typeface="Malgun Gothic"/>
              </a:rPr>
              <a:t>Item-CF의 문제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57E8AD-55E4-1E8D-07B1-45694A06A493}"/>
              </a:ext>
            </a:extLst>
          </p:cNvPr>
          <p:cNvSpPr txBox="1"/>
          <p:nvPr/>
        </p:nvSpPr>
        <p:spPr>
          <a:xfrm>
            <a:off x="717232" y="5000279"/>
            <a:ext cx="4846320" cy="1575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 err="1">
                <a:solidFill>
                  <a:srgbClr val="5A636B"/>
                </a:solidFill>
                <a:latin typeface="Malgun Gothic"/>
              </a:rPr>
              <a:t>장르가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캐주얼이든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레이싱이든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상관없이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거의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모든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 err="1">
                <a:solidFill>
                  <a:srgbClr val="5A636B"/>
                </a:solidFill>
                <a:latin typeface="Malgun Gothic"/>
              </a:rPr>
              <a:t>유저에게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CS2 · GTA V · Terraria · Garry's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Mod를</a:t>
            </a:r>
            <a:endParaRPr sz="1250" b="0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 err="1">
                <a:solidFill>
                  <a:srgbClr val="5A636B"/>
                </a:solidFill>
                <a:latin typeface="Malgun Gothic"/>
              </a:rPr>
              <a:t>반복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추천했다</a:t>
            </a:r>
            <a:endParaRPr lang="en-US" sz="1250" b="0" i="0">
              <a:solidFill>
                <a:srgbClr val="5A636B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ko-KR" altLang="en-US" sz="1250" b="0" i="0">
                <a:solidFill>
                  <a:srgbClr val="5A636B"/>
                </a:solidFill>
                <a:latin typeface="Malgun Gothic"/>
              </a:rPr>
              <a:t>모델 특성상 인기게임이 </a:t>
            </a:r>
            <a:r>
              <a:rPr lang="ko-KR" altLang="en-US" sz="1250" b="0" i="0" err="1">
                <a:solidFill>
                  <a:srgbClr val="5A636B"/>
                </a:solidFill>
                <a:latin typeface="Malgun Gothic"/>
              </a:rPr>
              <a:t>추천될수밖에</a:t>
            </a:r>
            <a:r>
              <a:rPr lang="ko-KR" altLang="en-US" sz="1250">
                <a:solidFill>
                  <a:srgbClr val="5A636B"/>
                </a:solidFill>
                <a:latin typeface="Malgun Gothic"/>
              </a:rPr>
              <a:t> 없다</a:t>
            </a:r>
            <a:r>
              <a:rPr lang="en-US" altLang="ko-KR" sz="1250">
                <a:solidFill>
                  <a:srgbClr val="5A636B"/>
                </a:solidFill>
                <a:latin typeface="Malgun Gothic"/>
              </a:rPr>
              <a:t>. </a:t>
            </a:r>
            <a:r>
              <a:rPr lang="en-US" sz="1250">
                <a:solidFill>
                  <a:srgbClr val="5A636B"/>
                </a:solidFill>
                <a:latin typeface="Malgun Gothic"/>
              </a:rPr>
              <a:t>→ </a:t>
            </a:r>
            <a:r>
              <a:rPr lang="ko-KR" altLang="en-US" sz="1250" b="1">
                <a:solidFill>
                  <a:srgbClr val="5A636B"/>
                </a:solidFill>
                <a:latin typeface="Malgun Gothic"/>
              </a:rPr>
              <a:t>스팀 </a:t>
            </a:r>
            <a:r>
              <a:rPr lang="en-US" altLang="ko-KR" sz="1250" b="1">
                <a:solidFill>
                  <a:srgbClr val="5A636B"/>
                </a:solidFill>
                <a:latin typeface="Malgun Gothic"/>
              </a:rPr>
              <a:t>TOP </a:t>
            </a:r>
            <a:r>
              <a:rPr lang="ko-KR" altLang="en-US" sz="1250" b="1">
                <a:solidFill>
                  <a:srgbClr val="5A636B"/>
                </a:solidFill>
                <a:latin typeface="Malgun Gothic"/>
              </a:rPr>
              <a:t>순위게임 추천이랑 </a:t>
            </a:r>
            <a:r>
              <a:rPr lang="ko-KR" altLang="en-US" sz="1250" b="1" err="1">
                <a:solidFill>
                  <a:srgbClr val="5A636B"/>
                </a:solidFill>
                <a:latin typeface="Malgun Gothic"/>
              </a:rPr>
              <a:t>다를게</a:t>
            </a:r>
            <a:r>
              <a:rPr lang="ko-KR" altLang="en-US" sz="1250" b="1">
                <a:solidFill>
                  <a:srgbClr val="5A636B"/>
                </a:solidFill>
                <a:latin typeface="Malgun Gothic"/>
              </a:rPr>
              <a:t> 없다</a:t>
            </a:r>
            <a:endParaRPr lang="en-US" sz="1250" b="1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endParaRPr lang="en-US" sz="1250">
              <a:solidFill>
                <a:srgbClr val="5A636B"/>
              </a:solidFill>
              <a:latin typeface="Malgun Gothic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8F2898-8E6A-8FFF-0D7D-CA0A240BC55E}"/>
              </a:ext>
            </a:extLst>
          </p:cNvPr>
          <p:cNvSpPr/>
          <p:nvPr/>
        </p:nvSpPr>
        <p:spPr>
          <a:xfrm>
            <a:off x="5903710" y="4597189"/>
            <a:ext cx="5323660" cy="1711315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B9BFFD-5526-BC2C-F1E2-114B3D9BD7F8}"/>
              </a:ext>
            </a:extLst>
          </p:cNvPr>
          <p:cNvSpPr txBox="1"/>
          <p:nvPr/>
        </p:nvSpPr>
        <p:spPr>
          <a:xfrm>
            <a:off x="6203632" y="4607087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 err="1">
                <a:solidFill>
                  <a:srgbClr val="1E7E4F"/>
                </a:solidFill>
                <a:latin typeface="Malgun Gothic"/>
              </a:rPr>
              <a:t>Content의</a:t>
            </a:r>
            <a:r>
              <a:rPr sz="1500" b="1" i="0">
                <a:solidFill>
                  <a:srgbClr val="1E7E4F"/>
                </a:solidFill>
                <a:latin typeface="Malgun Gothic"/>
              </a:rPr>
              <a:t> </a:t>
            </a:r>
            <a:r>
              <a:rPr sz="1500" b="1" i="0" err="1">
                <a:solidFill>
                  <a:srgbClr val="1E7E4F"/>
                </a:solidFill>
                <a:latin typeface="Malgun Gothic"/>
              </a:rPr>
              <a:t>강점</a:t>
            </a:r>
            <a:endParaRPr sz="1500" b="1" i="0">
              <a:solidFill>
                <a:srgbClr val="1E7E4F"/>
              </a:solidFill>
              <a:latin typeface="Malgun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C6E87A-3979-9CD8-EA0D-18A4A2480374}"/>
              </a:ext>
            </a:extLst>
          </p:cNvPr>
          <p:cNvSpPr txBox="1"/>
          <p:nvPr/>
        </p:nvSpPr>
        <p:spPr>
          <a:xfrm>
            <a:off x="6203632" y="5000279"/>
            <a:ext cx="4846320" cy="13253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 err="1">
                <a:solidFill>
                  <a:srgbClr val="5A636B"/>
                </a:solidFill>
                <a:latin typeface="Malgun Gothic"/>
              </a:rPr>
              <a:t>유저마다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다른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0" i="0" err="1">
                <a:solidFill>
                  <a:srgbClr val="5A636B"/>
                </a:solidFill>
                <a:latin typeface="Malgun Gothic"/>
              </a:rPr>
              <a:t>게임을</a:t>
            </a:r>
            <a:r>
              <a:rPr sz="1250" b="0" i="0">
                <a:solidFill>
                  <a:srgbClr val="5A636B"/>
                </a:solidFill>
                <a:latin typeface="Malgun Gothic"/>
              </a:rPr>
              <a:t>, </a:t>
            </a:r>
            <a:r>
              <a:rPr sz="1250" b="1" i="0" err="1">
                <a:solidFill>
                  <a:srgbClr val="5A636B"/>
                </a:solidFill>
                <a:latin typeface="Malgun Gothic"/>
              </a:rPr>
              <a:t>대체로</a:t>
            </a:r>
            <a:r>
              <a:rPr sz="12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1" i="0" err="1">
                <a:solidFill>
                  <a:srgbClr val="5A636B"/>
                </a:solidFill>
                <a:latin typeface="Malgun Gothic"/>
              </a:rPr>
              <a:t>실제</a:t>
            </a:r>
            <a:r>
              <a:rPr sz="12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1" i="0" err="1">
                <a:solidFill>
                  <a:srgbClr val="5A636B"/>
                </a:solidFill>
                <a:latin typeface="Malgun Gothic"/>
              </a:rPr>
              <a:t>플레이</a:t>
            </a:r>
            <a:r>
              <a:rPr sz="12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1" i="0" err="1">
                <a:solidFill>
                  <a:srgbClr val="5A636B"/>
                </a:solidFill>
                <a:latin typeface="Malgun Gothic"/>
              </a:rPr>
              <a:t>장르와</a:t>
            </a:r>
            <a:endParaRPr sz="1250" b="1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 i="0" err="1">
                <a:solidFill>
                  <a:srgbClr val="5A636B"/>
                </a:solidFill>
                <a:latin typeface="Malgun Gothic"/>
              </a:rPr>
              <a:t>결이</a:t>
            </a:r>
            <a:r>
              <a:rPr sz="12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1" i="0" err="1">
                <a:solidFill>
                  <a:srgbClr val="5A636B"/>
                </a:solidFill>
                <a:latin typeface="Malgun Gothic"/>
              </a:rPr>
              <a:t>맞는</a:t>
            </a:r>
            <a:r>
              <a:rPr sz="12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1" i="0" err="1">
                <a:solidFill>
                  <a:srgbClr val="5A636B"/>
                </a:solidFill>
                <a:latin typeface="Malgun Gothic"/>
              </a:rPr>
              <a:t>게임을</a:t>
            </a:r>
            <a:r>
              <a:rPr sz="125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50" b="1" i="0" err="1">
                <a:solidFill>
                  <a:srgbClr val="5A636B"/>
                </a:solidFill>
                <a:latin typeface="Malgun Gothic"/>
              </a:rPr>
              <a:t>추천했다</a:t>
            </a:r>
            <a:endParaRPr lang="en-US" sz="1250" b="1" i="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endParaRPr lang="en-US" sz="1250">
              <a:solidFill>
                <a:srgbClr val="5A636B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en-US" altLang="ko-KR" sz="1250" b="0" i="0">
                <a:solidFill>
                  <a:srgbClr val="5A636B"/>
                </a:solidFill>
                <a:latin typeface="Malgun Gothic"/>
              </a:rPr>
              <a:t>(</a:t>
            </a:r>
            <a:r>
              <a:rPr lang="ko-KR" altLang="en-US" sz="1250" b="0" i="0">
                <a:solidFill>
                  <a:srgbClr val="5A636B"/>
                </a:solidFill>
                <a:latin typeface="Malgun Gothic"/>
              </a:rPr>
              <a:t>중복 추천 버그가 아닌 것도 직접 확인 했다</a:t>
            </a:r>
            <a:r>
              <a:rPr lang="en-US" altLang="ko-KR" sz="1250" b="0" i="0">
                <a:solidFill>
                  <a:srgbClr val="5A636B"/>
                </a:solidFill>
                <a:latin typeface="Malgun Gothic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endParaRPr sz="1250" b="0" i="0">
              <a:solidFill>
                <a:srgbClr val="5A636B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3118387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CBCB-2CBA-3E85-FC69-C30F535A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BB0D57ED-B953-4AA4-D507-B4855BA97F1C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F1C4A339-4DC0-069E-F750-4938B1790A48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7176E343-7E7F-3368-83B7-0E666DA0C615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98BC41AB-24FD-EE18-AE2C-D6C9C819E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59DC81B6-6D86-BD7B-CF37-07EB2DE89A70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B9390654-21AF-96A2-2F40-51B0E696E082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590BB9FD-77AA-90F0-A322-13F1B16C2615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0F468CBC-DC3A-D3C7-31C5-10EC8E11F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D752A31-562F-C4D8-AF56-A9DF6709B10F}"/>
              </a:ext>
            </a:extLst>
          </p:cNvPr>
          <p:cNvSpPr txBox="1"/>
          <p:nvPr/>
        </p:nvSpPr>
        <p:spPr>
          <a:xfrm>
            <a:off x="158026" y="7183107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5A636B"/>
                </a:solidFill>
                <a:latin typeface="Malgun Gothic"/>
              </a:rPr>
              <a:t>→ 극도로 희소하고(99%) 게임의 47%가 1인 보유 — 모델 선택이 성능을 크게 가르는 조건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5D436-E9B0-E0E9-0906-754194AE80C2}"/>
              </a:ext>
            </a:extLst>
          </p:cNvPr>
          <p:cNvSpPr txBox="1"/>
          <p:nvPr/>
        </p:nvSpPr>
        <p:spPr>
          <a:xfrm>
            <a:off x="442912" y="549494"/>
            <a:ext cx="9002472" cy="505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해석 ②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— 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다양성을 지표로 정량화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2ED6F-969B-383B-0A9A-80576EED3F67}"/>
              </a:ext>
            </a:extLst>
          </p:cNvPr>
          <p:cNvSpPr txBox="1"/>
          <p:nvPr/>
        </p:nvSpPr>
        <p:spPr>
          <a:xfrm>
            <a:off x="442912" y="1444478"/>
            <a:ext cx="10789920" cy="194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err="1">
                <a:solidFill>
                  <a:schemeClr val="tx1"/>
                </a:solidFill>
                <a:latin typeface="Malgun Gothic"/>
              </a:rPr>
              <a:t>카탈로그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커버리지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= 한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번이라도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추천된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고유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게임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수 /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전체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게임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수         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개인화도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= 1 − (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무작위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유저쌍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 3,000개의 Top-10 Jaccard </a:t>
            </a:r>
            <a:r>
              <a:rPr sz="1200" b="1" err="1">
                <a:solidFill>
                  <a:schemeClr val="tx1"/>
                </a:solidFill>
                <a:latin typeface="Malgun Gothic"/>
              </a:rPr>
              <a:t>평균</a:t>
            </a:r>
            <a:r>
              <a:rPr sz="1200" b="1">
                <a:solidFill>
                  <a:schemeClr val="tx1"/>
                </a:solidFill>
                <a:latin typeface="Malgun Gothic"/>
              </a:rPr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09B11B-8F3A-04CC-2D33-B55599340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07816"/>
              </p:ext>
            </p:extLst>
          </p:nvPr>
        </p:nvGraphicFramePr>
        <p:xfrm>
          <a:off x="442912" y="1974830"/>
          <a:ext cx="10789918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7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9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6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NDCG@10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카탈로그 커버리지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개인화도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취향 코사인 유사도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Popularity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0.154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0.7% (24개)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0.43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Content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0.088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18.9% (674개)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0.92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838"/>
                          </a:solidFill>
                          <a:latin typeface="Malgun Gothic"/>
                        </a:rPr>
                        <a:t>0.75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User-CF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0.190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5.7% (203개)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0.87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D21"/>
                          </a:solidFill>
                          <a:latin typeface="Malgun Gothic"/>
                        </a:rPr>
                        <a:t>Item-CF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0.215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7.6% (272개)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af-ZA" sz="1300" b="1">
                          <a:solidFill>
                            <a:srgbClr val="1A1D21"/>
                          </a:solidFill>
                          <a:latin typeface="Malgun Gothic"/>
                        </a:rPr>
                        <a:t>Item-CF + Content (</a:t>
                      </a:r>
                      <a:r>
                        <a:rPr lang="el-GR" sz="1300" b="1">
                          <a:solidFill>
                            <a:srgbClr val="1A1D21"/>
                          </a:solidFill>
                          <a:latin typeface="Malgun Gothic"/>
                        </a:rPr>
                        <a:t>α=0.85)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0.218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7.6% (271개)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D21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7C480F7-6355-E8C2-6A5E-43BCE4F4A8AD}"/>
              </a:ext>
            </a:extLst>
          </p:cNvPr>
          <p:cNvSpPr/>
          <p:nvPr/>
        </p:nvSpPr>
        <p:spPr>
          <a:xfrm>
            <a:off x="442912" y="4443710"/>
            <a:ext cx="10789920" cy="1417320"/>
          </a:xfrm>
          <a:prstGeom prst="rect">
            <a:avLst/>
          </a:prstGeom>
          <a:solidFill>
            <a:srgbClr val="E9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B125A-5E3E-6E9A-4270-B34864F5C995}"/>
              </a:ext>
            </a:extLst>
          </p:cNvPr>
          <p:cNvSpPr txBox="1"/>
          <p:nvPr/>
        </p:nvSpPr>
        <p:spPr>
          <a:xfrm>
            <a:off x="762952" y="462659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838"/>
                </a:solidFill>
                <a:latin typeface="Malgun Gothic"/>
              </a:rPr>
              <a:t>정확도 순위와 다양성 순위가 거의 정반대다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81BC8-11D6-77AD-9173-5F66ADD3EC45}"/>
              </a:ext>
            </a:extLst>
          </p:cNvPr>
          <p:cNvSpPr txBox="1"/>
          <p:nvPr/>
        </p:nvSpPr>
        <p:spPr>
          <a:xfrm>
            <a:off x="762952" y="5102078"/>
            <a:ext cx="10241280" cy="620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· NDCG 1등 Item-</a:t>
            </a:r>
            <a:r>
              <a:rPr lang="af-ZA" sz="1300" b="0" i="0" err="1">
                <a:solidFill>
                  <a:srgbClr val="5A636B"/>
                </a:solidFill>
                <a:latin typeface="Malgun Gothic"/>
              </a:rPr>
              <a:t>CF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의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커버리지는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7.6%뿐 — 3,564개 중 272개만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돌려쓴다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. Popularity(0.7%)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보다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크게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낫다고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보기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어렵다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· </a:t>
            </a:r>
            <a:r>
              <a:rPr lang="af-ZA" sz="1300" b="0" i="0" err="1">
                <a:solidFill>
                  <a:srgbClr val="5A636B"/>
                </a:solidFill>
                <a:latin typeface="Malgun Gothic"/>
              </a:rPr>
              <a:t>Content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는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커버리지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18.9%,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유저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간 Top-10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겹침이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8%에 </a:t>
            </a:r>
            <a:r>
              <a:rPr lang="ko-KR" altLang="en-US" sz="1300" b="0" i="0" err="1">
                <a:solidFill>
                  <a:srgbClr val="5A636B"/>
                </a:solidFill>
                <a:latin typeface="Malgun Gothic"/>
              </a:rPr>
              <a:t>불과</a:t>
            </a:r>
            <a:r>
              <a:rPr sz="1300" b="0" i="0">
                <a:solidFill>
                  <a:srgbClr val="5A636B"/>
                </a:solidFill>
                <a:latin typeface="Malgun Gothic"/>
              </a:rPr>
              <a:t> — </a:t>
            </a:r>
            <a:r>
              <a:rPr lang="ko-KR" altLang="en-US" sz="1300" b="1" i="0" err="1">
                <a:solidFill>
                  <a:srgbClr val="5A636B"/>
                </a:solidFill>
                <a:latin typeface="Malgun Gothic"/>
              </a:rPr>
              <a:t>유저마다</a:t>
            </a:r>
            <a:r>
              <a:rPr lang="ko-KR" altLang="en-US" sz="130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1" i="0" err="1">
                <a:solidFill>
                  <a:srgbClr val="5A636B"/>
                </a:solidFill>
                <a:latin typeface="Malgun Gothic"/>
              </a:rPr>
              <a:t>실제로</a:t>
            </a:r>
            <a:r>
              <a:rPr lang="ko-KR" altLang="en-US" sz="130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1" i="0" err="1">
                <a:solidFill>
                  <a:srgbClr val="5A636B"/>
                </a:solidFill>
                <a:latin typeface="Malgun Gothic"/>
              </a:rPr>
              <a:t>다른</a:t>
            </a:r>
            <a:r>
              <a:rPr lang="ko-KR" altLang="en-US" sz="130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1" i="0" err="1">
                <a:solidFill>
                  <a:srgbClr val="5A636B"/>
                </a:solidFill>
                <a:latin typeface="Malgun Gothic"/>
              </a:rPr>
              <a:t>추천을</a:t>
            </a:r>
            <a:r>
              <a:rPr lang="ko-KR" altLang="en-US" sz="130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1" i="0" err="1">
                <a:solidFill>
                  <a:srgbClr val="5A636B"/>
                </a:solidFill>
                <a:latin typeface="Malgun Gothic"/>
              </a:rPr>
              <a:t>하는</a:t>
            </a:r>
            <a:r>
              <a:rPr lang="ko-KR" altLang="en-US" sz="130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1" i="0" err="1">
                <a:solidFill>
                  <a:srgbClr val="5A636B"/>
                </a:solidFill>
                <a:latin typeface="Malgun Gothic"/>
              </a:rPr>
              <a:t>유일한</a:t>
            </a:r>
            <a:r>
              <a:rPr lang="ko-KR" altLang="en-US" sz="130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300" b="1" i="0" err="1">
                <a:solidFill>
                  <a:srgbClr val="5A636B"/>
                </a:solidFill>
                <a:latin typeface="Malgun Gothic"/>
              </a:rPr>
              <a:t>모델</a:t>
            </a:r>
            <a:r>
              <a:rPr lang="en-US" altLang="ko-KR" sz="1300" b="1" i="0">
                <a:solidFill>
                  <a:srgbClr val="5A636B"/>
                </a:solidFill>
                <a:latin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450990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3627C-2416-128F-A1D8-C4E89FAA4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6CFDDE86-C7E2-AD27-860C-4FFA538673BE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A16AC3F4-D8FC-EA38-4D08-59FE0B2EAC04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D5ED2A74-377F-DE13-BF4C-3AB021BDF4E0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AF67BD7A-DA29-5F61-B8D5-B1221F80D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0CD2CDC5-B527-CAA4-945C-A5EFB36AB32F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025AC267-9C35-78F3-7569-FC334E885A1C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B5AAC2ED-2218-5A3B-E935-0BF6C40617B1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E6AA2AA5-236D-8B9E-3E58-473080527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EF7646C-423A-3641-B9A8-93A13A74BE3D}"/>
              </a:ext>
            </a:extLst>
          </p:cNvPr>
          <p:cNvSpPr txBox="1"/>
          <p:nvPr/>
        </p:nvSpPr>
        <p:spPr>
          <a:xfrm>
            <a:off x="442912" y="549494"/>
            <a:ext cx="9002472" cy="505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해석 ③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— “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다양성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= 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안 맞는 추천” 아닌지 검증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98235-A1A0-79FC-C0E4-BFC9C4B38BCB}"/>
              </a:ext>
            </a:extLst>
          </p:cNvPr>
          <p:cNvSpPr txBox="1"/>
          <p:nvPr/>
        </p:nvSpPr>
        <p:spPr>
          <a:xfrm>
            <a:off x="442912" y="1444757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A67A5"/>
                </a:solidFill>
                <a:latin typeface="Malgun Gothic"/>
              </a:rPr>
              <a:t>유저가 절대 안 할 게임을 뿌려서 다양해 보이는 것이면 의미가 없다 → 관련성 지표를 추가 측정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481A43-BEE4-7C86-D08F-995202C4A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1723"/>
              </p:ext>
            </p:extLst>
          </p:nvPr>
        </p:nvGraphicFramePr>
        <p:xfrm>
          <a:off x="442912" y="2065225"/>
          <a:ext cx="5486400" cy="225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취향 코사인 유사도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장르/태그 겹침</a:t>
                      </a:r>
                    </a:p>
                  </a:txBody>
                  <a:tcPr marL="73152" marR="73152"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71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Popularity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0.43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99.8%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838"/>
                          </a:solidFill>
                          <a:latin typeface="Malgun Gothic"/>
                        </a:rPr>
                        <a:t>Content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838"/>
                          </a:solidFill>
                          <a:latin typeface="Malgun Gothic"/>
                        </a:rPr>
                        <a:t>0.75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838"/>
                          </a:solidFill>
                          <a:latin typeface="Malgun Gothic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E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User-CF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99.6%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Item-CF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99.7%</a:t>
                      </a:r>
                    </a:p>
                  </a:txBody>
                  <a:tcPr marL="73152" marR="7315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Malgun Gothic"/>
                        </a:rPr>
                        <a:t>Item-CF + Content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D21"/>
                          </a:solidFill>
                          <a:latin typeface="Malgun Gothic"/>
                        </a:rPr>
                        <a:t>99.8%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8F9F66-6827-8A3D-BB75-CC6520090CFA}"/>
              </a:ext>
            </a:extLst>
          </p:cNvPr>
          <p:cNvSpPr txBox="1"/>
          <p:nvPr/>
        </p:nvSpPr>
        <p:spPr>
          <a:xfrm>
            <a:off x="6249352" y="2065225"/>
            <a:ext cx="4983480" cy="2522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A1D21"/>
                </a:solidFill>
                <a:latin typeface="Malgun Gothic"/>
              </a:rPr>
              <a:t>■  </a:t>
            </a:r>
            <a:r>
              <a:rPr lang="ko-KR" altLang="en-US" sz="1400" b="1" err="1">
                <a:solidFill>
                  <a:srgbClr val="1A1D21"/>
                </a:solidFill>
                <a:latin typeface="Malgun Gothic"/>
              </a:rPr>
              <a:t>겹침</a:t>
            </a:r>
            <a:r>
              <a:rPr sz="140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400" b="1" err="1">
                <a:solidFill>
                  <a:srgbClr val="1A1D21"/>
                </a:solidFill>
                <a:latin typeface="Malgun Gothic"/>
              </a:rPr>
              <a:t>비율</a:t>
            </a:r>
            <a:r>
              <a:rPr sz="140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400" b="1" err="1">
                <a:solidFill>
                  <a:srgbClr val="1A1D21"/>
                </a:solidFill>
                <a:latin typeface="Malgun Gothic"/>
              </a:rPr>
              <a:t>지표는</a:t>
            </a:r>
            <a:r>
              <a:rPr sz="140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400" b="1" err="1">
                <a:solidFill>
                  <a:srgbClr val="1A1D21"/>
                </a:solidFill>
                <a:latin typeface="Malgun Gothic"/>
              </a:rPr>
              <a:t>폐기</a:t>
            </a:r>
            <a:endParaRPr sz="1400" b="1">
              <a:solidFill>
                <a:srgbClr val="1A1D21"/>
              </a:solidFill>
              <a:latin typeface="Malgun Gothic"/>
            </a:endParaRPr>
          </a:p>
          <a:p>
            <a:pPr marL="292608" indent="0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36B"/>
                </a:solidFill>
                <a:latin typeface="Malgun Gothic"/>
              </a:rPr>
              <a:t>–  전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모델이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99%대 —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유저가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이미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30개를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보유해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42개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장르</a:t>
            </a:r>
            <a:r>
              <a:rPr lang="en-US" altLang="ko-KR" sz="1250" b="0" err="1">
                <a:solidFill>
                  <a:srgbClr val="5A636B"/>
                </a:solidFill>
                <a:latin typeface="Malgun Gothic"/>
              </a:rPr>
              <a:t>·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태그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중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하나쯤은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당연히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겹친다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.</a:t>
            </a:r>
            <a:endParaRPr lang="en-US" altLang="ko-KR" sz="1250" b="0">
              <a:solidFill>
                <a:srgbClr val="5A636B"/>
              </a:solidFill>
              <a:latin typeface="Malgun Gothic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1">
                <a:solidFill>
                  <a:srgbClr val="1A1D21"/>
                </a:solidFill>
                <a:latin typeface="Malgun Gothic"/>
              </a:rPr>
              <a:t>■  </a:t>
            </a:r>
            <a:r>
              <a:rPr lang="en-US" altLang="ko-KR" sz="1400" b="1">
                <a:solidFill>
                  <a:srgbClr val="1A1D21"/>
                </a:solidFill>
                <a:latin typeface="Malgun Gothic"/>
              </a:rPr>
              <a:t>Content</a:t>
            </a:r>
            <a:r>
              <a:rPr lang="ko-KR" altLang="en-US" sz="1400" b="1">
                <a:solidFill>
                  <a:srgbClr val="1A1D21"/>
                </a:solidFill>
                <a:latin typeface="Malgun Gothic"/>
              </a:rPr>
              <a:t>의 </a:t>
            </a:r>
            <a:r>
              <a:rPr lang="en-US" altLang="ko-KR" sz="1400" b="1">
                <a:solidFill>
                  <a:srgbClr val="1A1D21"/>
                </a:solidFill>
                <a:latin typeface="Malgun Gothic"/>
              </a:rPr>
              <a:t>0.75</a:t>
            </a:r>
            <a:r>
              <a:rPr lang="ko-KR" altLang="en-US" sz="1400" b="1">
                <a:solidFill>
                  <a:srgbClr val="1A1D21"/>
                </a:solidFill>
                <a:latin typeface="Malgun Gothic"/>
              </a:rPr>
              <a:t>는 “자기 채점”</a:t>
            </a:r>
          </a:p>
          <a:p>
            <a:pPr marL="292608" indent="0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36B"/>
                </a:solidFill>
                <a:latin typeface="Malgun Gothic"/>
              </a:rPr>
              <a:t>–  </a:t>
            </a:r>
            <a:r>
              <a:rPr lang="af-ZA" sz="1250" b="0" err="1">
                <a:solidFill>
                  <a:srgbClr val="5A636B"/>
                </a:solidFill>
                <a:latin typeface="Malgun Gothic"/>
              </a:rPr>
              <a:t>Content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는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이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유사도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극대화가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목적함수라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1등이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당연</a:t>
            </a:r>
            <a:r>
              <a:rPr lang="ko-KR" altLang="en-US" sz="1250" b="0">
                <a:solidFill>
                  <a:srgbClr val="5A636B"/>
                </a:solidFill>
                <a:latin typeface="Malgun Gothic"/>
              </a:rPr>
              <a:t>하다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—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공정한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근거로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내세우지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않았다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A1D21"/>
                </a:solidFill>
                <a:latin typeface="Malgun Gothic"/>
              </a:rPr>
              <a:t>■  </a:t>
            </a:r>
            <a:r>
              <a:rPr lang="ko-KR" altLang="en-US" sz="1400" b="1" err="1">
                <a:solidFill>
                  <a:srgbClr val="1A1D21"/>
                </a:solidFill>
                <a:latin typeface="Malgun Gothic"/>
              </a:rPr>
              <a:t>공정한</a:t>
            </a:r>
            <a:r>
              <a:rPr sz="140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400" b="1" err="1">
                <a:solidFill>
                  <a:srgbClr val="1A1D21"/>
                </a:solidFill>
                <a:latin typeface="Malgun Gothic"/>
              </a:rPr>
              <a:t>비교는</a:t>
            </a:r>
            <a:r>
              <a:rPr sz="1400" b="1">
                <a:solidFill>
                  <a:srgbClr val="1A1D21"/>
                </a:solidFill>
                <a:latin typeface="Malgun Gothic"/>
              </a:rPr>
              <a:t> </a:t>
            </a:r>
            <a:r>
              <a:rPr lang="ko-KR" altLang="en-US" sz="1400" b="1" err="1">
                <a:solidFill>
                  <a:srgbClr val="1A1D21"/>
                </a:solidFill>
                <a:latin typeface="Malgun Gothic"/>
              </a:rPr>
              <a:t>나머지</a:t>
            </a:r>
            <a:r>
              <a:rPr sz="1400" b="1">
                <a:solidFill>
                  <a:srgbClr val="1A1D21"/>
                </a:solidFill>
                <a:latin typeface="Malgun Gothic"/>
              </a:rPr>
              <a:t> 3개끼리</a:t>
            </a:r>
          </a:p>
          <a:p>
            <a:pPr marL="292608" indent="0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36B"/>
                </a:solidFill>
                <a:latin typeface="Malgun Gothic"/>
              </a:rPr>
              <a:t>–  Popularity 0.43 &lt; Item-CF 0.49 ≈ User-CF 0.50 → </a:t>
            </a:r>
            <a:r>
              <a:rPr lang="af-ZA" sz="1250" b="0" err="1">
                <a:solidFill>
                  <a:srgbClr val="5A636B"/>
                </a:solidFill>
                <a:latin typeface="Malgun Gothic"/>
              </a:rPr>
              <a:t>CF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도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취향을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어느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정도는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 </a:t>
            </a:r>
            <a:r>
              <a:rPr lang="ko-KR" altLang="en-US" sz="1250" b="0" err="1">
                <a:solidFill>
                  <a:srgbClr val="5A636B"/>
                </a:solidFill>
                <a:latin typeface="Malgun Gothic"/>
              </a:rPr>
              <a:t>반영한다</a:t>
            </a:r>
            <a:r>
              <a:rPr sz="1250" b="0">
                <a:solidFill>
                  <a:srgbClr val="5A636B"/>
                </a:solidFill>
                <a:latin typeface="Malgun Gothic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7D4E08-DB8E-EA71-D49F-394C39F9D37B}"/>
              </a:ext>
            </a:extLst>
          </p:cNvPr>
          <p:cNvSpPr/>
          <p:nvPr/>
        </p:nvSpPr>
        <p:spPr>
          <a:xfrm>
            <a:off x="442912" y="4759712"/>
            <a:ext cx="5486400" cy="1548793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BA199-104C-E414-7815-89A16F930D81}"/>
              </a:ext>
            </a:extLst>
          </p:cNvPr>
          <p:cNvSpPr txBox="1"/>
          <p:nvPr/>
        </p:nvSpPr>
        <p:spPr>
          <a:xfrm>
            <a:off x="637869" y="4823049"/>
            <a:ext cx="5200003" cy="1180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1" i="0" err="1">
                <a:solidFill>
                  <a:srgbClr val="1B2838"/>
                </a:solidFill>
                <a:latin typeface="Malgun Gothic"/>
              </a:rPr>
              <a:t>결론</a:t>
            </a:r>
            <a:endParaRPr sz="1600" b="1" i="0">
              <a:solidFill>
                <a:srgbClr val="1B2838"/>
              </a:solidFill>
              <a:latin typeface="Malgun Gothic"/>
            </a:endParaRP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i="0" err="1">
                <a:solidFill>
                  <a:srgbClr val="1B2838"/>
                </a:solidFill>
                <a:latin typeface="Malgun Gothic"/>
              </a:rPr>
              <a:t>Content의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낮은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NDCG는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“</a:t>
            </a:r>
            <a:r>
              <a:rPr lang="ko-KR" altLang="en-US" sz="1600" i="0">
                <a:solidFill>
                  <a:srgbClr val="1B2838"/>
                </a:solidFill>
                <a:latin typeface="Malgun Gothic"/>
              </a:rPr>
              <a:t>적합하지 않은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추천”이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아니라</a:t>
            </a:r>
            <a:endParaRPr sz="1600" i="0">
              <a:solidFill>
                <a:srgbClr val="1B2838"/>
              </a:solidFill>
              <a:latin typeface="Malgun Gothic"/>
            </a:endParaRP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i="0">
                <a:solidFill>
                  <a:srgbClr val="1B2838"/>
                </a:solidFill>
                <a:latin typeface="Malgun Gothic"/>
              </a:rPr>
              <a:t>“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취향엔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맞지만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하필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숨긴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 3개를 못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맞힌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” </a:t>
            </a:r>
            <a:r>
              <a:rPr sz="1600" i="0" err="1">
                <a:solidFill>
                  <a:srgbClr val="1B2838"/>
                </a:solidFill>
                <a:latin typeface="Malgun Gothic"/>
              </a:rPr>
              <a:t>결과다</a:t>
            </a:r>
            <a:r>
              <a:rPr sz="1600" i="0">
                <a:solidFill>
                  <a:srgbClr val="1B2838"/>
                </a:solidFill>
                <a:latin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017123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4B9CD-1CB2-F871-3D01-5E9FA60B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자유형: 도형 3">
            <a:extLst>
              <a:ext uri="{FF2B5EF4-FFF2-40B4-BE49-F238E27FC236}">
                <a16:creationId xmlns:a16="http://schemas.microsoft.com/office/drawing/2014/main" id="{C55DB58C-6C75-C105-98B2-27B692DAE5FE}"/>
              </a:ext>
            </a:extLst>
          </p:cNvPr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9" name="TextBox 6">
            <a:extLst>
              <a:ext uri="{FF2B5EF4-FFF2-40B4-BE49-F238E27FC236}">
                <a16:creationId xmlns:a16="http://schemas.microsoft.com/office/drawing/2014/main" id="{8DDD70D2-3263-4D00-3779-FECE1B68789B}"/>
              </a:ext>
            </a:extLst>
          </p:cNvPr>
          <p:cNvSpPr txBox="1"/>
          <p:nvPr/>
        </p:nvSpPr>
        <p:spPr>
          <a:xfrm>
            <a:off x="546429" y="179986"/>
            <a:ext cx="29234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</a:t>
            </a:r>
            <a:r>
              <a:rPr lang="en-US"/>
              <a:t>3</a:t>
            </a:r>
            <a:r>
              <a:t> ｜ </a:t>
            </a:r>
            <a:r>
              <a:rPr lang="ko-KR" altLang="en-US"/>
              <a:t>모델링</a:t>
            </a:r>
            <a:endParaRPr/>
          </a:p>
        </p:txBody>
      </p:sp>
      <p:sp>
        <p:nvSpPr>
          <p:cNvPr id="460" name="직선 연결선 8">
            <a:extLst>
              <a:ext uri="{FF2B5EF4-FFF2-40B4-BE49-F238E27FC236}">
                <a16:creationId xmlns:a16="http://schemas.microsoft.com/office/drawing/2014/main" id="{47C55BF9-27F1-FA6A-7AAC-9FF90F12CCB4}"/>
              </a:ext>
            </a:extLst>
          </p:cNvPr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4" name="그림 4" descr="그림 4">
            <a:extLst>
              <a:ext uri="{FF2B5EF4-FFF2-40B4-BE49-F238E27FC236}">
                <a16:creationId xmlns:a16="http://schemas.microsoft.com/office/drawing/2014/main" id="{D18B43F7-FBA1-224E-C176-9F177035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>
            <a:extLst>
              <a:ext uri="{FF2B5EF4-FFF2-40B4-BE49-F238E27FC236}">
                <a16:creationId xmlns:a16="http://schemas.microsoft.com/office/drawing/2014/main" id="{12E333C5-7543-2AD7-29A8-497AAB86E569}"/>
              </a:ext>
            </a:extLst>
          </p:cNvPr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78" name="그림 9">
            <a:extLst>
              <a:ext uri="{FF2B5EF4-FFF2-40B4-BE49-F238E27FC236}">
                <a16:creationId xmlns:a16="http://schemas.microsoft.com/office/drawing/2014/main" id="{B63D06CE-6C8E-0797-CCC5-125782D16BE4}"/>
              </a:ext>
            </a:extLst>
          </p:cNvPr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76" name="Shape">
              <a:extLst>
                <a:ext uri="{FF2B5EF4-FFF2-40B4-BE49-F238E27FC236}">
                  <a16:creationId xmlns:a16="http://schemas.microsoft.com/office/drawing/2014/main" id="{0A7E98E8-A946-9D60-9532-F3823CA15BDC}"/>
                </a:ext>
              </a:extLst>
            </p:cNvPr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77" name="image3.png" descr="image3.png">
              <a:extLst>
                <a:ext uri="{FF2B5EF4-FFF2-40B4-BE49-F238E27FC236}">
                  <a16:creationId xmlns:a16="http://schemas.microsoft.com/office/drawing/2014/main" id="{6F14EC8B-2391-F1D6-8D95-263EAC379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994480E-A87D-E999-589D-2377700ED6F1}"/>
              </a:ext>
            </a:extLst>
          </p:cNvPr>
          <p:cNvSpPr txBox="1"/>
          <p:nvPr/>
        </p:nvSpPr>
        <p:spPr>
          <a:xfrm>
            <a:off x="442912" y="549494"/>
            <a:ext cx="9002472" cy="494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최종 선택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— </a:t>
            </a:r>
            <a:r>
              <a:rPr lang="en-US" sz="2500" b="1">
                <a:solidFill>
                  <a:srgbClr val="1B2838"/>
                </a:solidFill>
                <a:latin typeface="Malgun Gothic"/>
              </a:rPr>
              <a:t>Content </a:t>
            </a:r>
            <a:r>
              <a:rPr lang="ko-KR" altLang="en-US" sz="2500" b="1">
                <a:solidFill>
                  <a:srgbClr val="1B2838"/>
                </a:solidFill>
                <a:latin typeface="Malgun Gothic"/>
              </a:rPr>
              <a:t>기반 </a:t>
            </a:r>
            <a:r>
              <a:rPr lang="en-US" altLang="ko-KR" sz="2500" b="1">
                <a:solidFill>
                  <a:srgbClr val="1B2838"/>
                </a:solidFill>
                <a:latin typeface="Malgun Gothic"/>
              </a:rPr>
              <a:t>+ </a:t>
            </a:r>
            <a:r>
              <a:rPr lang="en-US" sz="2500" b="1">
                <a:solidFill>
                  <a:srgbClr val="1B2838"/>
                </a:solidFill>
                <a:latin typeface="Malgun Gothic"/>
              </a:rPr>
              <a:t>Value Score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C04666-D2E8-A0E1-97E8-AE3EC4506BBE}"/>
              </a:ext>
            </a:extLst>
          </p:cNvPr>
          <p:cNvSpPr/>
          <p:nvPr/>
        </p:nvSpPr>
        <p:spPr>
          <a:xfrm>
            <a:off x="442912" y="1458194"/>
            <a:ext cx="10789920" cy="86868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D9349-3450-5AFB-7A0C-F4FED5D30BD4}"/>
              </a:ext>
            </a:extLst>
          </p:cNvPr>
          <p:cNvSpPr txBox="1"/>
          <p:nvPr/>
        </p:nvSpPr>
        <p:spPr>
          <a:xfrm>
            <a:off x="762952" y="1668506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NDCG 1등(Item-CF)이 아니라, 개인화가 가장 강한 Content 모델을 최종 채택한다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BCC18-7C80-8C2B-6ACD-E95AD25E7668}"/>
              </a:ext>
            </a:extLst>
          </p:cNvPr>
          <p:cNvSpPr/>
          <p:nvPr/>
        </p:nvSpPr>
        <p:spPr>
          <a:xfrm>
            <a:off x="442912" y="2601194"/>
            <a:ext cx="10789920" cy="7772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1F254E-BDCA-1A00-C4F1-BFA6915C6CB1}"/>
              </a:ext>
            </a:extLst>
          </p:cNvPr>
          <p:cNvSpPr/>
          <p:nvPr/>
        </p:nvSpPr>
        <p:spPr>
          <a:xfrm>
            <a:off x="442912" y="2601194"/>
            <a:ext cx="54864" cy="777240"/>
          </a:xfrm>
          <a:prstGeom prst="rect">
            <a:avLst/>
          </a:prstGeom>
          <a:solidFill>
            <a:srgbClr val="1E7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9ACCDE-A861-08D4-FFA8-C536B97A094A}"/>
              </a:ext>
            </a:extLst>
          </p:cNvPr>
          <p:cNvSpPr txBox="1"/>
          <p:nvPr/>
        </p:nvSpPr>
        <p:spPr>
          <a:xfrm>
            <a:off x="808672" y="282065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2838"/>
                </a:solidFill>
                <a:latin typeface="Malgun Gothic"/>
              </a:rPr>
              <a:t>프로젝트 목표와의 정합성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3B900-53C0-E02C-6A1B-4C7B8D2FB8E9}"/>
              </a:ext>
            </a:extLst>
          </p:cNvPr>
          <p:cNvSpPr txBox="1"/>
          <p:nvPr/>
        </p:nvSpPr>
        <p:spPr>
          <a:xfrm>
            <a:off x="4832032" y="2720066"/>
            <a:ext cx="6263640" cy="530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 err="1">
                <a:solidFill>
                  <a:srgbClr val="5A636B"/>
                </a:solidFill>
                <a:latin typeface="Malgun Gothic"/>
              </a:rPr>
              <a:t>목표</a:t>
            </a:r>
            <a:r>
              <a:rPr sz="12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00" b="0" i="0" err="1">
                <a:solidFill>
                  <a:srgbClr val="5A636B"/>
                </a:solidFill>
                <a:latin typeface="Malgun Gothic"/>
              </a:rPr>
              <a:t>자체가</a:t>
            </a:r>
            <a:r>
              <a:rPr sz="1200" b="0" i="0">
                <a:solidFill>
                  <a:srgbClr val="5A636B"/>
                </a:solidFill>
                <a:latin typeface="Malgun Gothic"/>
              </a:rPr>
              <a:t> “Steam </a:t>
            </a:r>
            <a:r>
              <a:rPr sz="1200" b="0" i="0" err="1">
                <a:solidFill>
                  <a:srgbClr val="5A636B"/>
                </a:solidFill>
                <a:latin typeface="Malgun Gothic"/>
              </a:rPr>
              <a:t>사용자</a:t>
            </a:r>
            <a:r>
              <a:rPr sz="12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00" b="0" i="0" err="1">
                <a:solidFill>
                  <a:srgbClr val="5A636B"/>
                </a:solidFill>
                <a:latin typeface="Malgun Gothic"/>
              </a:rPr>
              <a:t>맞춤형</a:t>
            </a:r>
            <a:r>
              <a:rPr sz="1200" b="0" i="0">
                <a:solidFill>
                  <a:srgbClr val="5A636B"/>
                </a:solidFill>
                <a:latin typeface="Malgun Gothic"/>
              </a:rPr>
              <a:t> Value Score </a:t>
            </a:r>
            <a:r>
              <a:rPr sz="1200" b="0" i="0" err="1">
                <a:solidFill>
                  <a:srgbClr val="5A636B"/>
                </a:solidFill>
                <a:latin typeface="Malgun Gothic"/>
              </a:rPr>
              <a:t>기반</a:t>
            </a:r>
            <a:r>
              <a:rPr sz="1200" b="0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00" b="0" i="0" err="1">
                <a:solidFill>
                  <a:srgbClr val="5A636B"/>
                </a:solidFill>
                <a:latin typeface="Malgun Gothic"/>
              </a:rPr>
              <a:t>추천</a:t>
            </a:r>
            <a:r>
              <a:rPr sz="1200" b="0" i="0">
                <a:solidFill>
                  <a:srgbClr val="5A636B"/>
                </a:solidFill>
                <a:latin typeface="Malgun Gothic"/>
              </a:rPr>
              <a:t>”.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 err="1">
                <a:solidFill>
                  <a:srgbClr val="5A636B"/>
                </a:solidFill>
                <a:latin typeface="Malgun Gothic"/>
              </a:rPr>
              <a:t>지표</a:t>
            </a:r>
            <a:r>
              <a:rPr sz="1200" b="1" i="0">
                <a:solidFill>
                  <a:srgbClr val="5A636B"/>
                </a:solidFill>
                <a:latin typeface="Malgun Gothic"/>
              </a:rPr>
              <a:t> 1등보다 </a:t>
            </a:r>
            <a:r>
              <a:rPr sz="1200" b="1" i="0" err="1">
                <a:solidFill>
                  <a:srgbClr val="5A636B"/>
                </a:solidFill>
                <a:latin typeface="Malgun Gothic"/>
              </a:rPr>
              <a:t>개인화가</a:t>
            </a:r>
            <a:r>
              <a:rPr sz="1200" b="1" i="0">
                <a:solidFill>
                  <a:srgbClr val="5A636B"/>
                </a:solidFill>
                <a:latin typeface="Malgun Gothic"/>
              </a:rPr>
              <a:t> </a:t>
            </a:r>
            <a:r>
              <a:rPr sz="1200" b="1" i="0" err="1">
                <a:solidFill>
                  <a:srgbClr val="5A636B"/>
                </a:solidFill>
                <a:latin typeface="Malgun Gothic"/>
              </a:rPr>
              <a:t>우선순위에</a:t>
            </a:r>
            <a:r>
              <a:rPr sz="1200" b="1" i="0">
                <a:solidFill>
                  <a:srgbClr val="5A636B"/>
                </a:solidFill>
                <a:latin typeface="Malgun Gothic"/>
              </a:rPr>
              <a:t> 더 </a:t>
            </a:r>
            <a:r>
              <a:rPr sz="1200" b="1" i="0" err="1">
                <a:solidFill>
                  <a:srgbClr val="5A636B"/>
                </a:solidFill>
                <a:latin typeface="Malgun Gothic"/>
              </a:rPr>
              <a:t>가깝다</a:t>
            </a:r>
            <a:r>
              <a:rPr sz="1200" b="1" i="0">
                <a:solidFill>
                  <a:srgbClr val="5A636B"/>
                </a:solidFill>
                <a:latin typeface="Malgun Gothic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3F6E2-A66F-0ADA-5B45-39D2E7089B99}"/>
              </a:ext>
            </a:extLst>
          </p:cNvPr>
          <p:cNvSpPr/>
          <p:nvPr/>
        </p:nvSpPr>
        <p:spPr>
          <a:xfrm>
            <a:off x="442912" y="3469874"/>
            <a:ext cx="10789920" cy="7772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BC1719-3B9D-9F98-228F-4C24106C65A2}"/>
              </a:ext>
            </a:extLst>
          </p:cNvPr>
          <p:cNvSpPr/>
          <p:nvPr/>
        </p:nvSpPr>
        <p:spPr>
          <a:xfrm>
            <a:off x="442912" y="3469874"/>
            <a:ext cx="54864" cy="777240"/>
          </a:xfrm>
          <a:prstGeom prst="rect">
            <a:avLst/>
          </a:prstGeom>
          <a:solidFill>
            <a:srgbClr val="1E7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3410BE-5FA0-6179-B675-1C1F3EF1F310}"/>
              </a:ext>
            </a:extLst>
          </p:cNvPr>
          <p:cNvSpPr txBox="1"/>
          <p:nvPr/>
        </p:nvSpPr>
        <p:spPr>
          <a:xfrm>
            <a:off x="808672" y="368933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2838"/>
                </a:solidFill>
                <a:latin typeface="Malgun Gothic"/>
              </a:rPr>
              <a:t>유일하게 개인화가 작동하는 모델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5E535D-4866-4D24-D35A-971B8FF1CA77}"/>
              </a:ext>
            </a:extLst>
          </p:cNvPr>
          <p:cNvSpPr txBox="1"/>
          <p:nvPr/>
        </p:nvSpPr>
        <p:spPr>
          <a:xfrm>
            <a:off x="4832032" y="3588746"/>
            <a:ext cx="6263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개인화도 0.92(유저 간 Top-10 겹침 8%), 커버리지 18.9%(674개).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만든 모델 중 유저마다 실제로 다른 추천을 하는 유일한 모델.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D7E1D6-0C66-8F3C-67D0-6A9FA28AC5DB}"/>
              </a:ext>
            </a:extLst>
          </p:cNvPr>
          <p:cNvSpPr/>
          <p:nvPr/>
        </p:nvSpPr>
        <p:spPr>
          <a:xfrm>
            <a:off x="442912" y="4338554"/>
            <a:ext cx="10789920" cy="7772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B2C6CB-3817-7300-8F0E-F30DD2C2C1DE}"/>
              </a:ext>
            </a:extLst>
          </p:cNvPr>
          <p:cNvSpPr/>
          <p:nvPr/>
        </p:nvSpPr>
        <p:spPr>
          <a:xfrm>
            <a:off x="442912" y="4338554"/>
            <a:ext cx="54864" cy="777240"/>
          </a:xfrm>
          <a:prstGeom prst="rect">
            <a:avLst/>
          </a:prstGeom>
          <a:solidFill>
            <a:srgbClr val="1E7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D838AD-DF0C-4CB5-8B67-8BD7D265C2EE}"/>
              </a:ext>
            </a:extLst>
          </p:cNvPr>
          <p:cNvSpPr txBox="1"/>
          <p:nvPr/>
        </p:nvSpPr>
        <p:spPr>
          <a:xfrm>
            <a:off x="808672" y="455801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2838"/>
                </a:solidFill>
                <a:latin typeface="Malgun Gothic"/>
              </a:rPr>
              <a:t>낮은 NDCG는 품질 문제가 아님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E5E0FA-94E1-093B-AE43-A2AC048B9A52}"/>
              </a:ext>
            </a:extLst>
          </p:cNvPr>
          <p:cNvSpPr txBox="1"/>
          <p:nvPr/>
        </p:nvSpPr>
        <p:spPr>
          <a:xfrm>
            <a:off x="4832032" y="4457426"/>
            <a:ext cx="6263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취향 코사인 유사도 0.75로 전 모델 중 최고이고, 정성 확인에서도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실제 플레이 장르와 결이 맞았다. “숨긴 3개를 못 맞힌” 것뿐.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7E55AA-1C56-7502-27AE-302D0422DB68}"/>
              </a:ext>
            </a:extLst>
          </p:cNvPr>
          <p:cNvSpPr/>
          <p:nvPr/>
        </p:nvSpPr>
        <p:spPr>
          <a:xfrm>
            <a:off x="442912" y="5207234"/>
            <a:ext cx="10789920" cy="7772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45FCD5-62FC-8A34-227C-B79E5CE44983}"/>
              </a:ext>
            </a:extLst>
          </p:cNvPr>
          <p:cNvSpPr/>
          <p:nvPr/>
        </p:nvSpPr>
        <p:spPr>
          <a:xfrm>
            <a:off x="442912" y="5207234"/>
            <a:ext cx="54864" cy="777240"/>
          </a:xfrm>
          <a:prstGeom prst="rect">
            <a:avLst/>
          </a:prstGeom>
          <a:solidFill>
            <a:srgbClr val="1E7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B68023-EB3B-C3E2-96E6-9073B787D49F}"/>
              </a:ext>
            </a:extLst>
          </p:cNvPr>
          <p:cNvSpPr txBox="1"/>
          <p:nvPr/>
        </p:nvSpPr>
        <p:spPr>
          <a:xfrm>
            <a:off x="808672" y="542669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2838"/>
                </a:solidFill>
                <a:latin typeface="Malgun Gothic"/>
              </a:rPr>
              <a:t>Item-CF는 목표와 오히려 반대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EA00F2-620F-3F24-3060-C840B9633043}"/>
              </a:ext>
            </a:extLst>
          </p:cNvPr>
          <p:cNvSpPr txBox="1"/>
          <p:nvPr/>
        </p:nvSpPr>
        <p:spPr>
          <a:xfrm>
            <a:off x="4832032" y="5326106"/>
            <a:ext cx="6263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취향과 무관하게 CS2·GTA V·Terraria를 전 유저에게 반복 추천.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NDCG는 1등이지만 “맞춤형”과는 거리가 멀다.</a:t>
            </a:r>
          </a:p>
        </p:txBody>
      </p:sp>
    </p:spTree>
    <p:extLst>
      <p:ext uri="{BB962C8B-B14F-4D97-AF65-F5344CB8AC3E}">
        <p14:creationId xmlns:p14="http://schemas.microsoft.com/office/powerpoint/2010/main" val="308077184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55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559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56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1" name="직사각형 4"/>
          <p:cNvSpPr/>
          <p:nvPr/>
        </p:nvSpPr>
        <p:spPr>
          <a:xfrm>
            <a:off x="876795" y="2496518"/>
            <a:ext cx="3844886" cy="1264732"/>
          </a:xfrm>
          <a:prstGeom prst="rect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562" name="TextBox 9"/>
          <p:cNvSpPr txBox="1"/>
          <p:nvPr/>
        </p:nvSpPr>
        <p:spPr>
          <a:xfrm>
            <a:off x="1131878" y="2722383"/>
            <a:ext cx="199545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01 키워드 입력</a:t>
            </a:r>
          </a:p>
        </p:txBody>
      </p:sp>
      <p:sp>
        <p:nvSpPr>
          <p:cNvPr id="563" name="TextBox 10"/>
          <p:cNvSpPr txBox="1"/>
          <p:nvPr/>
        </p:nvSpPr>
        <p:spPr>
          <a:xfrm>
            <a:off x="1131878" y="3014435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564" name="직사각형 12"/>
          <p:cNvSpPr/>
          <p:nvPr/>
        </p:nvSpPr>
        <p:spPr>
          <a:xfrm>
            <a:off x="876795" y="3837756"/>
            <a:ext cx="3844886" cy="1264732"/>
          </a:xfrm>
          <a:prstGeom prst="rect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565" name="TextBox 13"/>
          <p:cNvSpPr txBox="1"/>
          <p:nvPr/>
        </p:nvSpPr>
        <p:spPr>
          <a:xfrm>
            <a:off x="1131878" y="4063620"/>
            <a:ext cx="199545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02 키워드 입력</a:t>
            </a:r>
          </a:p>
        </p:txBody>
      </p:sp>
      <p:sp>
        <p:nvSpPr>
          <p:cNvPr id="566" name="TextBox 14"/>
          <p:cNvSpPr txBox="1"/>
          <p:nvPr/>
        </p:nvSpPr>
        <p:spPr>
          <a:xfrm>
            <a:off x="1131878" y="4355672"/>
            <a:ext cx="27677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567" name="직사각형 16"/>
          <p:cNvSpPr/>
          <p:nvPr/>
        </p:nvSpPr>
        <p:spPr>
          <a:xfrm>
            <a:off x="876795" y="5178992"/>
            <a:ext cx="3844886" cy="1264732"/>
          </a:xfrm>
          <a:prstGeom prst="rect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568" name="TextBox 17"/>
          <p:cNvSpPr txBox="1"/>
          <p:nvPr/>
        </p:nvSpPr>
        <p:spPr>
          <a:xfrm>
            <a:off x="1131878" y="5404856"/>
            <a:ext cx="199545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03 키워드 입력</a:t>
            </a:r>
          </a:p>
        </p:txBody>
      </p:sp>
      <p:sp>
        <p:nvSpPr>
          <p:cNvPr id="569" name="TextBox 18"/>
          <p:cNvSpPr txBox="1"/>
          <p:nvPr/>
        </p:nvSpPr>
        <p:spPr>
          <a:xfrm>
            <a:off x="1131878" y="5696908"/>
            <a:ext cx="27677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570" name="TextBox 19"/>
          <p:cNvSpPr txBox="1"/>
          <p:nvPr/>
        </p:nvSpPr>
        <p:spPr>
          <a:xfrm>
            <a:off x="850463" y="2088933"/>
            <a:ext cx="142061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51F95"/>
                </a:solidFill>
              </a:defRPr>
            </a:lvl1pPr>
          </a:lstStyle>
          <a:p>
            <a:r>
              <a:t>Problem</a:t>
            </a:r>
          </a:p>
        </p:txBody>
      </p:sp>
      <p:sp>
        <p:nvSpPr>
          <p:cNvPr id="571" name="TextBox 20"/>
          <p:cNvSpPr txBox="1"/>
          <p:nvPr/>
        </p:nvSpPr>
        <p:spPr>
          <a:xfrm>
            <a:off x="4794906" y="2088933"/>
            <a:ext cx="142061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51F95"/>
                </a:solidFill>
              </a:defRPr>
            </a:lvl1pPr>
          </a:lstStyle>
          <a:p>
            <a:r>
              <a:t>Solution</a:t>
            </a:r>
          </a:p>
        </p:txBody>
      </p:sp>
      <p:sp>
        <p:nvSpPr>
          <p:cNvPr id="572" name="직사각형 21"/>
          <p:cNvSpPr/>
          <p:nvPr/>
        </p:nvSpPr>
        <p:spPr>
          <a:xfrm>
            <a:off x="9245034" y="2496518"/>
            <a:ext cx="2164804" cy="3947202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573" name="자유형: 도형 22"/>
          <p:cNvSpPr/>
          <p:nvPr/>
        </p:nvSpPr>
        <p:spPr>
          <a:xfrm>
            <a:off x="8618694" y="3207425"/>
            <a:ext cx="206627" cy="26067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1270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4" name="직선 연결선 23"/>
          <p:cNvSpPr/>
          <p:nvPr/>
        </p:nvSpPr>
        <p:spPr>
          <a:xfrm>
            <a:off x="8825321" y="4510785"/>
            <a:ext cx="419713" cy="1"/>
          </a:xfrm>
          <a:prstGeom prst="line">
            <a:avLst/>
          </a:prstGeom>
          <a:ln w="1270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5" name="TextBox 24"/>
          <p:cNvSpPr txBox="1"/>
          <p:nvPr/>
        </p:nvSpPr>
        <p:spPr>
          <a:xfrm>
            <a:off x="9209728" y="2088933"/>
            <a:ext cx="142061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51F95"/>
                </a:solidFill>
              </a:defRPr>
            </a:lvl1pPr>
          </a:lstStyle>
          <a:p>
            <a:r>
              <a:t>Service</a:t>
            </a:r>
          </a:p>
        </p:txBody>
      </p:sp>
      <p:sp>
        <p:nvSpPr>
          <p:cNvPr id="576" name="TextBox 25"/>
          <p:cNvSpPr txBox="1"/>
          <p:nvPr/>
        </p:nvSpPr>
        <p:spPr>
          <a:xfrm>
            <a:off x="9290753" y="4171007"/>
            <a:ext cx="2068279" cy="838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서비스 내용을</a:t>
            </a:r>
            <a:endParaRPr sz="1400"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입력해주세요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endParaRPr/>
          </a:p>
          <a:p>
            <a:pPr algn="ctr">
              <a:defRPr sz="8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(이모티콘이나 이미지가 들어가도 좋습니다)</a:t>
            </a:r>
          </a:p>
        </p:txBody>
      </p:sp>
      <p:sp>
        <p:nvSpPr>
          <p:cNvPr id="577" name="Freeform: Shape 102"/>
          <p:cNvSpPr/>
          <p:nvPr/>
        </p:nvSpPr>
        <p:spPr>
          <a:xfrm>
            <a:off x="10124793" y="3631250"/>
            <a:ext cx="468759" cy="386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40" y="0"/>
                </a:moveTo>
                <a:lnTo>
                  <a:pt x="13203" y="0"/>
                </a:lnTo>
                <a:lnTo>
                  <a:pt x="13716" y="1957"/>
                </a:lnTo>
                <a:lnTo>
                  <a:pt x="16053" y="1957"/>
                </a:lnTo>
                <a:cubicBezTo>
                  <a:pt x="16585" y="1957"/>
                  <a:pt x="17079" y="2142"/>
                  <a:pt x="17497" y="2533"/>
                </a:cubicBezTo>
                <a:cubicBezTo>
                  <a:pt x="17915" y="2925"/>
                  <a:pt x="18219" y="3431"/>
                  <a:pt x="18389" y="4030"/>
                </a:cubicBezTo>
                <a:lnTo>
                  <a:pt x="19510" y="8566"/>
                </a:lnTo>
                <a:lnTo>
                  <a:pt x="21087" y="7898"/>
                </a:lnTo>
                <a:lnTo>
                  <a:pt x="21600" y="9741"/>
                </a:lnTo>
                <a:lnTo>
                  <a:pt x="20023" y="10409"/>
                </a:lnTo>
                <a:lnTo>
                  <a:pt x="20536" y="12504"/>
                </a:lnTo>
                <a:cubicBezTo>
                  <a:pt x="20536" y="12550"/>
                  <a:pt x="20536" y="12596"/>
                  <a:pt x="20536" y="12688"/>
                </a:cubicBezTo>
                <a:lnTo>
                  <a:pt x="20536" y="19643"/>
                </a:lnTo>
                <a:cubicBezTo>
                  <a:pt x="20536" y="19689"/>
                  <a:pt x="20536" y="19735"/>
                  <a:pt x="20536" y="19758"/>
                </a:cubicBezTo>
                <a:lnTo>
                  <a:pt x="20536" y="20610"/>
                </a:lnTo>
                <a:cubicBezTo>
                  <a:pt x="20536" y="20886"/>
                  <a:pt x="20460" y="21139"/>
                  <a:pt x="20308" y="21324"/>
                </a:cubicBezTo>
                <a:cubicBezTo>
                  <a:pt x="20156" y="21508"/>
                  <a:pt x="19966" y="21600"/>
                  <a:pt x="19719" y="21600"/>
                </a:cubicBezTo>
                <a:lnTo>
                  <a:pt x="17288" y="21600"/>
                </a:lnTo>
                <a:lnTo>
                  <a:pt x="16984" y="20610"/>
                </a:lnTo>
                <a:lnTo>
                  <a:pt x="4616" y="20610"/>
                </a:lnTo>
                <a:lnTo>
                  <a:pt x="4312" y="21600"/>
                </a:lnTo>
                <a:lnTo>
                  <a:pt x="1881" y="21600"/>
                </a:lnTo>
                <a:cubicBezTo>
                  <a:pt x="1653" y="21600"/>
                  <a:pt x="1444" y="21508"/>
                  <a:pt x="1292" y="21324"/>
                </a:cubicBezTo>
                <a:cubicBezTo>
                  <a:pt x="1140" y="21139"/>
                  <a:pt x="1064" y="20909"/>
                  <a:pt x="1064" y="20610"/>
                </a:cubicBezTo>
                <a:lnTo>
                  <a:pt x="1064" y="19758"/>
                </a:lnTo>
                <a:cubicBezTo>
                  <a:pt x="1064" y="19712"/>
                  <a:pt x="1064" y="19666"/>
                  <a:pt x="1064" y="19643"/>
                </a:cubicBezTo>
                <a:lnTo>
                  <a:pt x="1064" y="12688"/>
                </a:lnTo>
                <a:cubicBezTo>
                  <a:pt x="1064" y="12596"/>
                  <a:pt x="1064" y="12550"/>
                  <a:pt x="1064" y="12504"/>
                </a:cubicBezTo>
                <a:lnTo>
                  <a:pt x="1577" y="10409"/>
                </a:lnTo>
                <a:lnTo>
                  <a:pt x="0" y="9741"/>
                </a:lnTo>
                <a:lnTo>
                  <a:pt x="513" y="7898"/>
                </a:lnTo>
                <a:lnTo>
                  <a:pt x="2090" y="8566"/>
                </a:lnTo>
                <a:lnTo>
                  <a:pt x="3211" y="4030"/>
                </a:lnTo>
                <a:cubicBezTo>
                  <a:pt x="3382" y="3408"/>
                  <a:pt x="3667" y="2925"/>
                  <a:pt x="4103" y="2533"/>
                </a:cubicBezTo>
                <a:cubicBezTo>
                  <a:pt x="4521" y="2142"/>
                  <a:pt x="5015" y="1957"/>
                  <a:pt x="5547" y="1957"/>
                </a:cubicBezTo>
                <a:lnTo>
                  <a:pt x="7884" y="1957"/>
                </a:lnTo>
                <a:lnTo>
                  <a:pt x="8340" y="0"/>
                </a:lnTo>
                <a:close/>
                <a:moveTo>
                  <a:pt x="3173" y="10800"/>
                </a:moveTo>
                <a:lnTo>
                  <a:pt x="2660" y="12942"/>
                </a:lnTo>
                <a:lnTo>
                  <a:pt x="2660" y="18652"/>
                </a:lnTo>
                <a:lnTo>
                  <a:pt x="18864" y="18652"/>
                </a:lnTo>
                <a:lnTo>
                  <a:pt x="18864" y="12942"/>
                </a:lnTo>
                <a:lnTo>
                  <a:pt x="18351" y="10800"/>
                </a:lnTo>
                <a:lnTo>
                  <a:pt x="3173" y="10800"/>
                </a:lnTo>
                <a:close/>
                <a:moveTo>
                  <a:pt x="3837" y="12205"/>
                </a:moveTo>
                <a:cubicBezTo>
                  <a:pt x="4065" y="11928"/>
                  <a:pt x="4369" y="11767"/>
                  <a:pt x="4692" y="11767"/>
                </a:cubicBezTo>
                <a:cubicBezTo>
                  <a:pt x="5034" y="11767"/>
                  <a:pt x="5319" y="11905"/>
                  <a:pt x="5547" y="12205"/>
                </a:cubicBezTo>
                <a:cubicBezTo>
                  <a:pt x="5775" y="12481"/>
                  <a:pt x="5908" y="12849"/>
                  <a:pt x="5908" y="13241"/>
                </a:cubicBezTo>
                <a:cubicBezTo>
                  <a:pt x="5908" y="13655"/>
                  <a:pt x="5794" y="14001"/>
                  <a:pt x="5547" y="14277"/>
                </a:cubicBezTo>
                <a:cubicBezTo>
                  <a:pt x="5319" y="14553"/>
                  <a:pt x="5015" y="14715"/>
                  <a:pt x="4692" y="14715"/>
                </a:cubicBezTo>
                <a:cubicBezTo>
                  <a:pt x="4350" y="14715"/>
                  <a:pt x="4065" y="14577"/>
                  <a:pt x="3837" y="14277"/>
                </a:cubicBezTo>
                <a:cubicBezTo>
                  <a:pt x="3609" y="14001"/>
                  <a:pt x="3477" y="13632"/>
                  <a:pt x="3477" y="13241"/>
                </a:cubicBezTo>
                <a:cubicBezTo>
                  <a:pt x="3477" y="12849"/>
                  <a:pt x="3591" y="12504"/>
                  <a:pt x="3837" y="12205"/>
                </a:cubicBezTo>
                <a:close/>
                <a:moveTo>
                  <a:pt x="5509" y="3915"/>
                </a:moveTo>
                <a:cubicBezTo>
                  <a:pt x="5110" y="3915"/>
                  <a:pt x="4825" y="4168"/>
                  <a:pt x="4692" y="4652"/>
                </a:cubicBezTo>
                <a:lnTo>
                  <a:pt x="3686" y="8820"/>
                </a:lnTo>
                <a:lnTo>
                  <a:pt x="17858" y="8820"/>
                </a:lnTo>
                <a:lnTo>
                  <a:pt x="16851" y="4652"/>
                </a:lnTo>
                <a:cubicBezTo>
                  <a:pt x="16718" y="4168"/>
                  <a:pt x="16452" y="3915"/>
                  <a:pt x="16034" y="3915"/>
                </a:cubicBezTo>
                <a:lnTo>
                  <a:pt x="5509" y="3915"/>
                </a:lnTo>
                <a:close/>
                <a:moveTo>
                  <a:pt x="7523" y="14715"/>
                </a:moveTo>
                <a:lnTo>
                  <a:pt x="14001" y="14715"/>
                </a:lnTo>
                <a:lnTo>
                  <a:pt x="15008" y="17662"/>
                </a:lnTo>
                <a:lnTo>
                  <a:pt x="13279" y="17662"/>
                </a:lnTo>
                <a:lnTo>
                  <a:pt x="12880" y="16672"/>
                </a:lnTo>
                <a:lnTo>
                  <a:pt x="8625" y="16672"/>
                </a:lnTo>
                <a:lnTo>
                  <a:pt x="8226" y="17662"/>
                </a:lnTo>
                <a:lnTo>
                  <a:pt x="6497" y="17662"/>
                </a:lnTo>
                <a:lnTo>
                  <a:pt x="7523" y="14715"/>
                </a:lnTo>
                <a:close/>
                <a:moveTo>
                  <a:pt x="15996" y="12205"/>
                </a:moveTo>
                <a:cubicBezTo>
                  <a:pt x="16224" y="11928"/>
                  <a:pt x="16528" y="11767"/>
                  <a:pt x="16851" y="11767"/>
                </a:cubicBezTo>
                <a:cubicBezTo>
                  <a:pt x="17193" y="11767"/>
                  <a:pt x="17478" y="11905"/>
                  <a:pt x="17706" y="12205"/>
                </a:cubicBezTo>
                <a:cubicBezTo>
                  <a:pt x="17934" y="12481"/>
                  <a:pt x="18066" y="12849"/>
                  <a:pt x="18066" y="13241"/>
                </a:cubicBezTo>
                <a:cubicBezTo>
                  <a:pt x="18066" y="13655"/>
                  <a:pt x="17952" y="14001"/>
                  <a:pt x="17706" y="14277"/>
                </a:cubicBezTo>
                <a:cubicBezTo>
                  <a:pt x="17478" y="14553"/>
                  <a:pt x="17174" y="14715"/>
                  <a:pt x="16851" y="14715"/>
                </a:cubicBezTo>
                <a:cubicBezTo>
                  <a:pt x="16509" y="14715"/>
                  <a:pt x="16224" y="14577"/>
                  <a:pt x="15996" y="14277"/>
                </a:cubicBezTo>
                <a:cubicBezTo>
                  <a:pt x="15768" y="14001"/>
                  <a:pt x="15635" y="13632"/>
                  <a:pt x="15635" y="13241"/>
                </a:cubicBezTo>
                <a:cubicBezTo>
                  <a:pt x="15635" y="12849"/>
                  <a:pt x="15749" y="12504"/>
                  <a:pt x="15996" y="1220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78" name="직사각형 28"/>
          <p:cNvSpPr/>
          <p:nvPr/>
        </p:nvSpPr>
        <p:spPr>
          <a:xfrm>
            <a:off x="4790033" y="2496518"/>
            <a:ext cx="3844887" cy="1264732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579" name="TextBox 29"/>
          <p:cNvSpPr txBox="1"/>
          <p:nvPr/>
        </p:nvSpPr>
        <p:spPr>
          <a:xfrm>
            <a:off x="5045117" y="2722383"/>
            <a:ext cx="199545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솔루션 내용 입력</a:t>
            </a:r>
          </a:p>
        </p:txBody>
      </p:sp>
      <p:sp>
        <p:nvSpPr>
          <p:cNvPr id="580" name="TextBox 30"/>
          <p:cNvSpPr txBox="1"/>
          <p:nvPr/>
        </p:nvSpPr>
        <p:spPr>
          <a:xfrm>
            <a:off x="5045117" y="3014435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581" name="직사각형 32"/>
          <p:cNvSpPr/>
          <p:nvPr/>
        </p:nvSpPr>
        <p:spPr>
          <a:xfrm>
            <a:off x="4790033" y="3837756"/>
            <a:ext cx="3844887" cy="1264732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582" name="TextBox 33"/>
          <p:cNvSpPr txBox="1"/>
          <p:nvPr/>
        </p:nvSpPr>
        <p:spPr>
          <a:xfrm>
            <a:off x="5045117" y="4063620"/>
            <a:ext cx="199545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솔루션 내용 입력</a:t>
            </a:r>
          </a:p>
        </p:txBody>
      </p:sp>
      <p:sp>
        <p:nvSpPr>
          <p:cNvPr id="583" name="TextBox 34"/>
          <p:cNvSpPr txBox="1"/>
          <p:nvPr/>
        </p:nvSpPr>
        <p:spPr>
          <a:xfrm>
            <a:off x="5045117" y="4355672"/>
            <a:ext cx="27677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584" name="직사각형 36"/>
          <p:cNvSpPr/>
          <p:nvPr/>
        </p:nvSpPr>
        <p:spPr>
          <a:xfrm>
            <a:off x="4790033" y="5178992"/>
            <a:ext cx="3844887" cy="1264732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585" name="TextBox 37"/>
          <p:cNvSpPr txBox="1"/>
          <p:nvPr/>
        </p:nvSpPr>
        <p:spPr>
          <a:xfrm>
            <a:off x="5045117" y="5404856"/>
            <a:ext cx="199545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솔루션 내용 입력</a:t>
            </a:r>
          </a:p>
        </p:txBody>
      </p:sp>
      <p:sp>
        <p:nvSpPr>
          <p:cNvPr id="586" name="TextBox 38"/>
          <p:cNvSpPr txBox="1"/>
          <p:nvPr/>
        </p:nvSpPr>
        <p:spPr>
          <a:xfrm>
            <a:off x="5045117" y="5696908"/>
            <a:ext cx="27677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pic>
        <p:nvPicPr>
          <p:cNvPr id="587" name="그림 11" descr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588" name="TextBox 1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591" name="그림 27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589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590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4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595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596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597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8" name="사각형: 둥근 모서리 1"/>
          <p:cNvSpPr/>
          <p:nvPr/>
        </p:nvSpPr>
        <p:spPr>
          <a:xfrm>
            <a:off x="1025154" y="2363729"/>
            <a:ext cx="3349142" cy="1270720"/>
          </a:xfrm>
          <a:prstGeom prst="roundRect">
            <a:avLst>
              <a:gd name="adj" fmla="val 17351"/>
            </a:avLst>
          </a:prstGeom>
          <a:solidFill>
            <a:srgbClr val="DBDBD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9" name="사각형: 둥근 모서리 4"/>
          <p:cNvSpPr/>
          <p:nvPr/>
        </p:nvSpPr>
        <p:spPr>
          <a:xfrm>
            <a:off x="5508614" y="2363729"/>
            <a:ext cx="5853998" cy="1270720"/>
          </a:xfrm>
          <a:prstGeom prst="roundRect">
            <a:avLst>
              <a:gd name="adj" fmla="val 17351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D0CECE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0" name="TextBox 9"/>
          <p:cNvSpPr txBox="1"/>
          <p:nvPr/>
        </p:nvSpPr>
        <p:spPr>
          <a:xfrm>
            <a:off x="1035614" y="1961608"/>
            <a:ext cx="142061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t>Pain Points</a:t>
            </a:r>
          </a:p>
        </p:txBody>
      </p:sp>
      <p:sp>
        <p:nvSpPr>
          <p:cNvPr id="601" name="TextBox 10"/>
          <p:cNvSpPr txBox="1"/>
          <p:nvPr/>
        </p:nvSpPr>
        <p:spPr>
          <a:xfrm>
            <a:off x="5468199" y="1961608"/>
            <a:ext cx="142061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51F95"/>
                </a:solidFill>
              </a:defRPr>
            </a:lvl1pPr>
          </a:lstStyle>
          <a:p>
            <a:r>
              <a:t>Solution</a:t>
            </a:r>
          </a:p>
        </p:txBody>
      </p:sp>
      <p:sp>
        <p:nvSpPr>
          <p:cNvPr id="602" name="직선 화살표 연결선 11"/>
          <p:cNvSpPr/>
          <p:nvPr/>
        </p:nvSpPr>
        <p:spPr>
          <a:xfrm>
            <a:off x="4571251" y="2999089"/>
            <a:ext cx="740593" cy="1"/>
          </a:xfrm>
          <a:prstGeom prst="line">
            <a:avLst/>
          </a:prstGeom>
          <a:ln w="6350">
            <a:solidFill>
              <a:srgbClr val="AFABAB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3" name="TextBox 12"/>
          <p:cNvSpPr txBox="1"/>
          <p:nvPr/>
        </p:nvSpPr>
        <p:spPr>
          <a:xfrm>
            <a:off x="1231021" y="2732284"/>
            <a:ext cx="2883343" cy="55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작성해주세요. </a:t>
            </a:r>
          </a:p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볼드로 표기해주세요.</a:t>
            </a:r>
          </a:p>
        </p:txBody>
      </p:sp>
      <p:sp>
        <p:nvSpPr>
          <p:cNvPr id="604" name="TextBox 13"/>
          <p:cNvSpPr txBox="1"/>
          <p:nvPr/>
        </p:nvSpPr>
        <p:spPr>
          <a:xfrm>
            <a:off x="5828267" y="2732284"/>
            <a:ext cx="4322374" cy="55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솔루션을 설명하는 내용을 작성해주세요. </a:t>
            </a:r>
          </a:p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볼드 + 칼라</a:t>
            </a:r>
            <a:r>
              <a:t>로 표기해주세요.</a:t>
            </a:r>
          </a:p>
        </p:txBody>
      </p:sp>
      <p:sp>
        <p:nvSpPr>
          <p:cNvPr id="605" name="사각형: 둥근 모서리 14"/>
          <p:cNvSpPr/>
          <p:nvPr/>
        </p:nvSpPr>
        <p:spPr>
          <a:xfrm>
            <a:off x="1025154" y="3799099"/>
            <a:ext cx="3349142" cy="1270720"/>
          </a:xfrm>
          <a:prstGeom prst="roundRect">
            <a:avLst>
              <a:gd name="adj" fmla="val 17351"/>
            </a:avLst>
          </a:prstGeom>
          <a:solidFill>
            <a:srgbClr val="DBDBD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6" name="사각형: 둥근 모서리 15"/>
          <p:cNvSpPr/>
          <p:nvPr/>
        </p:nvSpPr>
        <p:spPr>
          <a:xfrm>
            <a:off x="5508614" y="3799099"/>
            <a:ext cx="5853998" cy="1270720"/>
          </a:xfrm>
          <a:prstGeom prst="roundRect">
            <a:avLst>
              <a:gd name="adj" fmla="val 17351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D0CECE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7" name="직선 화살표 연결선 16"/>
          <p:cNvSpPr/>
          <p:nvPr/>
        </p:nvSpPr>
        <p:spPr>
          <a:xfrm>
            <a:off x="4571251" y="4434459"/>
            <a:ext cx="740593" cy="1"/>
          </a:xfrm>
          <a:prstGeom prst="line">
            <a:avLst/>
          </a:prstGeom>
          <a:ln w="6350">
            <a:solidFill>
              <a:srgbClr val="AFABAB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8" name="TextBox 17"/>
          <p:cNvSpPr txBox="1"/>
          <p:nvPr/>
        </p:nvSpPr>
        <p:spPr>
          <a:xfrm>
            <a:off x="1231021" y="4167654"/>
            <a:ext cx="2883343" cy="55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작성해주세요. </a:t>
            </a:r>
          </a:p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볼드로 표기해주세요.</a:t>
            </a:r>
          </a:p>
        </p:txBody>
      </p:sp>
      <p:sp>
        <p:nvSpPr>
          <p:cNvPr id="609" name="TextBox 18"/>
          <p:cNvSpPr txBox="1"/>
          <p:nvPr/>
        </p:nvSpPr>
        <p:spPr>
          <a:xfrm>
            <a:off x="5828267" y="4167654"/>
            <a:ext cx="4322374" cy="55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솔루션을 설명하는 내용을 작성해주세요. </a:t>
            </a:r>
          </a:p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볼드 + 칼라</a:t>
            </a:r>
            <a:r>
              <a:t>로 표기해주세요.</a:t>
            </a:r>
          </a:p>
        </p:txBody>
      </p:sp>
      <p:sp>
        <p:nvSpPr>
          <p:cNvPr id="610" name="사각형: 둥근 모서리 19"/>
          <p:cNvSpPr/>
          <p:nvPr/>
        </p:nvSpPr>
        <p:spPr>
          <a:xfrm>
            <a:off x="1025154" y="5234468"/>
            <a:ext cx="3349142" cy="1270720"/>
          </a:xfrm>
          <a:prstGeom prst="roundRect">
            <a:avLst>
              <a:gd name="adj" fmla="val 17351"/>
            </a:avLst>
          </a:prstGeom>
          <a:solidFill>
            <a:srgbClr val="DBDBD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1" name="사각형: 둥근 모서리 20"/>
          <p:cNvSpPr/>
          <p:nvPr/>
        </p:nvSpPr>
        <p:spPr>
          <a:xfrm>
            <a:off x="5508614" y="5234468"/>
            <a:ext cx="5853998" cy="1270720"/>
          </a:xfrm>
          <a:prstGeom prst="roundRect">
            <a:avLst>
              <a:gd name="adj" fmla="val 17351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D0CECE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2" name="직선 화살표 연결선 21"/>
          <p:cNvSpPr/>
          <p:nvPr/>
        </p:nvSpPr>
        <p:spPr>
          <a:xfrm>
            <a:off x="4571251" y="5869828"/>
            <a:ext cx="740593" cy="1"/>
          </a:xfrm>
          <a:prstGeom prst="line">
            <a:avLst/>
          </a:prstGeom>
          <a:ln w="6350">
            <a:solidFill>
              <a:srgbClr val="AFABAB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3" name="TextBox 22"/>
          <p:cNvSpPr txBox="1"/>
          <p:nvPr/>
        </p:nvSpPr>
        <p:spPr>
          <a:xfrm>
            <a:off x="1231021" y="5603023"/>
            <a:ext cx="2883343" cy="55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작성해주세요. </a:t>
            </a:r>
          </a:p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볼드로 표기해주세요.</a:t>
            </a:r>
          </a:p>
        </p:txBody>
      </p:sp>
      <p:sp>
        <p:nvSpPr>
          <p:cNvPr id="614" name="TextBox 23"/>
          <p:cNvSpPr txBox="1"/>
          <p:nvPr/>
        </p:nvSpPr>
        <p:spPr>
          <a:xfrm>
            <a:off x="5828267" y="5603023"/>
            <a:ext cx="4322374" cy="55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솔루션을 설명하는 내용을 작성해주세요. </a:t>
            </a:r>
          </a:p>
          <a:p>
            <a:pPr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볼드 + 칼라</a:t>
            </a:r>
            <a:r>
              <a:t>로 표기해주세요.</a:t>
            </a:r>
          </a:p>
        </p:txBody>
      </p:sp>
      <p:grpSp>
        <p:nvGrpSpPr>
          <p:cNvPr id="617" name="그림 24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61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616" name="image3.png" descr="image3.png"/>
            <p:cNvPicPr>
              <a:picLocks noChangeAspect="1"/>
            </p:cNvPicPr>
            <p:nvPr/>
          </p:nvPicPr>
          <p:blipFill>
            <a:blip r:embed="rId2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  <p:pic>
        <p:nvPicPr>
          <p:cNvPr id="618" name="그림 25" descr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TextBox 26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62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624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62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6" name="사각형: 둥근 모서리 1"/>
          <p:cNvSpPr/>
          <p:nvPr/>
        </p:nvSpPr>
        <p:spPr>
          <a:xfrm>
            <a:off x="1042323" y="2336744"/>
            <a:ext cx="4141448" cy="11115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29" name="사각형: 둥근 모서리 4"/>
          <p:cNvGrpSpPr/>
          <p:nvPr/>
        </p:nvGrpSpPr>
        <p:grpSpPr>
          <a:xfrm>
            <a:off x="1368661" y="2187624"/>
            <a:ext cx="1406685" cy="298240"/>
            <a:chOff x="0" y="0"/>
            <a:chExt cx="1406684" cy="298238"/>
          </a:xfrm>
        </p:grpSpPr>
        <p:sp>
          <p:nvSpPr>
            <p:cNvPr id="627" name="Rounded Rectangle"/>
            <p:cNvSpPr/>
            <p:nvPr/>
          </p:nvSpPr>
          <p:spPr>
            <a:xfrm>
              <a:off x="0" y="0"/>
              <a:ext cx="1406684" cy="29823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628" name="Pain Points 01"/>
            <p:cNvSpPr txBox="1"/>
            <p:nvPr/>
          </p:nvSpPr>
          <p:spPr>
            <a:xfrm>
              <a:off x="95744" y="14498"/>
              <a:ext cx="1215195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200"/>
              </a:pPr>
              <a:r>
                <a:t>Pain Points 01</a:t>
              </a:r>
            </a:p>
          </p:txBody>
        </p:sp>
      </p:grpSp>
      <p:sp>
        <p:nvSpPr>
          <p:cNvPr id="630" name="TextBox 9"/>
          <p:cNvSpPr txBox="1"/>
          <p:nvPr/>
        </p:nvSpPr>
        <p:spPr>
          <a:xfrm>
            <a:off x="1639741" y="2640516"/>
            <a:ext cx="2946615" cy="55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작성해주세요. </a:t>
            </a:r>
          </a:p>
          <a:p>
            <a:pPr algn="ctr"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볼드로 표기해주세요.</a:t>
            </a:r>
          </a:p>
        </p:txBody>
      </p:sp>
      <p:sp>
        <p:nvSpPr>
          <p:cNvPr id="631" name="사각형: 둥근 모서리 10"/>
          <p:cNvSpPr/>
          <p:nvPr/>
        </p:nvSpPr>
        <p:spPr>
          <a:xfrm>
            <a:off x="1042323" y="3797787"/>
            <a:ext cx="4141448" cy="11115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34" name="사각형: 둥근 모서리 11"/>
          <p:cNvGrpSpPr/>
          <p:nvPr/>
        </p:nvGrpSpPr>
        <p:grpSpPr>
          <a:xfrm>
            <a:off x="1368661" y="3648666"/>
            <a:ext cx="1406685" cy="298240"/>
            <a:chOff x="0" y="0"/>
            <a:chExt cx="1406684" cy="298238"/>
          </a:xfrm>
        </p:grpSpPr>
        <p:sp>
          <p:nvSpPr>
            <p:cNvPr id="632" name="Rounded Rectangle"/>
            <p:cNvSpPr/>
            <p:nvPr/>
          </p:nvSpPr>
          <p:spPr>
            <a:xfrm>
              <a:off x="0" y="0"/>
              <a:ext cx="1406684" cy="29823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633" name="Pain Points 02"/>
            <p:cNvSpPr txBox="1"/>
            <p:nvPr/>
          </p:nvSpPr>
          <p:spPr>
            <a:xfrm>
              <a:off x="95744" y="14498"/>
              <a:ext cx="1215195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200"/>
              </a:pPr>
              <a:r>
                <a:t>Pain Points 02</a:t>
              </a:r>
            </a:p>
          </p:txBody>
        </p:sp>
      </p:grpSp>
      <p:sp>
        <p:nvSpPr>
          <p:cNvPr id="635" name="TextBox 12"/>
          <p:cNvSpPr txBox="1"/>
          <p:nvPr/>
        </p:nvSpPr>
        <p:spPr>
          <a:xfrm>
            <a:off x="1639741" y="4101560"/>
            <a:ext cx="2946615" cy="55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작성해주세요. </a:t>
            </a:r>
          </a:p>
          <a:p>
            <a:pPr algn="ctr"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볼드로 표기해주세요.</a:t>
            </a:r>
          </a:p>
        </p:txBody>
      </p:sp>
      <p:sp>
        <p:nvSpPr>
          <p:cNvPr id="636" name="사각형: 둥근 모서리 13"/>
          <p:cNvSpPr/>
          <p:nvPr/>
        </p:nvSpPr>
        <p:spPr>
          <a:xfrm>
            <a:off x="1042323" y="5299455"/>
            <a:ext cx="4141448" cy="11115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39" name="사각형: 둥근 모서리 14"/>
          <p:cNvGrpSpPr/>
          <p:nvPr/>
        </p:nvGrpSpPr>
        <p:grpSpPr>
          <a:xfrm>
            <a:off x="1368661" y="5150334"/>
            <a:ext cx="1406685" cy="298240"/>
            <a:chOff x="0" y="0"/>
            <a:chExt cx="1406684" cy="298238"/>
          </a:xfrm>
        </p:grpSpPr>
        <p:sp>
          <p:nvSpPr>
            <p:cNvPr id="637" name="Rounded Rectangle"/>
            <p:cNvSpPr/>
            <p:nvPr/>
          </p:nvSpPr>
          <p:spPr>
            <a:xfrm>
              <a:off x="0" y="0"/>
              <a:ext cx="1406684" cy="29823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638" name="Pain Points 03"/>
            <p:cNvSpPr txBox="1"/>
            <p:nvPr/>
          </p:nvSpPr>
          <p:spPr>
            <a:xfrm>
              <a:off x="95744" y="14498"/>
              <a:ext cx="1215195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200"/>
              </a:pPr>
              <a:r>
                <a:t>Pain Points 03</a:t>
              </a:r>
            </a:p>
          </p:txBody>
        </p:sp>
      </p:grpSp>
      <p:sp>
        <p:nvSpPr>
          <p:cNvPr id="640" name="TextBox 15"/>
          <p:cNvSpPr txBox="1"/>
          <p:nvPr/>
        </p:nvSpPr>
        <p:spPr>
          <a:xfrm>
            <a:off x="1639741" y="5603228"/>
            <a:ext cx="2946615" cy="55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작성해주세요. </a:t>
            </a:r>
          </a:p>
          <a:p>
            <a:pPr algn="ctr">
              <a:lnSpc>
                <a:spcPts val="18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중요 포인트는 볼드로 표기해주세요.</a:t>
            </a:r>
          </a:p>
        </p:txBody>
      </p:sp>
      <p:sp>
        <p:nvSpPr>
          <p:cNvPr id="641" name="직선 화살표 연결선 16"/>
          <p:cNvSpPr/>
          <p:nvPr/>
        </p:nvSpPr>
        <p:spPr>
          <a:xfrm>
            <a:off x="5396739" y="4347521"/>
            <a:ext cx="614410" cy="1"/>
          </a:xfrm>
          <a:prstGeom prst="line">
            <a:avLst/>
          </a:prstGeom>
          <a:ln w="6350">
            <a:solidFill>
              <a:srgbClr val="126BF6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2" name="자유형: 도형 17"/>
          <p:cNvSpPr/>
          <p:nvPr/>
        </p:nvSpPr>
        <p:spPr>
          <a:xfrm>
            <a:off x="6010223" y="2377875"/>
            <a:ext cx="2146594" cy="4033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2574"/>
                  <a:pt x="21600" y="5748"/>
                </a:cubicBezTo>
                <a:cubicBezTo>
                  <a:pt x="21600" y="7732"/>
                  <a:pt x="19711" y="9482"/>
                  <a:pt x="16838" y="10515"/>
                </a:cubicBezTo>
                <a:lnTo>
                  <a:pt x="15851" y="10800"/>
                </a:lnTo>
                <a:lnTo>
                  <a:pt x="16838" y="11085"/>
                </a:lnTo>
                <a:cubicBezTo>
                  <a:pt x="19711" y="12118"/>
                  <a:pt x="21600" y="13868"/>
                  <a:pt x="21600" y="15852"/>
                </a:cubicBezTo>
                <a:cubicBezTo>
                  <a:pt x="21600" y="19026"/>
                  <a:pt x="16765" y="21600"/>
                  <a:pt x="10800" y="21600"/>
                </a:cubicBezTo>
                <a:cubicBezTo>
                  <a:pt x="4835" y="21600"/>
                  <a:pt x="0" y="19026"/>
                  <a:pt x="0" y="15852"/>
                </a:cubicBezTo>
                <a:cubicBezTo>
                  <a:pt x="0" y="13868"/>
                  <a:pt x="1889" y="12118"/>
                  <a:pt x="4762" y="11085"/>
                </a:cubicBezTo>
                <a:lnTo>
                  <a:pt x="5749" y="10800"/>
                </a:lnTo>
                <a:lnTo>
                  <a:pt x="4762" y="10515"/>
                </a:lnTo>
                <a:cubicBezTo>
                  <a:pt x="1889" y="9482"/>
                  <a:pt x="0" y="7732"/>
                  <a:pt x="0" y="5748"/>
                </a:cubicBezTo>
                <a:cubicBezTo>
                  <a:pt x="0" y="2574"/>
                  <a:pt x="4835" y="0"/>
                  <a:pt x="108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126BF6"/>
                </a:solidFill>
              </a:defRPr>
            </a:pPr>
            <a:endParaRPr/>
          </a:p>
        </p:txBody>
      </p:sp>
      <p:grpSp>
        <p:nvGrpSpPr>
          <p:cNvPr id="645" name="사각형: 둥근 모서리 18"/>
          <p:cNvGrpSpPr/>
          <p:nvPr/>
        </p:nvGrpSpPr>
        <p:grpSpPr>
          <a:xfrm>
            <a:off x="6380179" y="2187624"/>
            <a:ext cx="1406685" cy="298240"/>
            <a:chOff x="0" y="0"/>
            <a:chExt cx="1406684" cy="298238"/>
          </a:xfrm>
        </p:grpSpPr>
        <p:sp>
          <p:nvSpPr>
            <p:cNvPr id="643" name="Rounded Rectangle"/>
            <p:cNvSpPr/>
            <p:nvPr/>
          </p:nvSpPr>
          <p:spPr>
            <a:xfrm>
              <a:off x="0" y="0"/>
              <a:ext cx="1406684" cy="29823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solidFill>
                <a:srgbClr val="126BF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126BF6"/>
                  </a:solidFill>
                </a:defRPr>
              </a:pPr>
              <a:endParaRPr/>
            </a:p>
          </p:txBody>
        </p:sp>
        <p:sp>
          <p:nvSpPr>
            <p:cNvPr id="644" name="Solution"/>
            <p:cNvSpPr txBox="1"/>
            <p:nvPr/>
          </p:nvSpPr>
          <p:spPr>
            <a:xfrm>
              <a:off x="95744" y="14498"/>
              <a:ext cx="1215195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126BF6"/>
                  </a:solidFill>
                </a:defRPr>
              </a:lvl1pPr>
            </a:lstStyle>
            <a:p>
              <a:r>
                <a:t>Solution</a:t>
              </a:r>
            </a:p>
          </p:txBody>
        </p:sp>
      </p:grpSp>
      <p:sp>
        <p:nvSpPr>
          <p:cNvPr id="646" name="자유형: 도형 19"/>
          <p:cNvSpPr/>
          <p:nvPr/>
        </p:nvSpPr>
        <p:spPr>
          <a:xfrm>
            <a:off x="8983268" y="2378305"/>
            <a:ext cx="2146593" cy="4033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2574"/>
                  <a:pt x="21600" y="5748"/>
                </a:cubicBezTo>
                <a:cubicBezTo>
                  <a:pt x="21600" y="7732"/>
                  <a:pt x="19711" y="9482"/>
                  <a:pt x="16838" y="10515"/>
                </a:cubicBezTo>
                <a:lnTo>
                  <a:pt x="15851" y="10800"/>
                </a:lnTo>
                <a:lnTo>
                  <a:pt x="16838" y="11085"/>
                </a:lnTo>
                <a:cubicBezTo>
                  <a:pt x="19711" y="12118"/>
                  <a:pt x="21600" y="13868"/>
                  <a:pt x="21600" y="15852"/>
                </a:cubicBezTo>
                <a:cubicBezTo>
                  <a:pt x="21600" y="19026"/>
                  <a:pt x="16765" y="21600"/>
                  <a:pt x="10800" y="21600"/>
                </a:cubicBezTo>
                <a:cubicBezTo>
                  <a:pt x="4835" y="21600"/>
                  <a:pt x="0" y="19026"/>
                  <a:pt x="0" y="15852"/>
                </a:cubicBezTo>
                <a:cubicBezTo>
                  <a:pt x="0" y="13868"/>
                  <a:pt x="1889" y="12118"/>
                  <a:pt x="4762" y="11085"/>
                </a:cubicBezTo>
                <a:lnTo>
                  <a:pt x="5749" y="10800"/>
                </a:lnTo>
                <a:lnTo>
                  <a:pt x="4762" y="10515"/>
                </a:lnTo>
                <a:cubicBezTo>
                  <a:pt x="1889" y="9482"/>
                  <a:pt x="0" y="7732"/>
                  <a:pt x="0" y="5748"/>
                </a:cubicBezTo>
                <a:cubicBezTo>
                  <a:pt x="0" y="2574"/>
                  <a:pt x="4835" y="0"/>
                  <a:pt x="10800" y="0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49" name="사각형: 둥근 모서리 20"/>
          <p:cNvGrpSpPr/>
          <p:nvPr/>
        </p:nvGrpSpPr>
        <p:grpSpPr>
          <a:xfrm>
            <a:off x="9353223" y="2187624"/>
            <a:ext cx="1406685" cy="298240"/>
            <a:chOff x="0" y="0"/>
            <a:chExt cx="1406684" cy="298238"/>
          </a:xfrm>
        </p:grpSpPr>
        <p:sp>
          <p:nvSpPr>
            <p:cNvPr id="647" name="Rounded Rectangle"/>
            <p:cNvSpPr/>
            <p:nvPr/>
          </p:nvSpPr>
          <p:spPr>
            <a:xfrm>
              <a:off x="0" y="0"/>
              <a:ext cx="1406684" cy="29823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solidFill>
                <a:srgbClr val="126BF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126BF6"/>
                  </a:solidFill>
                </a:defRPr>
              </a:pPr>
              <a:endParaRPr/>
            </a:p>
          </p:txBody>
        </p:sp>
        <p:sp>
          <p:nvSpPr>
            <p:cNvPr id="648" name="Service"/>
            <p:cNvSpPr txBox="1"/>
            <p:nvPr/>
          </p:nvSpPr>
          <p:spPr>
            <a:xfrm>
              <a:off x="95744" y="14498"/>
              <a:ext cx="1215195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126BF6"/>
                  </a:solidFill>
                </a:defRPr>
              </a:lvl1pPr>
            </a:lstStyle>
            <a:p>
              <a:r>
                <a:t>Service</a:t>
              </a:r>
            </a:p>
          </p:txBody>
        </p:sp>
      </p:grpSp>
      <p:sp>
        <p:nvSpPr>
          <p:cNvPr id="650" name="직선 화살표 연결선 21"/>
          <p:cNvSpPr/>
          <p:nvPr/>
        </p:nvSpPr>
        <p:spPr>
          <a:xfrm>
            <a:off x="8269212" y="4347521"/>
            <a:ext cx="614410" cy="1"/>
          </a:xfrm>
          <a:prstGeom prst="line">
            <a:avLst/>
          </a:prstGeom>
          <a:ln w="6350">
            <a:solidFill>
              <a:srgbClr val="126BF6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1" name="TextBox 22"/>
          <p:cNvSpPr txBox="1"/>
          <p:nvPr/>
        </p:nvSpPr>
        <p:spPr>
          <a:xfrm>
            <a:off x="6361241" y="3191827"/>
            <a:ext cx="1444560" cy="53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126BF6"/>
                </a:solidFill>
              </a:defRPr>
            </a:pPr>
            <a:r>
              <a:t>솔루션 내용을</a:t>
            </a:r>
          </a:p>
          <a:p>
            <a:pPr algn="ctr">
              <a:defRPr sz="1400">
                <a:solidFill>
                  <a:srgbClr val="126BF6"/>
                </a:solidFill>
              </a:defRPr>
            </a:pPr>
            <a:r>
              <a:t>입력해주세요</a:t>
            </a:r>
          </a:p>
        </p:txBody>
      </p:sp>
      <p:sp>
        <p:nvSpPr>
          <p:cNvPr id="652" name="TextBox 23"/>
          <p:cNvSpPr txBox="1"/>
          <p:nvPr/>
        </p:nvSpPr>
        <p:spPr>
          <a:xfrm>
            <a:off x="6361241" y="5063587"/>
            <a:ext cx="1444560" cy="53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126BF6"/>
                </a:solidFill>
              </a:defRPr>
            </a:pPr>
            <a:r>
              <a:t>솔루션 내용을</a:t>
            </a:r>
          </a:p>
          <a:p>
            <a:pPr algn="ctr">
              <a:defRPr sz="1400">
                <a:solidFill>
                  <a:srgbClr val="126BF6"/>
                </a:solidFill>
              </a:defRPr>
            </a:pPr>
            <a:r>
              <a:t>입력해주세요</a:t>
            </a:r>
          </a:p>
        </p:txBody>
      </p:sp>
      <p:sp>
        <p:nvSpPr>
          <p:cNvPr id="653" name="TextBox 24"/>
          <p:cNvSpPr txBox="1"/>
          <p:nvPr/>
        </p:nvSpPr>
        <p:spPr>
          <a:xfrm>
            <a:off x="9334284" y="3191827"/>
            <a:ext cx="1444560" cy="53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서비스 내용을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입력해주세요</a:t>
            </a:r>
          </a:p>
        </p:txBody>
      </p:sp>
      <p:sp>
        <p:nvSpPr>
          <p:cNvPr id="654" name="TextBox 25"/>
          <p:cNvSpPr txBox="1"/>
          <p:nvPr/>
        </p:nvSpPr>
        <p:spPr>
          <a:xfrm>
            <a:off x="9334284" y="5063587"/>
            <a:ext cx="1444560" cy="53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서비스 내용을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설명해주세요</a:t>
            </a:r>
          </a:p>
        </p:txBody>
      </p:sp>
      <p:pic>
        <p:nvPicPr>
          <p:cNvPr id="655" name="그림 27" descr="그림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656" name="TextBox 28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659" name="그림 2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657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658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66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664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66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6" name="이등변 삼각형 10"/>
          <p:cNvSpPr/>
          <p:nvPr/>
        </p:nvSpPr>
        <p:spPr>
          <a:xfrm rot="10800000">
            <a:off x="5969282" y="5073694"/>
            <a:ext cx="253436" cy="164500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7" name="사각형: 둥근 모서리 1"/>
          <p:cNvSpPr/>
          <p:nvPr/>
        </p:nvSpPr>
        <p:spPr>
          <a:xfrm>
            <a:off x="2323939" y="2671640"/>
            <a:ext cx="7544122" cy="2020749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12700">
            <a:miter lim="400000"/>
          </a:ln>
          <a:effectLst>
            <a:outerShdw blurRad="50800" dist="38100" dir="2700000" rotWithShape="0">
              <a:srgbClr val="D0CECE">
                <a:alpha val="6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8" name="TextBox 4"/>
          <p:cNvSpPr txBox="1"/>
          <p:nvPr/>
        </p:nvSpPr>
        <p:spPr>
          <a:xfrm>
            <a:off x="2327137" y="5651315"/>
            <a:ext cx="7537725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 내용에서 </a:t>
            </a:r>
            <a:r>
              <a:rPr>
                <a:solidFill>
                  <a:srgbClr val="126BF6"/>
                </a:solidFill>
              </a:rPr>
              <a:t>도출된 핵심 내용을 이해하기 쉽게</a:t>
            </a:r>
            <a:r>
              <a:t> 설명해주세요</a:t>
            </a:r>
          </a:p>
        </p:txBody>
      </p:sp>
      <p:sp>
        <p:nvSpPr>
          <p:cNvPr id="669" name="이등변 삼각형 9"/>
          <p:cNvSpPr/>
          <p:nvPr/>
        </p:nvSpPr>
        <p:spPr>
          <a:xfrm rot="10800000">
            <a:off x="5969282" y="5302213"/>
            <a:ext cx="253436" cy="164500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73" name="그룹 11"/>
          <p:cNvGrpSpPr/>
          <p:nvPr/>
        </p:nvGrpSpPr>
        <p:grpSpPr>
          <a:xfrm>
            <a:off x="2639909" y="2885470"/>
            <a:ext cx="1593088" cy="1593088"/>
            <a:chOff x="0" y="0"/>
            <a:chExt cx="1593086" cy="1593086"/>
          </a:xfrm>
        </p:grpSpPr>
        <p:sp>
          <p:nvSpPr>
            <p:cNvPr id="670" name="타원 12"/>
            <p:cNvSpPr/>
            <p:nvPr/>
          </p:nvSpPr>
          <p:spPr>
            <a:xfrm>
              <a:off x="0" y="0"/>
              <a:ext cx="1593086" cy="1593086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1" name="TextBox 13"/>
            <p:cNvSpPr txBox="1"/>
            <p:nvPr/>
          </p:nvSpPr>
          <p:spPr>
            <a:xfrm>
              <a:off x="189207" y="294327"/>
              <a:ext cx="1214672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15%</a:t>
              </a:r>
            </a:p>
          </p:txBody>
        </p:sp>
        <p:sp>
          <p:nvSpPr>
            <p:cNvPr id="672" name="TextBox 14"/>
            <p:cNvSpPr txBox="1"/>
            <p:nvPr/>
          </p:nvSpPr>
          <p:spPr>
            <a:xfrm>
              <a:off x="147465" y="825655"/>
              <a:ext cx="129815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200"/>
              </a:pPr>
              <a:r>
                <a:t>내용을 짧게 </a:t>
              </a:r>
            </a:p>
            <a:p>
              <a:pPr algn="ctr">
                <a:defRPr sz="1200"/>
              </a:pPr>
              <a:r>
                <a:t>설명해주세요</a:t>
              </a:r>
            </a:p>
          </p:txBody>
        </p:sp>
      </p:grpSp>
      <p:grpSp>
        <p:nvGrpSpPr>
          <p:cNvPr id="677" name="그룹 15"/>
          <p:cNvGrpSpPr/>
          <p:nvPr/>
        </p:nvGrpSpPr>
        <p:grpSpPr>
          <a:xfrm>
            <a:off x="4412698" y="2885470"/>
            <a:ext cx="1593088" cy="1593088"/>
            <a:chOff x="0" y="0"/>
            <a:chExt cx="1593086" cy="1593086"/>
          </a:xfrm>
        </p:grpSpPr>
        <p:sp>
          <p:nvSpPr>
            <p:cNvPr id="674" name="타원 16"/>
            <p:cNvSpPr/>
            <p:nvPr/>
          </p:nvSpPr>
          <p:spPr>
            <a:xfrm>
              <a:off x="0" y="0"/>
              <a:ext cx="1593086" cy="1593086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5" name="TextBox 17"/>
            <p:cNvSpPr txBox="1"/>
            <p:nvPr/>
          </p:nvSpPr>
          <p:spPr>
            <a:xfrm>
              <a:off x="189207" y="294327"/>
              <a:ext cx="1214672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50%</a:t>
              </a:r>
            </a:p>
          </p:txBody>
        </p:sp>
        <p:sp>
          <p:nvSpPr>
            <p:cNvPr id="676" name="TextBox 18"/>
            <p:cNvSpPr txBox="1"/>
            <p:nvPr/>
          </p:nvSpPr>
          <p:spPr>
            <a:xfrm>
              <a:off x="147465" y="825655"/>
              <a:ext cx="129815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200"/>
              </a:pPr>
              <a:r>
                <a:t>내용을 짧게 </a:t>
              </a:r>
            </a:p>
            <a:p>
              <a:pPr algn="ctr">
                <a:defRPr sz="1200"/>
              </a:pPr>
              <a:r>
                <a:t>설명해주세요</a:t>
              </a:r>
            </a:p>
          </p:txBody>
        </p:sp>
      </p:grpSp>
      <p:grpSp>
        <p:nvGrpSpPr>
          <p:cNvPr id="681" name="그룹 19"/>
          <p:cNvGrpSpPr/>
          <p:nvPr/>
        </p:nvGrpSpPr>
        <p:grpSpPr>
          <a:xfrm>
            <a:off x="6185487" y="2885470"/>
            <a:ext cx="1593088" cy="1593088"/>
            <a:chOff x="0" y="0"/>
            <a:chExt cx="1593086" cy="1593086"/>
          </a:xfrm>
        </p:grpSpPr>
        <p:sp>
          <p:nvSpPr>
            <p:cNvPr id="678" name="타원 20"/>
            <p:cNvSpPr/>
            <p:nvPr/>
          </p:nvSpPr>
          <p:spPr>
            <a:xfrm>
              <a:off x="0" y="0"/>
              <a:ext cx="1593086" cy="1593086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9" name="TextBox 21"/>
            <p:cNvSpPr txBox="1"/>
            <p:nvPr/>
          </p:nvSpPr>
          <p:spPr>
            <a:xfrm>
              <a:off x="189207" y="294327"/>
              <a:ext cx="1214672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70%</a:t>
              </a:r>
            </a:p>
          </p:txBody>
        </p:sp>
        <p:sp>
          <p:nvSpPr>
            <p:cNvPr id="680" name="TextBox 22"/>
            <p:cNvSpPr txBox="1"/>
            <p:nvPr/>
          </p:nvSpPr>
          <p:spPr>
            <a:xfrm>
              <a:off x="147465" y="825655"/>
              <a:ext cx="129815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200"/>
              </a:pPr>
              <a:r>
                <a:t>내용을 짧게 </a:t>
              </a:r>
            </a:p>
            <a:p>
              <a:pPr algn="ctr">
                <a:defRPr sz="1200"/>
              </a:pPr>
              <a:r>
                <a:t>설명해주세요</a:t>
              </a:r>
            </a:p>
          </p:txBody>
        </p:sp>
      </p:grpSp>
      <p:grpSp>
        <p:nvGrpSpPr>
          <p:cNvPr id="685" name="그룹 23"/>
          <p:cNvGrpSpPr/>
          <p:nvPr/>
        </p:nvGrpSpPr>
        <p:grpSpPr>
          <a:xfrm>
            <a:off x="7958277" y="2885470"/>
            <a:ext cx="1593088" cy="1593088"/>
            <a:chOff x="0" y="0"/>
            <a:chExt cx="1593086" cy="1593086"/>
          </a:xfrm>
        </p:grpSpPr>
        <p:sp>
          <p:nvSpPr>
            <p:cNvPr id="682" name="타원 24"/>
            <p:cNvSpPr/>
            <p:nvPr/>
          </p:nvSpPr>
          <p:spPr>
            <a:xfrm>
              <a:off x="0" y="0"/>
              <a:ext cx="1593086" cy="1593086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83" name="TextBox 25"/>
            <p:cNvSpPr txBox="1"/>
            <p:nvPr/>
          </p:nvSpPr>
          <p:spPr>
            <a:xfrm>
              <a:off x="189207" y="294327"/>
              <a:ext cx="1214672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85%</a:t>
              </a:r>
            </a:p>
          </p:txBody>
        </p:sp>
        <p:sp>
          <p:nvSpPr>
            <p:cNvPr id="684" name="TextBox 26"/>
            <p:cNvSpPr txBox="1"/>
            <p:nvPr/>
          </p:nvSpPr>
          <p:spPr>
            <a:xfrm>
              <a:off x="147465" y="825655"/>
              <a:ext cx="129815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200"/>
              </a:pPr>
              <a:r>
                <a:t>내용을 짧게 </a:t>
              </a:r>
            </a:p>
            <a:p>
              <a:pPr algn="ctr">
                <a:defRPr sz="1200"/>
              </a:pPr>
              <a:r>
                <a:t>설명해주세요</a:t>
              </a:r>
            </a:p>
          </p:txBody>
        </p:sp>
      </p:grpSp>
      <p:sp>
        <p:nvSpPr>
          <p:cNvPr id="686" name="TextBox 28"/>
          <p:cNvSpPr txBox="1"/>
          <p:nvPr/>
        </p:nvSpPr>
        <p:spPr>
          <a:xfrm>
            <a:off x="3046846" y="1849875"/>
            <a:ext cx="6098308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세부 설명이 필요 시 간략하게 작성해 주세요</a:t>
            </a:r>
          </a:p>
        </p:txBody>
      </p:sp>
      <p:pic>
        <p:nvPicPr>
          <p:cNvPr id="687" name="그림 29" descr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688" name="TextBox 30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691" name="그림 31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689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690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직사각형 16"/>
          <p:cNvSpPr/>
          <p:nvPr/>
        </p:nvSpPr>
        <p:spPr>
          <a:xfrm>
            <a:off x="4541632" y="2196569"/>
            <a:ext cx="3111275" cy="4181370"/>
          </a:xfrm>
          <a:prstGeom prst="rect">
            <a:avLst/>
          </a:prstGeom>
          <a:solidFill>
            <a:srgbClr val="F2F2F2"/>
          </a:solidFill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69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69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69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69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701" name="직사각형 1"/>
          <p:cNvGrpSpPr/>
          <p:nvPr/>
        </p:nvGrpSpPr>
        <p:grpSpPr>
          <a:xfrm>
            <a:off x="1036340" y="2196568"/>
            <a:ext cx="3111277" cy="4923792"/>
            <a:chOff x="0" y="0"/>
            <a:chExt cx="3111276" cy="4923790"/>
          </a:xfrm>
        </p:grpSpPr>
        <p:sp>
          <p:nvSpPr>
            <p:cNvPr id="699" name="Rectangle"/>
            <p:cNvSpPr/>
            <p:nvPr/>
          </p:nvSpPr>
          <p:spPr>
            <a:xfrm>
              <a:off x="0" y="0"/>
              <a:ext cx="3111276" cy="4168162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00" name="이미지에 어울리는 내용을 작성해 주세요…"/>
            <p:cNvSpPr txBox="1"/>
            <p:nvPr/>
          </p:nvSpPr>
          <p:spPr>
            <a:xfrm>
              <a:off x="52069" y="6350"/>
              <a:ext cx="3007137" cy="4917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400">
                  <a:solidFill>
                    <a:srgbClr val="4540D8"/>
                  </a:solidFill>
                </a:defRPr>
              </a:pPr>
              <a:endParaRPr/>
            </a:p>
            <a:p>
              <a:pPr algn="ctr">
                <a:lnSpc>
                  <a:spcPts val="1900"/>
                </a:lnSpc>
                <a:defRPr sz="1400"/>
              </a:pPr>
              <a:r>
                <a:t>이미지에 어울리는 내용을 작성해 주세요</a:t>
              </a:r>
            </a:p>
            <a:p>
              <a:pPr algn="ctr">
                <a:lnSpc>
                  <a:spcPts val="1900"/>
                </a:lnSpc>
                <a:defRPr sz="1400"/>
              </a:pPr>
              <a:endParaRPr/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</p:txBody>
        </p:sp>
      </p:grpSp>
      <p:sp>
        <p:nvSpPr>
          <p:cNvPr id="702" name="직사각형 4"/>
          <p:cNvSpPr/>
          <p:nvPr/>
        </p:nvSpPr>
        <p:spPr>
          <a:xfrm>
            <a:off x="1036341" y="2196569"/>
            <a:ext cx="3111275" cy="45720"/>
          </a:xfrm>
          <a:prstGeom prst="rect">
            <a:avLst/>
          </a:prstGeom>
          <a:solidFill>
            <a:srgbClr val="AFABA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03" name="직사각형 9"/>
          <p:cNvSpPr/>
          <p:nvPr/>
        </p:nvSpPr>
        <p:spPr>
          <a:xfrm>
            <a:off x="1148789" y="2379224"/>
            <a:ext cx="2886375" cy="1623586"/>
          </a:xfrm>
          <a:prstGeom prst="rect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100">
                <a:solidFill>
                  <a:srgbClr val="808080"/>
                </a:solidFill>
              </a:defRPr>
            </a:pPr>
            <a:endParaRPr/>
          </a:p>
        </p:txBody>
      </p:sp>
      <p:grpSp>
        <p:nvGrpSpPr>
          <p:cNvPr id="706" name="직사각형 10"/>
          <p:cNvGrpSpPr/>
          <p:nvPr/>
        </p:nvGrpSpPr>
        <p:grpSpPr>
          <a:xfrm>
            <a:off x="4541632" y="2196568"/>
            <a:ext cx="3111277" cy="4917442"/>
            <a:chOff x="0" y="0"/>
            <a:chExt cx="3111276" cy="4917440"/>
          </a:xfrm>
        </p:grpSpPr>
        <p:sp>
          <p:nvSpPr>
            <p:cNvPr id="704" name="Rectangle"/>
            <p:cNvSpPr/>
            <p:nvPr/>
          </p:nvSpPr>
          <p:spPr>
            <a:xfrm>
              <a:off x="0" y="0"/>
              <a:ext cx="3111276" cy="4168162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05" name="이미지에 어울리는 내용을 작성해 주세요…"/>
            <p:cNvSpPr txBox="1"/>
            <p:nvPr/>
          </p:nvSpPr>
          <p:spPr>
            <a:xfrm>
              <a:off x="45719" y="0"/>
              <a:ext cx="3019837" cy="4917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400">
                  <a:solidFill>
                    <a:srgbClr val="4540D8"/>
                  </a:solidFill>
                </a:defRPr>
              </a:pPr>
              <a:endParaRPr/>
            </a:p>
            <a:p>
              <a:pPr algn="ctr">
                <a:lnSpc>
                  <a:spcPts val="1900"/>
                </a:lnSpc>
                <a:defRPr sz="1400"/>
              </a:pPr>
              <a:r>
                <a:t>이미지에 어울리는 내용을 작성해 주세요</a:t>
              </a:r>
            </a:p>
            <a:p>
              <a:pPr algn="ctr">
                <a:lnSpc>
                  <a:spcPts val="1900"/>
                </a:lnSpc>
                <a:defRPr sz="1400"/>
              </a:pPr>
              <a:endParaRPr/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</p:txBody>
        </p:sp>
      </p:grpSp>
      <p:sp>
        <p:nvSpPr>
          <p:cNvPr id="707" name="직사각형 11"/>
          <p:cNvSpPr/>
          <p:nvPr/>
        </p:nvSpPr>
        <p:spPr>
          <a:xfrm>
            <a:off x="4541634" y="2196569"/>
            <a:ext cx="3111275" cy="45720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08" name="직사각형 12"/>
          <p:cNvSpPr/>
          <p:nvPr/>
        </p:nvSpPr>
        <p:spPr>
          <a:xfrm>
            <a:off x="4654082" y="2379224"/>
            <a:ext cx="2886375" cy="1623586"/>
          </a:xfrm>
          <a:prstGeom prst="rect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100">
                <a:solidFill>
                  <a:srgbClr val="808080"/>
                </a:solidFill>
              </a:defRPr>
            </a:pPr>
            <a:endParaRPr/>
          </a:p>
        </p:txBody>
      </p:sp>
      <p:grpSp>
        <p:nvGrpSpPr>
          <p:cNvPr id="711" name="직사각형 13"/>
          <p:cNvGrpSpPr/>
          <p:nvPr/>
        </p:nvGrpSpPr>
        <p:grpSpPr>
          <a:xfrm>
            <a:off x="8048953" y="2196568"/>
            <a:ext cx="3111277" cy="4923792"/>
            <a:chOff x="0" y="0"/>
            <a:chExt cx="3111276" cy="4923790"/>
          </a:xfrm>
        </p:grpSpPr>
        <p:sp>
          <p:nvSpPr>
            <p:cNvPr id="709" name="Rectangle"/>
            <p:cNvSpPr/>
            <p:nvPr/>
          </p:nvSpPr>
          <p:spPr>
            <a:xfrm>
              <a:off x="0" y="0"/>
              <a:ext cx="3111276" cy="4168162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10" name="이미지에 어울리는 내용을 작성해 주세요…"/>
            <p:cNvSpPr txBox="1"/>
            <p:nvPr/>
          </p:nvSpPr>
          <p:spPr>
            <a:xfrm>
              <a:off x="52069" y="6350"/>
              <a:ext cx="3007137" cy="4917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1400">
                  <a:solidFill>
                    <a:srgbClr val="4540D8"/>
                  </a:solidFill>
                </a:defRPr>
              </a:pPr>
              <a:endParaRPr/>
            </a:p>
            <a:p>
              <a:pPr algn="ctr">
                <a:lnSpc>
                  <a:spcPts val="1900"/>
                </a:lnSpc>
                <a:defRPr sz="1400"/>
              </a:pPr>
              <a:r>
                <a:t>이미지에 어울리는 내용을 작성해 주세요</a:t>
              </a:r>
            </a:p>
            <a:p>
              <a:pPr algn="ctr">
                <a:lnSpc>
                  <a:spcPts val="1900"/>
                </a:lnSpc>
                <a:defRPr sz="1400"/>
              </a:pPr>
              <a:endParaRPr/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 내용을 입력해 주세요</a:t>
              </a: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latin typeface="Pretendard Black"/>
                <a:ea typeface="Pretendard Black"/>
                <a:cs typeface="Pretendard Black"/>
                <a:sym typeface="Pretendard Black"/>
              </a:endParaRPr>
            </a:p>
          </p:txBody>
        </p:sp>
      </p:grpSp>
      <p:sp>
        <p:nvSpPr>
          <p:cNvPr id="712" name="직사각형 14"/>
          <p:cNvSpPr/>
          <p:nvPr/>
        </p:nvSpPr>
        <p:spPr>
          <a:xfrm>
            <a:off x="8048955" y="2196569"/>
            <a:ext cx="3111275" cy="45720"/>
          </a:xfrm>
          <a:prstGeom prst="rect">
            <a:avLst/>
          </a:prstGeom>
          <a:solidFill>
            <a:srgbClr val="AFABA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13" name="직사각형 15"/>
          <p:cNvSpPr/>
          <p:nvPr/>
        </p:nvSpPr>
        <p:spPr>
          <a:xfrm>
            <a:off x="8161404" y="2379224"/>
            <a:ext cx="2886375" cy="1623586"/>
          </a:xfrm>
          <a:prstGeom prst="rect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100">
                <a:solidFill>
                  <a:srgbClr val="808080"/>
                </a:solidFill>
              </a:defRPr>
            </a:pPr>
            <a:endParaRPr/>
          </a:p>
        </p:txBody>
      </p:sp>
      <p:pic>
        <p:nvPicPr>
          <p:cNvPr id="714" name="그림 18" descr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715" name="TextBox 1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718" name="그림 2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71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717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21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722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723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724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727" name="그룹 1"/>
          <p:cNvGrpSpPr/>
          <p:nvPr/>
        </p:nvGrpSpPr>
        <p:grpSpPr>
          <a:xfrm>
            <a:off x="1253971" y="2262415"/>
            <a:ext cx="9676436" cy="3909978"/>
            <a:chOff x="0" y="0"/>
            <a:chExt cx="9676434" cy="3909976"/>
          </a:xfrm>
        </p:grpSpPr>
        <p:sp>
          <p:nvSpPr>
            <p:cNvPr id="725" name="직선 연결선 4"/>
            <p:cNvSpPr/>
            <p:nvPr/>
          </p:nvSpPr>
          <p:spPr>
            <a:xfrm>
              <a:off x="0" y="1954987"/>
              <a:ext cx="9676435" cy="1"/>
            </a:xfrm>
            <a:prstGeom prst="line">
              <a:avLst/>
            </a:prstGeom>
            <a:noFill/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26" name="직선 연결선 9"/>
            <p:cNvSpPr/>
            <p:nvPr/>
          </p:nvSpPr>
          <p:spPr>
            <a:xfrm flipH="1">
              <a:off x="4838216" y="0"/>
              <a:ext cx="1" cy="3909977"/>
            </a:xfrm>
            <a:prstGeom prst="line">
              <a:avLst/>
            </a:prstGeom>
            <a:noFill/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730" name="Text Placeholder 73"/>
          <p:cNvGrpSpPr/>
          <p:nvPr/>
        </p:nvGrpSpPr>
        <p:grpSpPr>
          <a:xfrm>
            <a:off x="1253970" y="2262416"/>
            <a:ext cx="4805324" cy="1913345"/>
            <a:chOff x="-1" y="0"/>
            <a:chExt cx="4805323" cy="1913344"/>
          </a:xfrm>
        </p:grpSpPr>
        <p:sp>
          <p:nvSpPr>
            <p:cNvPr id="728" name="Rectangle"/>
            <p:cNvSpPr/>
            <p:nvPr/>
          </p:nvSpPr>
          <p:spPr>
            <a:xfrm>
              <a:off x="-1" y="0"/>
              <a:ext cx="4805323" cy="1913344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29" name="1."/>
            <p:cNvSpPr txBox="1"/>
            <p:nvPr/>
          </p:nvSpPr>
          <p:spPr>
            <a:xfrm>
              <a:off x="52069" y="6350"/>
              <a:ext cx="4701182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 i="1">
                  <a:solidFill>
                    <a:srgbClr val="4540D8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                 </a:t>
              </a:r>
              <a:r>
                <a:rPr>
                  <a:solidFill>
                    <a:srgbClr val="126BF6"/>
                  </a:solidFill>
                </a:rPr>
                <a:t>1.</a:t>
              </a:r>
            </a:p>
          </p:txBody>
        </p:sp>
      </p:grpSp>
      <p:grpSp>
        <p:nvGrpSpPr>
          <p:cNvPr id="733" name="Text Placeholder 73"/>
          <p:cNvGrpSpPr/>
          <p:nvPr/>
        </p:nvGrpSpPr>
        <p:grpSpPr>
          <a:xfrm>
            <a:off x="6121031" y="2262416"/>
            <a:ext cx="4805324" cy="1913345"/>
            <a:chOff x="-1" y="0"/>
            <a:chExt cx="4805323" cy="1913344"/>
          </a:xfrm>
        </p:grpSpPr>
        <p:sp>
          <p:nvSpPr>
            <p:cNvPr id="731" name="Rectangle"/>
            <p:cNvSpPr/>
            <p:nvPr/>
          </p:nvSpPr>
          <p:spPr>
            <a:xfrm>
              <a:off x="-1" y="0"/>
              <a:ext cx="4805323" cy="1913344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1000"/>
                </a:spcBef>
              </a:pPr>
              <a:endParaRPr/>
            </a:p>
          </p:txBody>
        </p:sp>
        <p:sp>
          <p:nvSpPr>
            <p:cNvPr id="732" name="2."/>
            <p:cNvSpPr txBox="1"/>
            <p:nvPr/>
          </p:nvSpPr>
          <p:spPr>
            <a:xfrm>
              <a:off x="52069" y="6350"/>
              <a:ext cx="4701182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 i="1">
                  <a:solidFill>
                    <a:srgbClr val="4540D8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                  </a:t>
              </a:r>
              <a:r>
                <a:rPr>
                  <a:solidFill>
                    <a:srgbClr val="126BF6"/>
                  </a:solidFill>
                </a:rPr>
                <a:t>2.</a:t>
              </a:r>
            </a:p>
          </p:txBody>
        </p:sp>
      </p:grpSp>
      <p:grpSp>
        <p:nvGrpSpPr>
          <p:cNvPr id="736" name="Text Placeholder 73"/>
          <p:cNvGrpSpPr/>
          <p:nvPr/>
        </p:nvGrpSpPr>
        <p:grpSpPr>
          <a:xfrm>
            <a:off x="1253970" y="4263268"/>
            <a:ext cx="4805324" cy="1913346"/>
            <a:chOff x="-1" y="0"/>
            <a:chExt cx="4805323" cy="1913344"/>
          </a:xfrm>
        </p:grpSpPr>
        <p:sp>
          <p:nvSpPr>
            <p:cNvPr id="734" name="Rectangle"/>
            <p:cNvSpPr/>
            <p:nvPr/>
          </p:nvSpPr>
          <p:spPr>
            <a:xfrm>
              <a:off x="-1" y="0"/>
              <a:ext cx="4805323" cy="1913344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1000"/>
                </a:spcBef>
              </a:pPr>
              <a:endParaRPr/>
            </a:p>
          </p:txBody>
        </p:sp>
        <p:sp>
          <p:nvSpPr>
            <p:cNvPr id="735" name="3."/>
            <p:cNvSpPr txBox="1"/>
            <p:nvPr/>
          </p:nvSpPr>
          <p:spPr>
            <a:xfrm>
              <a:off x="52069" y="6350"/>
              <a:ext cx="4701182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4540D8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                 </a:t>
              </a:r>
              <a:r>
                <a:rPr i="1">
                  <a:solidFill>
                    <a:srgbClr val="126BF6"/>
                  </a:solidFill>
                </a:rPr>
                <a:t>3.</a:t>
              </a:r>
            </a:p>
          </p:txBody>
        </p:sp>
      </p:grpSp>
      <p:grpSp>
        <p:nvGrpSpPr>
          <p:cNvPr id="739" name="Text Placeholder 73"/>
          <p:cNvGrpSpPr/>
          <p:nvPr/>
        </p:nvGrpSpPr>
        <p:grpSpPr>
          <a:xfrm>
            <a:off x="6121031" y="4263268"/>
            <a:ext cx="4805324" cy="1913346"/>
            <a:chOff x="-1" y="0"/>
            <a:chExt cx="4805323" cy="1913344"/>
          </a:xfrm>
        </p:grpSpPr>
        <p:sp>
          <p:nvSpPr>
            <p:cNvPr id="737" name="Rectangle"/>
            <p:cNvSpPr/>
            <p:nvPr/>
          </p:nvSpPr>
          <p:spPr>
            <a:xfrm>
              <a:off x="-1" y="0"/>
              <a:ext cx="4805323" cy="1913344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1000"/>
                </a:spcBef>
              </a:pPr>
              <a:endParaRPr/>
            </a:p>
          </p:txBody>
        </p:sp>
        <p:sp>
          <p:nvSpPr>
            <p:cNvPr id="738" name="4."/>
            <p:cNvSpPr txBox="1"/>
            <p:nvPr/>
          </p:nvSpPr>
          <p:spPr>
            <a:xfrm>
              <a:off x="52069" y="6350"/>
              <a:ext cx="4701182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4540D8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                  </a:t>
              </a:r>
              <a:r>
                <a:rPr i="1">
                  <a:solidFill>
                    <a:srgbClr val="126BF6"/>
                  </a:solidFill>
                </a:rPr>
                <a:t>4.</a:t>
              </a:r>
            </a:p>
          </p:txBody>
        </p:sp>
      </p:grpSp>
      <p:sp>
        <p:nvSpPr>
          <p:cNvPr id="740" name="TextBox 14"/>
          <p:cNvSpPr txBox="1"/>
          <p:nvPr/>
        </p:nvSpPr>
        <p:spPr>
          <a:xfrm>
            <a:off x="3298800" y="2402925"/>
            <a:ext cx="2086681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grpSp>
        <p:nvGrpSpPr>
          <p:cNvPr id="746" name="Group 191"/>
          <p:cNvGrpSpPr/>
          <p:nvPr/>
        </p:nvGrpSpPr>
        <p:grpSpPr>
          <a:xfrm>
            <a:off x="1704253" y="2877028"/>
            <a:ext cx="606677" cy="612933"/>
            <a:chOff x="0" y="0"/>
            <a:chExt cx="606676" cy="612932"/>
          </a:xfrm>
        </p:grpSpPr>
        <p:sp>
          <p:nvSpPr>
            <p:cNvPr id="741" name="Rectangle 160"/>
            <p:cNvSpPr/>
            <p:nvPr/>
          </p:nvSpPr>
          <p:spPr>
            <a:xfrm>
              <a:off x="38931" y="483893"/>
              <a:ext cx="113550" cy="129039"/>
            </a:xfrm>
            <a:prstGeom prst="rect">
              <a:avLst/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42" name="Rectangle 161"/>
            <p:cNvSpPr/>
            <p:nvPr/>
          </p:nvSpPr>
          <p:spPr>
            <a:xfrm>
              <a:off x="191409" y="397868"/>
              <a:ext cx="113550" cy="215064"/>
            </a:xfrm>
            <a:prstGeom prst="rect">
              <a:avLst/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43" name="Rectangle 162"/>
            <p:cNvSpPr/>
            <p:nvPr/>
          </p:nvSpPr>
          <p:spPr>
            <a:xfrm>
              <a:off x="340645" y="315426"/>
              <a:ext cx="116794" cy="297506"/>
            </a:xfrm>
            <a:prstGeom prst="rect">
              <a:avLst/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44" name="Rectangle 163"/>
            <p:cNvSpPr/>
            <p:nvPr/>
          </p:nvSpPr>
          <p:spPr>
            <a:xfrm>
              <a:off x="493126" y="229401"/>
              <a:ext cx="113550" cy="383532"/>
            </a:xfrm>
            <a:prstGeom prst="rect">
              <a:avLst/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745" name="Freeform 164"/>
            <p:cNvSpPr/>
            <p:nvPr/>
          </p:nvSpPr>
          <p:spPr>
            <a:xfrm>
              <a:off x="-1" y="-1"/>
              <a:ext cx="606677" cy="3978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12" y="4865"/>
                  </a:moveTo>
                  <a:lnTo>
                    <a:pt x="14554" y="4865"/>
                  </a:lnTo>
                  <a:lnTo>
                    <a:pt x="9356" y="11481"/>
                  </a:lnTo>
                  <a:lnTo>
                    <a:pt x="6815" y="9341"/>
                  </a:lnTo>
                  <a:lnTo>
                    <a:pt x="0" y="18681"/>
                  </a:lnTo>
                  <a:lnTo>
                    <a:pt x="0" y="21600"/>
                  </a:lnTo>
                  <a:lnTo>
                    <a:pt x="6930" y="12065"/>
                  </a:lnTo>
                  <a:lnTo>
                    <a:pt x="9587" y="14400"/>
                  </a:lnTo>
                  <a:lnTo>
                    <a:pt x="15132" y="7200"/>
                  </a:lnTo>
                  <a:lnTo>
                    <a:pt x="19174" y="7200"/>
                  </a:lnTo>
                  <a:lnTo>
                    <a:pt x="21600" y="3114"/>
                  </a:lnTo>
                  <a:lnTo>
                    <a:pt x="21600" y="0"/>
                  </a:lnTo>
                  <a:lnTo>
                    <a:pt x="18712" y="4865"/>
                  </a:lnTo>
                  <a:close/>
                </a:path>
              </a:pathLst>
            </a:cu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sp>
        <p:nvSpPr>
          <p:cNvPr id="747" name="Freeform 165"/>
          <p:cNvSpPr/>
          <p:nvPr/>
        </p:nvSpPr>
        <p:spPr>
          <a:xfrm>
            <a:off x="6575728" y="3016576"/>
            <a:ext cx="573420" cy="579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58" y="5486"/>
                </a:moveTo>
                <a:lnTo>
                  <a:pt x="10858" y="0"/>
                </a:lnTo>
                <a:lnTo>
                  <a:pt x="1386" y="0"/>
                </a:lnTo>
                <a:lnTo>
                  <a:pt x="1386" y="20114"/>
                </a:lnTo>
                <a:lnTo>
                  <a:pt x="0" y="2011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486"/>
                </a:lnTo>
                <a:lnTo>
                  <a:pt x="10858" y="5486"/>
                </a:lnTo>
                <a:close/>
                <a:moveTo>
                  <a:pt x="8201" y="20114"/>
                </a:moveTo>
                <a:lnTo>
                  <a:pt x="4158" y="20114"/>
                </a:lnTo>
                <a:lnTo>
                  <a:pt x="4158" y="17486"/>
                </a:lnTo>
                <a:lnTo>
                  <a:pt x="8201" y="17486"/>
                </a:lnTo>
                <a:lnTo>
                  <a:pt x="8201" y="20114"/>
                </a:lnTo>
                <a:close/>
                <a:moveTo>
                  <a:pt x="9587" y="14743"/>
                </a:moveTo>
                <a:lnTo>
                  <a:pt x="2888" y="14743"/>
                </a:lnTo>
                <a:lnTo>
                  <a:pt x="2888" y="13486"/>
                </a:lnTo>
                <a:lnTo>
                  <a:pt x="9587" y="13486"/>
                </a:lnTo>
                <a:lnTo>
                  <a:pt x="9587" y="14743"/>
                </a:lnTo>
                <a:close/>
                <a:moveTo>
                  <a:pt x="9587" y="12114"/>
                </a:moveTo>
                <a:lnTo>
                  <a:pt x="2888" y="12114"/>
                </a:lnTo>
                <a:lnTo>
                  <a:pt x="2888" y="10857"/>
                </a:lnTo>
                <a:lnTo>
                  <a:pt x="9587" y="10857"/>
                </a:lnTo>
                <a:lnTo>
                  <a:pt x="9587" y="12114"/>
                </a:lnTo>
                <a:close/>
                <a:moveTo>
                  <a:pt x="9587" y="9371"/>
                </a:moveTo>
                <a:lnTo>
                  <a:pt x="2888" y="9371"/>
                </a:lnTo>
                <a:lnTo>
                  <a:pt x="2888" y="8114"/>
                </a:lnTo>
                <a:lnTo>
                  <a:pt x="9587" y="8114"/>
                </a:lnTo>
                <a:lnTo>
                  <a:pt x="9587" y="9371"/>
                </a:lnTo>
                <a:close/>
                <a:moveTo>
                  <a:pt x="9587" y="6743"/>
                </a:moveTo>
                <a:lnTo>
                  <a:pt x="2888" y="6743"/>
                </a:lnTo>
                <a:lnTo>
                  <a:pt x="2888" y="5486"/>
                </a:lnTo>
                <a:lnTo>
                  <a:pt x="9587" y="5486"/>
                </a:lnTo>
                <a:lnTo>
                  <a:pt x="9587" y="6743"/>
                </a:lnTo>
                <a:close/>
                <a:moveTo>
                  <a:pt x="9587" y="4000"/>
                </a:moveTo>
                <a:lnTo>
                  <a:pt x="2888" y="4000"/>
                </a:lnTo>
                <a:lnTo>
                  <a:pt x="2888" y="2743"/>
                </a:lnTo>
                <a:lnTo>
                  <a:pt x="9587" y="2743"/>
                </a:lnTo>
                <a:lnTo>
                  <a:pt x="9587" y="4000"/>
                </a:lnTo>
                <a:close/>
                <a:moveTo>
                  <a:pt x="16287" y="18743"/>
                </a:moveTo>
                <a:lnTo>
                  <a:pt x="13630" y="18743"/>
                </a:lnTo>
                <a:lnTo>
                  <a:pt x="13630" y="16229"/>
                </a:lnTo>
                <a:lnTo>
                  <a:pt x="16287" y="16229"/>
                </a:lnTo>
                <a:lnTo>
                  <a:pt x="16287" y="18743"/>
                </a:lnTo>
                <a:close/>
                <a:moveTo>
                  <a:pt x="16287" y="14743"/>
                </a:moveTo>
                <a:lnTo>
                  <a:pt x="13630" y="14743"/>
                </a:lnTo>
                <a:lnTo>
                  <a:pt x="13630" y="12114"/>
                </a:lnTo>
                <a:lnTo>
                  <a:pt x="16287" y="12114"/>
                </a:lnTo>
                <a:lnTo>
                  <a:pt x="16287" y="14743"/>
                </a:lnTo>
                <a:close/>
                <a:moveTo>
                  <a:pt x="16287" y="10857"/>
                </a:moveTo>
                <a:lnTo>
                  <a:pt x="13630" y="10857"/>
                </a:lnTo>
                <a:lnTo>
                  <a:pt x="13630" y="8114"/>
                </a:lnTo>
                <a:lnTo>
                  <a:pt x="16287" y="8114"/>
                </a:lnTo>
                <a:lnTo>
                  <a:pt x="16287" y="10857"/>
                </a:lnTo>
                <a:close/>
                <a:moveTo>
                  <a:pt x="20329" y="18743"/>
                </a:moveTo>
                <a:lnTo>
                  <a:pt x="17557" y="18743"/>
                </a:lnTo>
                <a:lnTo>
                  <a:pt x="17557" y="16229"/>
                </a:lnTo>
                <a:lnTo>
                  <a:pt x="20329" y="16229"/>
                </a:lnTo>
                <a:lnTo>
                  <a:pt x="20329" y="18743"/>
                </a:lnTo>
                <a:close/>
                <a:moveTo>
                  <a:pt x="20329" y="14743"/>
                </a:moveTo>
                <a:lnTo>
                  <a:pt x="17557" y="14743"/>
                </a:lnTo>
                <a:lnTo>
                  <a:pt x="17557" y="12114"/>
                </a:lnTo>
                <a:lnTo>
                  <a:pt x="20329" y="12114"/>
                </a:lnTo>
                <a:lnTo>
                  <a:pt x="20329" y="14743"/>
                </a:lnTo>
                <a:close/>
                <a:moveTo>
                  <a:pt x="20329" y="10857"/>
                </a:moveTo>
                <a:lnTo>
                  <a:pt x="17557" y="10857"/>
                </a:lnTo>
                <a:lnTo>
                  <a:pt x="17557" y="8114"/>
                </a:lnTo>
                <a:lnTo>
                  <a:pt x="20329" y="8114"/>
                </a:lnTo>
                <a:lnTo>
                  <a:pt x="20329" y="10857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48" name="TextBox 22"/>
          <p:cNvSpPr txBox="1"/>
          <p:nvPr/>
        </p:nvSpPr>
        <p:spPr>
          <a:xfrm>
            <a:off x="8291262" y="2402925"/>
            <a:ext cx="2086681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749" name="Freeform: Shape 136"/>
          <p:cNvSpPr/>
          <p:nvPr/>
        </p:nvSpPr>
        <p:spPr>
          <a:xfrm>
            <a:off x="1771466" y="5001498"/>
            <a:ext cx="549291" cy="56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83" y="0"/>
                </a:moveTo>
                <a:lnTo>
                  <a:pt x="13217" y="0"/>
                </a:lnTo>
                <a:lnTo>
                  <a:pt x="13377" y="682"/>
                </a:lnTo>
                <a:lnTo>
                  <a:pt x="13859" y="3119"/>
                </a:lnTo>
                <a:cubicBezTo>
                  <a:pt x="14641" y="3431"/>
                  <a:pt x="15383" y="3860"/>
                  <a:pt x="16045" y="4425"/>
                </a:cubicBezTo>
                <a:lnTo>
                  <a:pt x="18552" y="3587"/>
                </a:lnTo>
                <a:lnTo>
                  <a:pt x="19253" y="3373"/>
                </a:lnTo>
                <a:lnTo>
                  <a:pt x="19574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3" y="9494"/>
                </a:lnTo>
                <a:cubicBezTo>
                  <a:pt x="19294" y="10118"/>
                  <a:pt x="19354" y="10547"/>
                  <a:pt x="19354" y="10800"/>
                </a:cubicBezTo>
                <a:cubicBezTo>
                  <a:pt x="19354" y="11034"/>
                  <a:pt x="19294" y="11482"/>
                  <a:pt x="19193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4" y="17662"/>
                </a:lnTo>
                <a:lnTo>
                  <a:pt x="19253" y="18227"/>
                </a:lnTo>
                <a:lnTo>
                  <a:pt x="18552" y="18013"/>
                </a:lnTo>
                <a:lnTo>
                  <a:pt x="16045" y="17175"/>
                </a:lnTo>
                <a:cubicBezTo>
                  <a:pt x="15363" y="17721"/>
                  <a:pt x="14641" y="18169"/>
                  <a:pt x="13859" y="18481"/>
                </a:cubicBezTo>
                <a:lnTo>
                  <a:pt x="13377" y="20918"/>
                </a:lnTo>
                <a:lnTo>
                  <a:pt x="13217" y="21600"/>
                </a:lnTo>
                <a:lnTo>
                  <a:pt x="8383" y="21600"/>
                </a:lnTo>
                <a:lnTo>
                  <a:pt x="8223" y="20918"/>
                </a:lnTo>
                <a:lnTo>
                  <a:pt x="7742" y="18481"/>
                </a:lnTo>
                <a:cubicBezTo>
                  <a:pt x="6959" y="18169"/>
                  <a:pt x="6217" y="17740"/>
                  <a:pt x="5555" y="17175"/>
                </a:cubicBezTo>
                <a:lnTo>
                  <a:pt x="3048" y="18013"/>
                </a:lnTo>
                <a:lnTo>
                  <a:pt x="2347" y="18227"/>
                </a:lnTo>
                <a:lnTo>
                  <a:pt x="2026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7" y="12106"/>
                </a:lnTo>
                <a:cubicBezTo>
                  <a:pt x="2306" y="11482"/>
                  <a:pt x="2246" y="11053"/>
                  <a:pt x="2246" y="10800"/>
                </a:cubicBezTo>
                <a:cubicBezTo>
                  <a:pt x="2246" y="10566"/>
                  <a:pt x="2306" y="10118"/>
                  <a:pt x="2407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6" y="3938"/>
                </a:lnTo>
                <a:lnTo>
                  <a:pt x="2347" y="3373"/>
                </a:lnTo>
                <a:lnTo>
                  <a:pt x="3048" y="3587"/>
                </a:lnTo>
                <a:lnTo>
                  <a:pt x="5555" y="4425"/>
                </a:lnTo>
                <a:cubicBezTo>
                  <a:pt x="6237" y="3879"/>
                  <a:pt x="6959" y="3431"/>
                  <a:pt x="7742" y="3119"/>
                </a:cubicBezTo>
                <a:lnTo>
                  <a:pt x="8223" y="682"/>
                </a:lnTo>
                <a:lnTo>
                  <a:pt x="8383" y="0"/>
                </a:lnTo>
                <a:close/>
                <a:moveTo>
                  <a:pt x="9767" y="1677"/>
                </a:moveTo>
                <a:lnTo>
                  <a:pt x="9346" y="3860"/>
                </a:lnTo>
                <a:lnTo>
                  <a:pt x="9246" y="4328"/>
                </a:lnTo>
                <a:lnTo>
                  <a:pt x="8764" y="4484"/>
                </a:lnTo>
                <a:cubicBezTo>
                  <a:pt x="7802" y="4796"/>
                  <a:pt x="6939" y="5283"/>
                  <a:pt x="6197" y="5946"/>
                </a:cubicBezTo>
                <a:lnTo>
                  <a:pt x="5776" y="6258"/>
                </a:lnTo>
                <a:lnTo>
                  <a:pt x="5355" y="6160"/>
                </a:lnTo>
                <a:lnTo>
                  <a:pt x="3169" y="5439"/>
                </a:lnTo>
                <a:lnTo>
                  <a:pt x="2146" y="7096"/>
                </a:lnTo>
                <a:lnTo>
                  <a:pt x="3851" y="8558"/>
                </a:lnTo>
                <a:lnTo>
                  <a:pt x="4272" y="8870"/>
                </a:lnTo>
                <a:lnTo>
                  <a:pt x="4111" y="9396"/>
                </a:lnTo>
                <a:cubicBezTo>
                  <a:pt x="4011" y="9845"/>
                  <a:pt x="3951" y="10332"/>
                  <a:pt x="3951" y="10858"/>
                </a:cubicBezTo>
                <a:cubicBezTo>
                  <a:pt x="3951" y="11385"/>
                  <a:pt x="4011" y="11872"/>
                  <a:pt x="4111" y="12321"/>
                </a:cubicBezTo>
                <a:lnTo>
                  <a:pt x="4272" y="12847"/>
                </a:lnTo>
                <a:lnTo>
                  <a:pt x="3851" y="13159"/>
                </a:lnTo>
                <a:lnTo>
                  <a:pt x="2146" y="14621"/>
                </a:lnTo>
                <a:lnTo>
                  <a:pt x="3169" y="16278"/>
                </a:lnTo>
                <a:lnTo>
                  <a:pt x="5355" y="15557"/>
                </a:lnTo>
                <a:lnTo>
                  <a:pt x="5776" y="15459"/>
                </a:lnTo>
                <a:lnTo>
                  <a:pt x="6197" y="15771"/>
                </a:lnTo>
                <a:cubicBezTo>
                  <a:pt x="6939" y="16434"/>
                  <a:pt x="7802" y="16921"/>
                  <a:pt x="8764" y="17233"/>
                </a:cubicBezTo>
                <a:lnTo>
                  <a:pt x="9246" y="17389"/>
                </a:lnTo>
                <a:lnTo>
                  <a:pt x="9346" y="17857"/>
                </a:lnTo>
                <a:lnTo>
                  <a:pt x="9767" y="20040"/>
                </a:lnTo>
                <a:lnTo>
                  <a:pt x="11793" y="20040"/>
                </a:lnTo>
                <a:lnTo>
                  <a:pt x="12214" y="17857"/>
                </a:lnTo>
                <a:lnTo>
                  <a:pt x="12314" y="17389"/>
                </a:lnTo>
                <a:lnTo>
                  <a:pt x="12796" y="17233"/>
                </a:lnTo>
                <a:cubicBezTo>
                  <a:pt x="13758" y="16921"/>
                  <a:pt x="14621" y="16434"/>
                  <a:pt x="15363" y="15771"/>
                </a:cubicBezTo>
                <a:lnTo>
                  <a:pt x="15784" y="15459"/>
                </a:lnTo>
                <a:lnTo>
                  <a:pt x="16205" y="15557"/>
                </a:lnTo>
                <a:lnTo>
                  <a:pt x="18391" y="16278"/>
                </a:lnTo>
                <a:lnTo>
                  <a:pt x="19414" y="14621"/>
                </a:lnTo>
                <a:lnTo>
                  <a:pt x="17709" y="13159"/>
                </a:lnTo>
                <a:lnTo>
                  <a:pt x="17328" y="12847"/>
                </a:lnTo>
                <a:lnTo>
                  <a:pt x="17428" y="12321"/>
                </a:lnTo>
                <a:cubicBezTo>
                  <a:pt x="17529" y="11872"/>
                  <a:pt x="17589" y="11385"/>
                  <a:pt x="17589" y="10858"/>
                </a:cubicBezTo>
                <a:cubicBezTo>
                  <a:pt x="17589" y="10332"/>
                  <a:pt x="17529" y="9845"/>
                  <a:pt x="17428" y="9396"/>
                </a:cubicBezTo>
                <a:lnTo>
                  <a:pt x="17268" y="8870"/>
                </a:lnTo>
                <a:lnTo>
                  <a:pt x="17689" y="8558"/>
                </a:lnTo>
                <a:lnTo>
                  <a:pt x="19394" y="7096"/>
                </a:lnTo>
                <a:lnTo>
                  <a:pt x="18371" y="5439"/>
                </a:lnTo>
                <a:lnTo>
                  <a:pt x="16185" y="6160"/>
                </a:lnTo>
                <a:lnTo>
                  <a:pt x="15764" y="6258"/>
                </a:lnTo>
                <a:lnTo>
                  <a:pt x="15343" y="5946"/>
                </a:lnTo>
                <a:cubicBezTo>
                  <a:pt x="14601" y="5283"/>
                  <a:pt x="13738" y="4796"/>
                  <a:pt x="12775" y="4484"/>
                </a:cubicBezTo>
                <a:lnTo>
                  <a:pt x="12294" y="4328"/>
                </a:lnTo>
                <a:lnTo>
                  <a:pt x="12194" y="3860"/>
                </a:lnTo>
                <a:lnTo>
                  <a:pt x="11773" y="1677"/>
                </a:lnTo>
                <a:lnTo>
                  <a:pt x="9767" y="1677"/>
                </a:lnTo>
                <a:close/>
                <a:moveTo>
                  <a:pt x="7762" y="7876"/>
                </a:moveTo>
                <a:cubicBezTo>
                  <a:pt x="8604" y="7057"/>
                  <a:pt x="9607" y="6648"/>
                  <a:pt x="10790" y="6648"/>
                </a:cubicBezTo>
                <a:cubicBezTo>
                  <a:pt x="11973" y="6648"/>
                  <a:pt x="12976" y="7057"/>
                  <a:pt x="13818" y="7876"/>
                </a:cubicBezTo>
                <a:cubicBezTo>
                  <a:pt x="14661" y="8695"/>
                  <a:pt x="15082" y="9669"/>
                  <a:pt x="15082" y="10819"/>
                </a:cubicBezTo>
                <a:cubicBezTo>
                  <a:pt x="15082" y="11970"/>
                  <a:pt x="14661" y="12944"/>
                  <a:pt x="13818" y="13763"/>
                </a:cubicBezTo>
                <a:cubicBezTo>
                  <a:pt x="12976" y="14582"/>
                  <a:pt x="11973" y="14991"/>
                  <a:pt x="10790" y="14991"/>
                </a:cubicBezTo>
                <a:cubicBezTo>
                  <a:pt x="9607" y="14991"/>
                  <a:pt x="8604" y="14582"/>
                  <a:pt x="7762" y="13763"/>
                </a:cubicBezTo>
                <a:cubicBezTo>
                  <a:pt x="6919" y="12944"/>
                  <a:pt x="6498" y="11970"/>
                  <a:pt x="6498" y="10819"/>
                </a:cubicBezTo>
                <a:cubicBezTo>
                  <a:pt x="6498" y="9669"/>
                  <a:pt x="6939" y="8695"/>
                  <a:pt x="7762" y="7876"/>
                </a:cubicBezTo>
                <a:close/>
                <a:moveTo>
                  <a:pt x="12615" y="9046"/>
                </a:moveTo>
                <a:cubicBezTo>
                  <a:pt x="12114" y="8558"/>
                  <a:pt x="11512" y="8324"/>
                  <a:pt x="10790" y="8324"/>
                </a:cubicBezTo>
                <a:cubicBezTo>
                  <a:pt x="10068" y="8324"/>
                  <a:pt x="9466" y="8558"/>
                  <a:pt x="8965" y="9046"/>
                </a:cubicBezTo>
                <a:cubicBezTo>
                  <a:pt x="8464" y="9533"/>
                  <a:pt x="8223" y="10118"/>
                  <a:pt x="8223" y="10819"/>
                </a:cubicBezTo>
                <a:cubicBezTo>
                  <a:pt x="8223" y="11521"/>
                  <a:pt x="8464" y="12106"/>
                  <a:pt x="8965" y="12593"/>
                </a:cubicBezTo>
                <a:cubicBezTo>
                  <a:pt x="9466" y="13081"/>
                  <a:pt x="10068" y="13315"/>
                  <a:pt x="10790" y="13315"/>
                </a:cubicBezTo>
                <a:cubicBezTo>
                  <a:pt x="11512" y="13315"/>
                  <a:pt x="12114" y="13081"/>
                  <a:pt x="12615" y="12593"/>
                </a:cubicBezTo>
                <a:cubicBezTo>
                  <a:pt x="13116" y="12106"/>
                  <a:pt x="13357" y="11521"/>
                  <a:pt x="13357" y="10819"/>
                </a:cubicBezTo>
                <a:cubicBezTo>
                  <a:pt x="13357" y="10118"/>
                  <a:pt x="13096" y="9533"/>
                  <a:pt x="12615" y="9046"/>
                </a:cubicBez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50" name="Freeform: Shape 103"/>
          <p:cNvSpPr/>
          <p:nvPr/>
        </p:nvSpPr>
        <p:spPr>
          <a:xfrm>
            <a:off x="6622863" y="5025780"/>
            <a:ext cx="491019" cy="513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34" y="0"/>
                </a:moveTo>
                <a:lnTo>
                  <a:pt x="5889" y="0"/>
                </a:lnTo>
                <a:lnTo>
                  <a:pt x="5889" y="946"/>
                </a:lnTo>
                <a:lnTo>
                  <a:pt x="15711" y="946"/>
                </a:lnTo>
                <a:lnTo>
                  <a:pt x="15711" y="0"/>
                </a:lnTo>
                <a:lnTo>
                  <a:pt x="17666" y="0"/>
                </a:lnTo>
                <a:lnTo>
                  <a:pt x="17666" y="946"/>
                </a:lnTo>
                <a:lnTo>
                  <a:pt x="21600" y="946"/>
                </a:lnTo>
                <a:lnTo>
                  <a:pt x="21600" y="21600"/>
                </a:lnTo>
                <a:lnTo>
                  <a:pt x="0" y="21600"/>
                </a:lnTo>
                <a:lnTo>
                  <a:pt x="0" y="924"/>
                </a:lnTo>
                <a:lnTo>
                  <a:pt x="3934" y="924"/>
                </a:lnTo>
                <a:lnTo>
                  <a:pt x="3934" y="0"/>
                </a:lnTo>
                <a:close/>
                <a:moveTo>
                  <a:pt x="1978" y="2816"/>
                </a:moveTo>
                <a:lnTo>
                  <a:pt x="1978" y="4685"/>
                </a:lnTo>
                <a:lnTo>
                  <a:pt x="19645" y="4685"/>
                </a:lnTo>
                <a:lnTo>
                  <a:pt x="19645" y="2816"/>
                </a:lnTo>
                <a:lnTo>
                  <a:pt x="17689" y="2816"/>
                </a:lnTo>
                <a:lnTo>
                  <a:pt x="17689" y="3761"/>
                </a:lnTo>
                <a:lnTo>
                  <a:pt x="15734" y="3761"/>
                </a:lnTo>
                <a:lnTo>
                  <a:pt x="15734" y="2816"/>
                </a:lnTo>
                <a:lnTo>
                  <a:pt x="5889" y="2816"/>
                </a:lnTo>
                <a:lnTo>
                  <a:pt x="5889" y="3761"/>
                </a:lnTo>
                <a:lnTo>
                  <a:pt x="3934" y="3761"/>
                </a:lnTo>
                <a:lnTo>
                  <a:pt x="3934" y="2816"/>
                </a:lnTo>
                <a:lnTo>
                  <a:pt x="1978" y="2816"/>
                </a:lnTo>
                <a:close/>
                <a:moveTo>
                  <a:pt x="1978" y="6555"/>
                </a:moveTo>
                <a:lnTo>
                  <a:pt x="1978" y="19686"/>
                </a:lnTo>
                <a:lnTo>
                  <a:pt x="19645" y="19686"/>
                </a:lnTo>
                <a:lnTo>
                  <a:pt x="19645" y="6555"/>
                </a:lnTo>
                <a:lnTo>
                  <a:pt x="1978" y="6555"/>
                </a:lnTo>
                <a:close/>
                <a:moveTo>
                  <a:pt x="3934" y="12186"/>
                </a:moveTo>
                <a:lnTo>
                  <a:pt x="5889" y="12186"/>
                </a:lnTo>
                <a:lnTo>
                  <a:pt x="5889" y="14055"/>
                </a:lnTo>
                <a:lnTo>
                  <a:pt x="3934" y="14055"/>
                </a:lnTo>
                <a:lnTo>
                  <a:pt x="3934" y="12186"/>
                </a:lnTo>
                <a:close/>
                <a:moveTo>
                  <a:pt x="3934" y="15947"/>
                </a:moveTo>
                <a:lnTo>
                  <a:pt x="5889" y="15947"/>
                </a:lnTo>
                <a:lnTo>
                  <a:pt x="5889" y="17817"/>
                </a:lnTo>
                <a:lnTo>
                  <a:pt x="3934" y="17817"/>
                </a:lnTo>
                <a:lnTo>
                  <a:pt x="3934" y="15947"/>
                </a:lnTo>
                <a:close/>
                <a:moveTo>
                  <a:pt x="7844" y="8446"/>
                </a:moveTo>
                <a:lnTo>
                  <a:pt x="9799" y="8446"/>
                </a:lnTo>
                <a:lnTo>
                  <a:pt x="9799" y="10316"/>
                </a:lnTo>
                <a:lnTo>
                  <a:pt x="7844" y="10316"/>
                </a:lnTo>
                <a:lnTo>
                  <a:pt x="7844" y="8446"/>
                </a:lnTo>
                <a:close/>
                <a:moveTo>
                  <a:pt x="7844" y="12186"/>
                </a:moveTo>
                <a:lnTo>
                  <a:pt x="9799" y="12186"/>
                </a:lnTo>
                <a:lnTo>
                  <a:pt x="9799" y="14055"/>
                </a:lnTo>
                <a:lnTo>
                  <a:pt x="7844" y="14055"/>
                </a:lnTo>
                <a:lnTo>
                  <a:pt x="7844" y="12186"/>
                </a:lnTo>
                <a:close/>
                <a:moveTo>
                  <a:pt x="7844" y="15947"/>
                </a:moveTo>
                <a:lnTo>
                  <a:pt x="9799" y="15947"/>
                </a:lnTo>
                <a:lnTo>
                  <a:pt x="9799" y="17817"/>
                </a:lnTo>
                <a:lnTo>
                  <a:pt x="7844" y="17817"/>
                </a:lnTo>
                <a:lnTo>
                  <a:pt x="7844" y="15947"/>
                </a:lnTo>
                <a:close/>
                <a:moveTo>
                  <a:pt x="11778" y="8446"/>
                </a:moveTo>
                <a:lnTo>
                  <a:pt x="13733" y="8446"/>
                </a:lnTo>
                <a:lnTo>
                  <a:pt x="13733" y="10316"/>
                </a:lnTo>
                <a:lnTo>
                  <a:pt x="11778" y="10316"/>
                </a:lnTo>
                <a:lnTo>
                  <a:pt x="11778" y="8446"/>
                </a:lnTo>
                <a:close/>
                <a:moveTo>
                  <a:pt x="11778" y="12186"/>
                </a:moveTo>
                <a:lnTo>
                  <a:pt x="13733" y="12186"/>
                </a:lnTo>
                <a:lnTo>
                  <a:pt x="13733" y="14055"/>
                </a:lnTo>
                <a:lnTo>
                  <a:pt x="11778" y="14055"/>
                </a:lnTo>
                <a:lnTo>
                  <a:pt x="11778" y="12186"/>
                </a:lnTo>
                <a:close/>
                <a:moveTo>
                  <a:pt x="11778" y="15947"/>
                </a:moveTo>
                <a:lnTo>
                  <a:pt x="13733" y="15947"/>
                </a:lnTo>
                <a:lnTo>
                  <a:pt x="13733" y="17817"/>
                </a:lnTo>
                <a:lnTo>
                  <a:pt x="11778" y="17817"/>
                </a:lnTo>
                <a:lnTo>
                  <a:pt x="11778" y="15947"/>
                </a:lnTo>
                <a:close/>
                <a:moveTo>
                  <a:pt x="15711" y="8446"/>
                </a:moveTo>
                <a:lnTo>
                  <a:pt x="17666" y="8446"/>
                </a:lnTo>
                <a:lnTo>
                  <a:pt x="17666" y="10316"/>
                </a:lnTo>
                <a:lnTo>
                  <a:pt x="15711" y="10316"/>
                </a:lnTo>
                <a:lnTo>
                  <a:pt x="15711" y="8446"/>
                </a:lnTo>
                <a:close/>
                <a:moveTo>
                  <a:pt x="15711" y="12186"/>
                </a:moveTo>
                <a:lnTo>
                  <a:pt x="17666" y="12186"/>
                </a:lnTo>
                <a:lnTo>
                  <a:pt x="17666" y="14055"/>
                </a:lnTo>
                <a:lnTo>
                  <a:pt x="15711" y="14055"/>
                </a:lnTo>
                <a:lnTo>
                  <a:pt x="15711" y="12186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51" name="TextBox 25"/>
          <p:cNvSpPr txBox="1"/>
          <p:nvPr/>
        </p:nvSpPr>
        <p:spPr>
          <a:xfrm>
            <a:off x="3298800" y="4396308"/>
            <a:ext cx="2086681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752" name="TextBox 26"/>
          <p:cNvSpPr txBox="1"/>
          <p:nvPr/>
        </p:nvSpPr>
        <p:spPr>
          <a:xfrm>
            <a:off x="8291262" y="4396308"/>
            <a:ext cx="2086681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753" name="TextBox 27"/>
          <p:cNvSpPr txBox="1"/>
          <p:nvPr/>
        </p:nvSpPr>
        <p:spPr>
          <a:xfrm>
            <a:off x="2944600" y="2897845"/>
            <a:ext cx="2619990" cy="10541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defRPr sz="1200"/>
            </a:pPr>
            <a:r>
              <a:t>키워드에 맞는 세부 내용을 작성해 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  <a:endParaRPr sz="900"/>
          </a:p>
          <a:p>
            <a:pPr>
              <a:lnSpc>
                <a:spcPts val="1900"/>
              </a:lnSpc>
              <a:defRPr sz="1200"/>
            </a:pPr>
            <a:r>
              <a:t># 키워드 #키워드 #키워드 #키워드</a:t>
            </a:r>
          </a:p>
        </p:txBody>
      </p:sp>
      <p:sp>
        <p:nvSpPr>
          <p:cNvPr id="754" name="TextBox 28"/>
          <p:cNvSpPr txBox="1"/>
          <p:nvPr/>
        </p:nvSpPr>
        <p:spPr>
          <a:xfrm>
            <a:off x="7921952" y="2897845"/>
            <a:ext cx="2619990" cy="10541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defRPr sz="1200"/>
            </a:pPr>
            <a:r>
              <a:t>키워드에 맞는 세부 내용을 작성해 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  <a:endParaRPr sz="900"/>
          </a:p>
          <a:p>
            <a:pPr>
              <a:lnSpc>
                <a:spcPts val="1900"/>
              </a:lnSpc>
              <a:defRPr sz="1200"/>
            </a:pPr>
            <a:r>
              <a:t># 키워드 #키워드 #키워드 #키워드</a:t>
            </a:r>
          </a:p>
        </p:txBody>
      </p:sp>
      <p:sp>
        <p:nvSpPr>
          <p:cNvPr id="755" name="TextBox 29"/>
          <p:cNvSpPr txBox="1"/>
          <p:nvPr/>
        </p:nvSpPr>
        <p:spPr>
          <a:xfrm>
            <a:off x="2944600" y="4900150"/>
            <a:ext cx="261999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defRPr sz="1200"/>
            </a:pPr>
            <a:r>
              <a:t>키워드에 맞는 세부 내용을 작성해 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  <a:endParaRPr sz="900"/>
          </a:p>
          <a:p>
            <a:pPr>
              <a:lnSpc>
                <a:spcPts val="1900"/>
              </a:lnSpc>
              <a:defRPr sz="1200"/>
            </a:pPr>
            <a:r>
              <a:t># 키워드 #키워드 #키워드 #키워드</a:t>
            </a:r>
          </a:p>
        </p:txBody>
      </p:sp>
      <p:sp>
        <p:nvSpPr>
          <p:cNvPr id="756" name="TextBox 30"/>
          <p:cNvSpPr txBox="1"/>
          <p:nvPr/>
        </p:nvSpPr>
        <p:spPr>
          <a:xfrm>
            <a:off x="7921952" y="4900150"/>
            <a:ext cx="261999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defRPr sz="1200"/>
            </a:pPr>
            <a:r>
              <a:t>키워드에 맞는 세부 내용을 작성해 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  <a:endParaRPr sz="900"/>
          </a:p>
          <a:p>
            <a:pPr>
              <a:lnSpc>
                <a:spcPts val="1900"/>
              </a:lnSpc>
              <a:defRPr sz="1200"/>
            </a:pPr>
            <a:r>
              <a:t># 키워드 #키워드 #키워드 #키워드</a:t>
            </a:r>
          </a:p>
        </p:txBody>
      </p:sp>
      <p:pic>
        <p:nvPicPr>
          <p:cNvPr id="757" name="그림 32" descr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758" name="TextBox 33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761" name="그림 34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759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760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4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765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766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767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8" name="타원 1"/>
          <p:cNvSpPr/>
          <p:nvPr/>
        </p:nvSpPr>
        <p:spPr>
          <a:xfrm>
            <a:off x="4640569" y="2873137"/>
            <a:ext cx="2934063" cy="2934063"/>
          </a:xfrm>
          <a:prstGeom prst="ellipse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69" name="타원 4"/>
          <p:cNvSpPr/>
          <p:nvPr/>
        </p:nvSpPr>
        <p:spPr>
          <a:xfrm>
            <a:off x="5143191" y="3375759"/>
            <a:ext cx="1928819" cy="1928819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0" name="타원 9"/>
          <p:cNvSpPr/>
          <p:nvPr/>
        </p:nvSpPr>
        <p:spPr>
          <a:xfrm>
            <a:off x="4018400" y="2250967"/>
            <a:ext cx="4178403" cy="4178402"/>
          </a:xfrm>
          <a:prstGeom prst="ellipse">
            <a:avLst/>
          </a:prstGeom>
          <a:ln w="38100">
            <a:solidFill>
              <a:srgbClr val="FFFFFF">
                <a:alpha val="98000"/>
              </a:srgbClr>
            </a:solidFill>
            <a:miter/>
          </a:ln>
          <a:effectLst>
            <a:outerShdw blurRad="50800" dist="50800" dir="5400000" rotWithShape="0">
              <a:srgbClr val="D9D9D9"/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1" name="타원 10"/>
          <p:cNvSpPr/>
          <p:nvPr/>
        </p:nvSpPr>
        <p:spPr>
          <a:xfrm>
            <a:off x="5851037" y="2621826"/>
            <a:ext cx="502623" cy="502622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2" name="타원 11"/>
          <p:cNvSpPr/>
          <p:nvPr/>
        </p:nvSpPr>
        <p:spPr>
          <a:xfrm>
            <a:off x="4472620" y="3744945"/>
            <a:ext cx="502623" cy="50262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3" name="타원 12"/>
          <p:cNvSpPr/>
          <p:nvPr/>
        </p:nvSpPr>
        <p:spPr>
          <a:xfrm>
            <a:off x="7220918" y="3744945"/>
            <a:ext cx="502623" cy="50262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4" name="타원 13"/>
          <p:cNvSpPr/>
          <p:nvPr/>
        </p:nvSpPr>
        <p:spPr>
          <a:xfrm>
            <a:off x="5022355" y="5267581"/>
            <a:ext cx="502623" cy="50262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5" name="타원 14"/>
          <p:cNvSpPr/>
          <p:nvPr/>
        </p:nvSpPr>
        <p:spPr>
          <a:xfrm>
            <a:off x="6718093" y="5267581"/>
            <a:ext cx="502623" cy="50262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6" name="타원 15"/>
          <p:cNvSpPr/>
          <p:nvPr/>
        </p:nvSpPr>
        <p:spPr>
          <a:xfrm>
            <a:off x="4437895" y="2841581"/>
            <a:ext cx="224201" cy="224199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7" name="타원 16"/>
          <p:cNvSpPr/>
          <p:nvPr/>
        </p:nvSpPr>
        <p:spPr>
          <a:xfrm>
            <a:off x="7564128" y="2841581"/>
            <a:ext cx="224201" cy="224199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8" name="타원 17"/>
          <p:cNvSpPr/>
          <p:nvPr/>
        </p:nvSpPr>
        <p:spPr>
          <a:xfrm>
            <a:off x="4437895" y="5614556"/>
            <a:ext cx="224201" cy="224199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79" name="타원 18"/>
          <p:cNvSpPr/>
          <p:nvPr/>
        </p:nvSpPr>
        <p:spPr>
          <a:xfrm>
            <a:off x="7564128" y="5614556"/>
            <a:ext cx="224201" cy="224199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80" name="TextBox 19"/>
          <p:cNvSpPr txBox="1"/>
          <p:nvPr/>
        </p:nvSpPr>
        <p:spPr>
          <a:xfrm>
            <a:off x="2117986" y="2410428"/>
            <a:ext cx="2086681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781" name="TextBox 20"/>
          <p:cNvSpPr txBox="1"/>
          <p:nvPr/>
        </p:nvSpPr>
        <p:spPr>
          <a:xfrm>
            <a:off x="1584677" y="2691711"/>
            <a:ext cx="2619990" cy="57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작성해 주세요</a:t>
            </a:r>
          </a:p>
          <a:p>
            <a:pPr algn="r"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상세히 작성해 주세요</a:t>
            </a:r>
          </a:p>
        </p:txBody>
      </p:sp>
      <p:sp>
        <p:nvSpPr>
          <p:cNvPr id="782" name="TextBox 21"/>
          <p:cNvSpPr txBox="1"/>
          <p:nvPr/>
        </p:nvSpPr>
        <p:spPr>
          <a:xfrm>
            <a:off x="2117986" y="5468644"/>
            <a:ext cx="2086681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783" name="TextBox 22"/>
          <p:cNvSpPr txBox="1"/>
          <p:nvPr/>
        </p:nvSpPr>
        <p:spPr>
          <a:xfrm>
            <a:off x="1584677" y="5749928"/>
            <a:ext cx="2619990" cy="57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상세히 작성해 주세요</a:t>
            </a:r>
          </a:p>
          <a:p>
            <a:pPr algn="r"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작성해 주세요</a:t>
            </a:r>
          </a:p>
        </p:txBody>
      </p:sp>
      <p:sp>
        <p:nvSpPr>
          <p:cNvPr id="784" name="TextBox 23"/>
          <p:cNvSpPr txBox="1"/>
          <p:nvPr/>
        </p:nvSpPr>
        <p:spPr>
          <a:xfrm>
            <a:off x="8083106" y="2410428"/>
            <a:ext cx="2086681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785" name="TextBox 24"/>
          <p:cNvSpPr txBox="1"/>
          <p:nvPr/>
        </p:nvSpPr>
        <p:spPr>
          <a:xfrm>
            <a:off x="8083106" y="2691711"/>
            <a:ext cx="2619990" cy="57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작성해 주세요</a:t>
            </a:r>
          </a:p>
          <a:p>
            <a:pPr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상세히 작성해 주세요</a:t>
            </a:r>
          </a:p>
        </p:txBody>
      </p:sp>
      <p:sp>
        <p:nvSpPr>
          <p:cNvPr id="786" name="TextBox 25"/>
          <p:cNvSpPr txBox="1"/>
          <p:nvPr/>
        </p:nvSpPr>
        <p:spPr>
          <a:xfrm>
            <a:off x="8083106" y="5468644"/>
            <a:ext cx="2086681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787" name="TextBox 26"/>
          <p:cNvSpPr txBox="1"/>
          <p:nvPr/>
        </p:nvSpPr>
        <p:spPr>
          <a:xfrm>
            <a:off x="8083106" y="5749928"/>
            <a:ext cx="2619990" cy="57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상세히 작성해 주세요</a:t>
            </a:r>
          </a:p>
          <a:p>
            <a:pPr>
              <a:lnSpc>
                <a:spcPts val="19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작성해 주세요</a:t>
            </a:r>
          </a:p>
        </p:txBody>
      </p:sp>
      <p:sp>
        <p:nvSpPr>
          <p:cNvPr id="788" name="Freeform: Shape 26"/>
          <p:cNvSpPr/>
          <p:nvPr/>
        </p:nvSpPr>
        <p:spPr>
          <a:xfrm>
            <a:off x="5167236" y="5400850"/>
            <a:ext cx="247895" cy="248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789" name="Freeform: Shape 27"/>
          <p:cNvSpPr/>
          <p:nvPr/>
        </p:nvSpPr>
        <p:spPr>
          <a:xfrm>
            <a:off x="6008368" y="2753656"/>
            <a:ext cx="195324" cy="23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790" name="Freeform: Shape 26"/>
          <p:cNvSpPr/>
          <p:nvPr/>
        </p:nvSpPr>
        <p:spPr>
          <a:xfrm>
            <a:off x="4597070" y="3869283"/>
            <a:ext cx="245156" cy="252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83" y="0"/>
                </a:moveTo>
                <a:lnTo>
                  <a:pt x="13217" y="0"/>
                </a:lnTo>
                <a:lnTo>
                  <a:pt x="13377" y="682"/>
                </a:lnTo>
                <a:lnTo>
                  <a:pt x="13859" y="3119"/>
                </a:lnTo>
                <a:cubicBezTo>
                  <a:pt x="14641" y="3431"/>
                  <a:pt x="15383" y="3860"/>
                  <a:pt x="16045" y="4425"/>
                </a:cubicBezTo>
                <a:lnTo>
                  <a:pt x="18552" y="3587"/>
                </a:lnTo>
                <a:lnTo>
                  <a:pt x="19253" y="3373"/>
                </a:lnTo>
                <a:lnTo>
                  <a:pt x="19574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3" y="9494"/>
                </a:lnTo>
                <a:cubicBezTo>
                  <a:pt x="19294" y="10118"/>
                  <a:pt x="19354" y="10547"/>
                  <a:pt x="19354" y="10800"/>
                </a:cubicBezTo>
                <a:cubicBezTo>
                  <a:pt x="19354" y="11034"/>
                  <a:pt x="19294" y="11482"/>
                  <a:pt x="19193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4" y="17662"/>
                </a:lnTo>
                <a:lnTo>
                  <a:pt x="19253" y="18227"/>
                </a:lnTo>
                <a:lnTo>
                  <a:pt x="18552" y="18013"/>
                </a:lnTo>
                <a:lnTo>
                  <a:pt x="16045" y="17175"/>
                </a:lnTo>
                <a:cubicBezTo>
                  <a:pt x="15363" y="17721"/>
                  <a:pt x="14641" y="18169"/>
                  <a:pt x="13859" y="18481"/>
                </a:cubicBezTo>
                <a:lnTo>
                  <a:pt x="13377" y="20918"/>
                </a:lnTo>
                <a:lnTo>
                  <a:pt x="13217" y="21600"/>
                </a:lnTo>
                <a:lnTo>
                  <a:pt x="8383" y="21600"/>
                </a:lnTo>
                <a:lnTo>
                  <a:pt x="8223" y="20918"/>
                </a:lnTo>
                <a:lnTo>
                  <a:pt x="7742" y="18481"/>
                </a:lnTo>
                <a:cubicBezTo>
                  <a:pt x="6959" y="18169"/>
                  <a:pt x="6217" y="17740"/>
                  <a:pt x="5555" y="17175"/>
                </a:cubicBezTo>
                <a:lnTo>
                  <a:pt x="3048" y="18013"/>
                </a:lnTo>
                <a:lnTo>
                  <a:pt x="2347" y="18227"/>
                </a:lnTo>
                <a:lnTo>
                  <a:pt x="2026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7" y="12106"/>
                </a:lnTo>
                <a:cubicBezTo>
                  <a:pt x="2306" y="11482"/>
                  <a:pt x="2246" y="11053"/>
                  <a:pt x="2246" y="10800"/>
                </a:cubicBezTo>
                <a:cubicBezTo>
                  <a:pt x="2246" y="10566"/>
                  <a:pt x="2306" y="10118"/>
                  <a:pt x="2407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6" y="3938"/>
                </a:lnTo>
                <a:lnTo>
                  <a:pt x="2347" y="3373"/>
                </a:lnTo>
                <a:lnTo>
                  <a:pt x="3048" y="3587"/>
                </a:lnTo>
                <a:lnTo>
                  <a:pt x="5555" y="4425"/>
                </a:lnTo>
                <a:cubicBezTo>
                  <a:pt x="6237" y="3879"/>
                  <a:pt x="6959" y="3431"/>
                  <a:pt x="7742" y="3119"/>
                </a:cubicBezTo>
                <a:lnTo>
                  <a:pt x="8223" y="682"/>
                </a:lnTo>
                <a:lnTo>
                  <a:pt x="8383" y="0"/>
                </a:lnTo>
                <a:close/>
                <a:moveTo>
                  <a:pt x="9767" y="1677"/>
                </a:moveTo>
                <a:lnTo>
                  <a:pt x="9346" y="3860"/>
                </a:lnTo>
                <a:lnTo>
                  <a:pt x="9246" y="4328"/>
                </a:lnTo>
                <a:lnTo>
                  <a:pt x="8764" y="4484"/>
                </a:lnTo>
                <a:cubicBezTo>
                  <a:pt x="7802" y="4796"/>
                  <a:pt x="6939" y="5283"/>
                  <a:pt x="6197" y="5946"/>
                </a:cubicBezTo>
                <a:lnTo>
                  <a:pt x="5776" y="6258"/>
                </a:lnTo>
                <a:lnTo>
                  <a:pt x="5355" y="6160"/>
                </a:lnTo>
                <a:lnTo>
                  <a:pt x="3169" y="5439"/>
                </a:lnTo>
                <a:lnTo>
                  <a:pt x="2146" y="7096"/>
                </a:lnTo>
                <a:lnTo>
                  <a:pt x="3851" y="8558"/>
                </a:lnTo>
                <a:lnTo>
                  <a:pt x="4272" y="8870"/>
                </a:lnTo>
                <a:lnTo>
                  <a:pt x="4111" y="9396"/>
                </a:lnTo>
                <a:cubicBezTo>
                  <a:pt x="4011" y="9845"/>
                  <a:pt x="3951" y="10332"/>
                  <a:pt x="3951" y="10858"/>
                </a:cubicBezTo>
                <a:cubicBezTo>
                  <a:pt x="3951" y="11385"/>
                  <a:pt x="4011" y="11872"/>
                  <a:pt x="4111" y="12321"/>
                </a:cubicBezTo>
                <a:lnTo>
                  <a:pt x="4272" y="12847"/>
                </a:lnTo>
                <a:lnTo>
                  <a:pt x="3851" y="13159"/>
                </a:lnTo>
                <a:lnTo>
                  <a:pt x="2146" y="14621"/>
                </a:lnTo>
                <a:lnTo>
                  <a:pt x="3169" y="16278"/>
                </a:lnTo>
                <a:lnTo>
                  <a:pt x="5355" y="15557"/>
                </a:lnTo>
                <a:lnTo>
                  <a:pt x="5776" y="15459"/>
                </a:lnTo>
                <a:lnTo>
                  <a:pt x="6197" y="15771"/>
                </a:lnTo>
                <a:cubicBezTo>
                  <a:pt x="6939" y="16434"/>
                  <a:pt x="7802" y="16921"/>
                  <a:pt x="8764" y="17233"/>
                </a:cubicBezTo>
                <a:lnTo>
                  <a:pt x="9246" y="17389"/>
                </a:lnTo>
                <a:lnTo>
                  <a:pt x="9346" y="17857"/>
                </a:lnTo>
                <a:lnTo>
                  <a:pt x="9767" y="20040"/>
                </a:lnTo>
                <a:lnTo>
                  <a:pt x="11793" y="20040"/>
                </a:lnTo>
                <a:lnTo>
                  <a:pt x="12214" y="17857"/>
                </a:lnTo>
                <a:lnTo>
                  <a:pt x="12314" y="17389"/>
                </a:lnTo>
                <a:lnTo>
                  <a:pt x="12796" y="17233"/>
                </a:lnTo>
                <a:cubicBezTo>
                  <a:pt x="13758" y="16921"/>
                  <a:pt x="14621" y="16434"/>
                  <a:pt x="15363" y="15771"/>
                </a:cubicBezTo>
                <a:lnTo>
                  <a:pt x="15784" y="15459"/>
                </a:lnTo>
                <a:lnTo>
                  <a:pt x="16205" y="15557"/>
                </a:lnTo>
                <a:lnTo>
                  <a:pt x="18391" y="16278"/>
                </a:lnTo>
                <a:lnTo>
                  <a:pt x="19414" y="14621"/>
                </a:lnTo>
                <a:lnTo>
                  <a:pt x="17709" y="13159"/>
                </a:lnTo>
                <a:lnTo>
                  <a:pt x="17328" y="12847"/>
                </a:lnTo>
                <a:lnTo>
                  <a:pt x="17428" y="12321"/>
                </a:lnTo>
                <a:cubicBezTo>
                  <a:pt x="17529" y="11872"/>
                  <a:pt x="17589" y="11385"/>
                  <a:pt x="17589" y="10858"/>
                </a:cubicBezTo>
                <a:cubicBezTo>
                  <a:pt x="17589" y="10332"/>
                  <a:pt x="17529" y="9845"/>
                  <a:pt x="17428" y="9396"/>
                </a:cubicBezTo>
                <a:lnTo>
                  <a:pt x="17268" y="8870"/>
                </a:lnTo>
                <a:lnTo>
                  <a:pt x="17689" y="8558"/>
                </a:lnTo>
                <a:lnTo>
                  <a:pt x="19394" y="7096"/>
                </a:lnTo>
                <a:lnTo>
                  <a:pt x="18371" y="5439"/>
                </a:lnTo>
                <a:lnTo>
                  <a:pt x="16185" y="6160"/>
                </a:lnTo>
                <a:lnTo>
                  <a:pt x="15764" y="6258"/>
                </a:lnTo>
                <a:lnTo>
                  <a:pt x="15343" y="5946"/>
                </a:lnTo>
                <a:cubicBezTo>
                  <a:pt x="14601" y="5283"/>
                  <a:pt x="13738" y="4796"/>
                  <a:pt x="12775" y="4484"/>
                </a:cubicBezTo>
                <a:lnTo>
                  <a:pt x="12294" y="4328"/>
                </a:lnTo>
                <a:lnTo>
                  <a:pt x="12194" y="3860"/>
                </a:lnTo>
                <a:lnTo>
                  <a:pt x="11773" y="1677"/>
                </a:lnTo>
                <a:lnTo>
                  <a:pt x="9767" y="1677"/>
                </a:lnTo>
                <a:close/>
                <a:moveTo>
                  <a:pt x="7762" y="7876"/>
                </a:moveTo>
                <a:cubicBezTo>
                  <a:pt x="8604" y="7057"/>
                  <a:pt x="9607" y="6648"/>
                  <a:pt x="10790" y="6648"/>
                </a:cubicBezTo>
                <a:cubicBezTo>
                  <a:pt x="11973" y="6648"/>
                  <a:pt x="12976" y="7057"/>
                  <a:pt x="13818" y="7876"/>
                </a:cubicBezTo>
                <a:cubicBezTo>
                  <a:pt x="14661" y="8695"/>
                  <a:pt x="15082" y="9669"/>
                  <a:pt x="15082" y="10819"/>
                </a:cubicBezTo>
                <a:cubicBezTo>
                  <a:pt x="15082" y="11970"/>
                  <a:pt x="14661" y="12944"/>
                  <a:pt x="13818" y="13763"/>
                </a:cubicBezTo>
                <a:cubicBezTo>
                  <a:pt x="12976" y="14582"/>
                  <a:pt x="11973" y="14991"/>
                  <a:pt x="10790" y="14991"/>
                </a:cubicBezTo>
                <a:cubicBezTo>
                  <a:pt x="9607" y="14991"/>
                  <a:pt x="8604" y="14582"/>
                  <a:pt x="7762" y="13763"/>
                </a:cubicBezTo>
                <a:cubicBezTo>
                  <a:pt x="6919" y="12944"/>
                  <a:pt x="6498" y="11970"/>
                  <a:pt x="6498" y="10819"/>
                </a:cubicBezTo>
                <a:cubicBezTo>
                  <a:pt x="6498" y="9669"/>
                  <a:pt x="6939" y="8695"/>
                  <a:pt x="7762" y="7876"/>
                </a:cubicBezTo>
                <a:close/>
                <a:moveTo>
                  <a:pt x="12615" y="9046"/>
                </a:moveTo>
                <a:cubicBezTo>
                  <a:pt x="12114" y="8558"/>
                  <a:pt x="11512" y="8324"/>
                  <a:pt x="10790" y="8324"/>
                </a:cubicBezTo>
                <a:cubicBezTo>
                  <a:pt x="10068" y="8324"/>
                  <a:pt x="9466" y="8558"/>
                  <a:pt x="8965" y="9046"/>
                </a:cubicBezTo>
                <a:cubicBezTo>
                  <a:pt x="8464" y="9533"/>
                  <a:pt x="8223" y="10118"/>
                  <a:pt x="8223" y="10819"/>
                </a:cubicBezTo>
                <a:cubicBezTo>
                  <a:pt x="8223" y="11521"/>
                  <a:pt x="8464" y="12106"/>
                  <a:pt x="8965" y="12593"/>
                </a:cubicBezTo>
                <a:cubicBezTo>
                  <a:pt x="9466" y="13081"/>
                  <a:pt x="10068" y="13315"/>
                  <a:pt x="10790" y="13315"/>
                </a:cubicBezTo>
                <a:cubicBezTo>
                  <a:pt x="11512" y="13315"/>
                  <a:pt x="12114" y="13081"/>
                  <a:pt x="12615" y="12593"/>
                </a:cubicBezTo>
                <a:cubicBezTo>
                  <a:pt x="13116" y="12106"/>
                  <a:pt x="13357" y="11521"/>
                  <a:pt x="13357" y="10819"/>
                </a:cubicBezTo>
                <a:cubicBezTo>
                  <a:pt x="13357" y="10118"/>
                  <a:pt x="13096" y="9533"/>
                  <a:pt x="12615" y="904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91" name="Freeform: Shape 48"/>
          <p:cNvSpPr/>
          <p:nvPr/>
        </p:nvSpPr>
        <p:spPr>
          <a:xfrm>
            <a:off x="7342634" y="3867789"/>
            <a:ext cx="260223" cy="259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8" y="2461"/>
                </a:moveTo>
                <a:cubicBezTo>
                  <a:pt x="8951" y="807"/>
                  <a:pt x="10918" y="0"/>
                  <a:pt x="13220" y="0"/>
                </a:cubicBezTo>
                <a:cubicBezTo>
                  <a:pt x="15521" y="0"/>
                  <a:pt x="17508" y="827"/>
                  <a:pt x="19141" y="2461"/>
                </a:cubicBezTo>
                <a:cubicBezTo>
                  <a:pt x="20793" y="4115"/>
                  <a:pt x="21600" y="6084"/>
                  <a:pt x="21600" y="8388"/>
                </a:cubicBezTo>
                <a:cubicBezTo>
                  <a:pt x="21600" y="10692"/>
                  <a:pt x="20774" y="12680"/>
                  <a:pt x="19141" y="14315"/>
                </a:cubicBezTo>
                <a:cubicBezTo>
                  <a:pt x="17489" y="15969"/>
                  <a:pt x="15521" y="16776"/>
                  <a:pt x="13220" y="16776"/>
                </a:cubicBezTo>
                <a:cubicBezTo>
                  <a:pt x="11233" y="16776"/>
                  <a:pt x="9462" y="16146"/>
                  <a:pt x="7928" y="14886"/>
                </a:cubicBezTo>
                <a:lnTo>
                  <a:pt x="1259" y="21600"/>
                </a:lnTo>
                <a:lnTo>
                  <a:pt x="0" y="20340"/>
                </a:lnTo>
                <a:lnTo>
                  <a:pt x="6708" y="13665"/>
                </a:lnTo>
                <a:cubicBezTo>
                  <a:pt x="5449" y="12129"/>
                  <a:pt x="4820" y="10357"/>
                  <a:pt x="4820" y="8368"/>
                </a:cubicBezTo>
                <a:cubicBezTo>
                  <a:pt x="4839" y="6084"/>
                  <a:pt x="5666" y="4096"/>
                  <a:pt x="7298" y="2461"/>
                </a:cubicBezTo>
                <a:close/>
                <a:moveTo>
                  <a:pt x="17980" y="3643"/>
                </a:moveTo>
                <a:cubicBezTo>
                  <a:pt x="16662" y="2323"/>
                  <a:pt x="15088" y="1674"/>
                  <a:pt x="13239" y="1674"/>
                </a:cubicBezTo>
                <a:cubicBezTo>
                  <a:pt x="11390" y="1674"/>
                  <a:pt x="9797" y="2323"/>
                  <a:pt x="8498" y="3643"/>
                </a:cubicBezTo>
                <a:cubicBezTo>
                  <a:pt x="7200" y="4962"/>
                  <a:pt x="6531" y="6537"/>
                  <a:pt x="6531" y="8388"/>
                </a:cubicBezTo>
                <a:cubicBezTo>
                  <a:pt x="6531" y="10239"/>
                  <a:pt x="7180" y="11834"/>
                  <a:pt x="8498" y="13133"/>
                </a:cubicBezTo>
                <a:cubicBezTo>
                  <a:pt x="9816" y="14433"/>
                  <a:pt x="11390" y="15102"/>
                  <a:pt x="13239" y="15102"/>
                </a:cubicBezTo>
                <a:cubicBezTo>
                  <a:pt x="15088" y="15102"/>
                  <a:pt x="16682" y="14452"/>
                  <a:pt x="17980" y="13133"/>
                </a:cubicBezTo>
                <a:cubicBezTo>
                  <a:pt x="19279" y="11814"/>
                  <a:pt x="19948" y="10239"/>
                  <a:pt x="19948" y="8388"/>
                </a:cubicBezTo>
                <a:cubicBezTo>
                  <a:pt x="19948" y="6537"/>
                  <a:pt x="19279" y="4942"/>
                  <a:pt x="17980" y="364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792" name="Freeform: Shape 19"/>
          <p:cNvSpPr/>
          <p:nvPr/>
        </p:nvSpPr>
        <p:spPr>
          <a:xfrm>
            <a:off x="6829908" y="5414098"/>
            <a:ext cx="283688" cy="2229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536" y="1978"/>
                </a:moveTo>
                <a:lnTo>
                  <a:pt x="1536" y="14607"/>
                </a:lnTo>
                <a:lnTo>
                  <a:pt x="6363" y="8465"/>
                </a:lnTo>
                <a:lnTo>
                  <a:pt x="6941" y="7729"/>
                </a:lnTo>
                <a:lnTo>
                  <a:pt x="7519" y="8465"/>
                </a:lnTo>
                <a:lnTo>
                  <a:pt x="11948" y="14101"/>
                </a:lnTo>
                <a:lnTo>
                  <a:pt x="14840" y="10420"/>
                </a:lnTo>
                <a:lnTo>
                  <a:pt x="15418" y="9684"/>
                </a:lnTo>
                <a:lnTo>
                  <a:pt x="15997" y="10420"/>
                </a:lnTo>
                <a:lnTo>
                  <a:pt x="20046" y="15573"/>
                </a:lnTo>
                <a:lnTo>
                  <a:pt x="20046" y="1955"/>
                </a:lnTo>
                <a:lnTo>
                  <a:pt x="1536" y="1955"/>
                </a:lnTo>
                <a:close/>
                <a:moveTo>
                  <a:pt x="6941" y="10558"/>
                </a:moveTo>
                <a:lnTo>
                  <a:pt x="1536" y="17436"/>
                </a:lnTo>
                <a:lnTo>
                  <a:pt x="1536" y="19645"/>
                </a:lnTo>
                <a:lnTo>
                  <a:pt x="14008" y="19645"/>
                </a:lnTo>
                <a:lnTo>
                  <a:pt x="6941" y="10558"/>
                </a:lnTo>
                <a:close/>
                <a:moveTo>
                  <a:pt x="15418" y="12514"/>
                </a:moveTo>
                <a:lnTo>
                  <a:pt x="13014" y="15527"/>
                </a:lnTo>
                <a:lnTo>
                  <a:pt x="16195" y="19645"/>
                </a:lnTo>
                <a:lnTo>
                  <a:pt x="20046" y="19645"/>
                </a:lnTo>
                <a:lnTo>
                  <a:pt x="20046" y="18426"/>
                </a:lnTo>
                <a:lnTo>
                  <a:pt x="15418" y="12514"/>
                </a:lnTo>
                <a:close/>
                <a:moveTo>
                  <a:pt x="15870" y="4509"/>
                </a:moveTo>
                <a:cubicBezTo>
                  <a:pt x="16177" y="4118"/>
                  <a:pt x="16539" y="3934"/>
                  <a:pt x="16955" y="3934"/>
                </a:cubicBezTo>
                <a:cubicBezTo>
                  <a:pt x="17370" y="3934"/>
                  <a:pt x="17732" y="4118"/>
                  <a:pt x="18039" y="4509"/>
                </a:cubicBezTo>
                <a:cubicBezTo>
                  <a:pt x="18346" y="4900"/>
                  <a:pt x="18491" y="5360"/>
                  <a:pt x="18491" y="5889"/>
                </a:cubicBezTo>
                <a:cubicBezTo>
                  <a:pt x="18491" y="6418"/>
                  <a:pt x="18346" y="6878"/>
                  <a:pt x="18039" y="7269"/>
                </a:cubicBezTo>
                <a:cubicBezTo>
                  <a:pt x="17732" y="7660"/>
                  <a:pt x="17370" y="7844"/>
                  <a:pt x="16955" y="7844"/>
                </a:cubicBezTo>
                <a:cubicBezTo>
                  <a:pt x="16539" y="7844"/>
                  <a:pt x="16177" y="7660"/>
                  <a:pt x="15870" y="7269"/>
                </a:cubicBezTo>
                <a:cubicBezTo>
                  <a:pt x="15563" y="6878"/>
                  <a:pt x="15418" y="6418"/>
                  <a:pt x="15418" y="5889"/>
                </a:cubicBezTo>
                <a:cubicBezTo>
                  <a:pt x="15418" y="5360"/>
                  <a:pt x="15563" y="4900"/>
                  <a:pt x="15870" y="45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793" name="그림 33" descr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794" name="TextBox 3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797" name="그림 35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79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796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80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802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80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4" name="타원 1"/>
          <p:cNvSpPr/>
          <p:nvPr/>
        </p:nvSpPr>
        <p:spPr>
          <a:xfrm>
            <a:off x="3879029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05" name="타원 4"/>
          <p:cNvSpPr/>
          <p:nvPr/>
        </p:nvSpPr>
        <p:spPr>
          <a:xfrm>
            <a:off x="1184614" y="2740391"/>
            <a:ext cx="1714108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06" name="타원 9"/>
          <p:cNvSpPr/>
          <p:nvPr/>
        </p:nvSpPr>
        <p:spPr>
          <a:xfrm>
            <a:off x="6573446" y="2740391"/>
            <a:ext cx="1714109" cy="171410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07" name="타원 10"/>
          <p:cNvSpPr/>
          <p:nvPr/>
        </p:nvSpPr>
        <p:spPr>
          <a:xfrm>
            <a:off x="9267860" y="2740391"/>
            <a:ext cx="1714109" cy="1714107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08" name="Oval 48"/>
          <p:cNvSpPr/>
          <p:nvPr/>
        </p:nvSpPr>
        <p:spPr>
          <a:xfrm rot="16200000">
            <a:off x="3244981" y="3501732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809" name="Freeform 49"/>
          <p:cNvSpPr/>
          <p:nvPr/>
        </p:nvSpPr>
        <p:spPr>
          <a:xfrm rot="16200000">
            <a:off x="3297077" y="3587586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810" name="Oval 48"/>
          <p:cNvSpPr/>
          <p:nvPr/>
        </p:nvSpPr>
        <p:spPr>
          <a:xfrm rot="16200000">
            <a:off x="5916302" y="3501733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811" name="Freeform 49"/>
          <p:cNvSpPr/>
          <p:nvPr/>
        </p:nvSpPr>
        <p:spPr>
          <a:xfrm rot="16200000">
            <a:off x="5968398" y="3587588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812" name="Oval 48"/>
          <p:cNvSpPr/>
          <p:nvPr/>
        </p:nvSpPr>
        <p:spPr>
          <a:xfrm rot="16200000">
            <a:off x="8662227" y="3501734"/>
            <a:ext cx="268187" cy="27031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sp>
        <p:nvSpPr>
          <p:cNvPr id="813" name="Freeform 49"/>
          <p:cNvSpPr/>
          <p:nvPr/>
        </p:nvSpPr>
        <p:spPr>
          <a:xfrm rot="16200000">
            <a:off x="8714323" y="3587589"/>
            <a:ext cx="173533" cy="98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  <a:endParaRPr/>
          </a:p>
        </p:txBody>
      </p:sp>
      <p:sp>
        <p:nvSpPr>
          <p:cNvPr id="814" name="TextBox 20"/>
          <p:cNvSpPr txBox="1"/>
          <p:nvPr/>
        </p:nvSpPr>
        <p:spPr>
          <a:xfrm>
            <a:off x="1251177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815" name="TextBox 21"/>
          <p:cNvSpPr txBox="1"/>
          <p:nvPr/>
        </p:nvSpPr>
        <p:spPr>
          <a:xfrm>
            <a:off x="886577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816" name="TextBox 22"/>
          <p:cNvSpPr txBox="1"/>
          <p:nvPr/>
        </p:nvSpPr>
        <p:spPr>
          <a:xfrm>
            <a:off x="3538271" y="4661248"/>
            <a:ext cx="238345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817" name="TextBox 23"/>
          <p:cNvSpPr txBox="1"/>
          <p:nvPr/>
        </p:nvSpPr>
        <p:spPr>
          <a:xfrm>
            <a:off x="6238771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818" name="TextBox 24"/>
          <p:cNvSpPr txBox="1"/>
          <p:nvPr/>
        </p:nvSpPr>
        <p:spPr>
          <a:xfrm>
            <a:off x="8939272" y="4661248"/>
            <a:ext cx="238345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키워드에 맞는 내용을 작성해 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  <a:p>
            <a:pPr marL="171450" indent="-171450" algn="ctr">
              <a:lnSpc>
                <a:spcPts val="1900"/>
              </a:lnSpc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포인트를 요약해주세요</a:t>
            </a:r>
          </a:p>
        </p:txBody>
      </p:sp>
      <p:sp>
        <p:nvSpPr>
          <p:cNvPr id="819" name="TextBox 25"/>
          <p:cNvSpPr txBox="1"/>
          <p:nvPr/>
        </p:nvSpPr>
        <p:spPr>
          <a:xfrm>
            <a:off x="3973875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820" name="TextBox 26"/>
          <p:cNvSpPr txBox="1"/>
          <p:nvPr/>
        </p:nvSpPr>
        <p:spPr>
          <a:xfrm>
            <a:off x="6668290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sz="1600">
                <a:solidFill>
                  <a:srgbClr val="FFFFFF"/>
                </a:solidFill>
              </a:defRPr>
            </a:pPr>
            <a:r>
              <a:t>키워드 입력</a:t>
            </a:r>
          </a:p>
        </p:txBody>
      </p:sp>
      <p:sp>
        <p:nvSpPr>
          <p:cNvPr id="821" name="TextBox 27"/>
          <p:cNvSpPr txBox="1"/>
          <p:nvPr/>
        </p:nvSpPr>
        <p:spPr>
          <a:xfrm>
            <a:off x="9362706" y="3204783"/>
            <a:ext cx="152441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sz="1600">
                <a:solidFill>
                  <a:srgbClr val="126BF6"/>
                </a:solidFill>
              </a:defRPr>
            </a:pPr>
            <a:r>
              <a:t>키워드 입력</a:t>
            </a:r>
          </a:p>
        </p:txBody>
      </p:sp>
      <p:sp>
        <p:nvSpPr>
          <p:cNvPr id="822" name="직선 연결선 28"/>
          <p:cNvSpPr/>
          <p:nvPr/>
        </p:nvSpPr>
        <p:spPr>
          <a:xfrm>
            <a:off x="1332549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3" name="직선 연결선 29"/>
          <p:cNvSpPr/>
          <p:nvPr/>
        </p:nvSpPr>
        <p:spPr>
          <a:xfrm>
            <a:off x="4026965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4" name="직선 연결선 30"/>
          <p:cNvSpPr/>
          <p:nvPr/>
        </p:nvSpPr>
        <p:spPr>
          <a:xfrm>
            <a:off x="6721381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5" name="직선 연결선 31"/>
          <p:cNvSpPr/>
          <p:nvPr/>
        </p:nvSpPr>
        <p:spPr>
          <a:xfrm>
            <a:off x="9415797" y="3587820"/>
            <a:ext cx="1418237" cy="1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26" name="그림 14" descr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827" name="TextBox 1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830" name="그림 3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828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829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3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834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83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36" name="그림 1" descr="그림 1"/>
          <p:cNvPicPr>
            <a:picLocks noChangeAspect="1"/>
          </p:cNvPicPr>
          <p:nvPr/>
        </p:nvPicPr>
        <p:blipFill>
          <a:blip r:embed="rId2"/>
          <a:srcRect r="45490"/>
          <a:stretch>
            <a:fillRect/>
          </a:stretch>
        </p:blipFill>
        <p:spPr>
          <a:xfrm>
            <a:off x="7603484" y="1128240"/>
            <a:ext cx="4592645" cy="5729760"/>
          </a:xfrm>
          <a:prstGeom prst="rect">
            <a:avLst/>
          </a:prstGeom>
          <a:ln w="12700">
            <a:miter lim="400000"/>
          </a:ln>
        </p:spPr>
      </p:pic>
      <p:sp>
        <p:nvSpPr>
          <p:cNvPr id="837" name="Freeform: Shape 172"/>
          <p:cNvSpPr/>
          <p:nvPr/>
        </p:nvSpPr>
        <p:spPr>
          <a:xfrm>
            <a:off x="1040785" y="2156064"/>
            <a:ext cx="302376" cy="392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14450" y="0"/>
                </a:lnTo>
                <a:lnTo>
                  <a:pt x="14855" y="214"/>
                </a:lnTo>
                <a:lnTo>
                  <a:pt x="21322" y="5196"/>
                </a:lnTo>
                <a:lnTo>
                  <a:pt x="21600" y="5507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2173" y="1654"/>
                </a:moveTo>
                <a:lnTo>
                  <a:pt x="2173" y="19907"/>
                </a:lnTo>
                <a:lnTo>
                  <a:pt x="19427" y="19907"/>
                </a:lnTo>
                <a:lnTo>
                  <a:pt x="19427" y="6616"/>
                </a:lnTo>
                <a:lnTo>
                  <a:pt x="12960" y="6616"/>
                </a:lnTo>
                <a:lnTo>
                  <a:pt x="12960" y="1635"/>
                </a:lnTo>
                <a:lnTo>
                  <a:pt x="2173" y="1635"/>
                </a:lnTo>
                <a:close/>
                <a:moveTo>
                  <a:pt x="5406" y="8309"/>
                </a:moveTo>
                <a:lnTo>
                  <a:pt x="16194" y="8309"/>
                </a:lnTo>
                <a:lnTo>
                  <a:pt x="16194" y="9963"/>
                </a:lnTo>
                <a:lnTo>
                  <a:pt x="5406" y="9963"/>
                </a:lnTo>
                <a:lnTo>
                  <a:pt x="5406" y="8309"/>
                </a:lnTo>
                <a:close/>
                <a:moveTo>
                  <a:pt x="5406" y="11617"/>
                </a:moveTo>
                <a:lnTo>
                  <a:pt x="16194" y="11617"/>
                </a:lnTo>
                <a:lnTo>
                  <a:pt x="16194" y="13271"/>
                </a:lnTo>
                <a:lnTo>
                  <a:pt x="5406" y="13271"/>
                </a:lnTo>
                <a:lnTo>
                  <a:pt x="5406" y="11617"/>
                </a:lnTo>
                <a:close/>
                <a:moveTo>
                  <a:pt x="5406" y="14945"/>
                </a:moveTo>
                <a:lnTo>
                  <a:pt x="16194" y="14945"/>
                </a:lnTo>
                <a:lnTo>
                  <a:pt x="16194" y="16599"/>
                </a:lnTo>
                <a:lnTo>
                  <a:pt x="5406" y="16599"/>
                </a:lnTo>
                <a:lnTo>
                  <a:pt x="5406" y="14945"/>
                </a:lnTo>
                <a:close/>
                <a:moveTo>
                  <a:pt x="15107" y="2861"/>
                </a:moveTo>
                <a:lnTo>
                  <a:pt x="15107" y="4982"/>
                </a:lnTo>
                <a:lnTo>
                  <a:pt x="17861" y="4982"/>
                </a:lnTo>
                <a:lnTo>
                  <a:pt x="15107" y="2861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38" name="Freeform: Shape 101"/>
          <p:cNvSpPr/>
          <p:nvPr/>
        </p:nvSpPr>
        <p:spPr>
          <a:xfrm>
            <a:off x="4265872" y="4095805"/>
            <a:ext cx="328970" cy="344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34" y="0"/>
                </a:moveTo>
                <a:lnTo>
                  <a:pt x="5889" y="0"/>
                </a:lnTo>
                <a:lnTo>
                  <a:pt x="5889" y="946"/>
                </a:lnTo>
                <a:lnTo>
                  <a:pt x="15711" y="946"/>
                </a:lnTo>
                <a:lnTo>
                  <a:pt x="15711" y="0"/>
                </a:lnTo>
                <a:lnTo>
                  <a:pt x="17666" y="0"/>
                </a:lnTo>
                <a:lnTo>
                  <a:pt x="17666" y="946"/>
                </a:lnTo>
                <a:lnTo>
                  <a:pt x="21600" y="946"/>
                </a:lnTo>
                <a:lnTo>
                  <a:pt x="21600" y="21600"/>
                </a:lnTo>
                <a:lnTo>
                  <a:pt x="0" y="21600"/>
                </a:lnTo>
                <a:lnTo>
                  <a:pt x="0" y="924"/>
                </a:lnTo>
                <a:lnTo>
                  <a:pt x="3934" y="924"/>
                </a:lnTo>
                <a:lnTo>
                  <a:pt x="3934" y="0"/>
                </a:lnTo>
                <a:close/>
                <a:moveTo>
                  <a:pt x="1978" y="2816"/>
                </a:moveTo>
                <a:lnTo>
                  <a:pt x="1978" y="4685"/>
                </a:lnTo>
                <a:lnTo>
                  <a:pt x="19645" y="4685"/>
                </a:lnTo>
                <a:lnTo>
                  <a:pt x="19645" y="2816"/>
                </a:lnTo>
                <a:lnTo>
                  <a:pt x="17689" y="2816"/>
                </a:lnTo>
                <a:lnTo>
                  <a:pt x="17689" y="3761"/>
                </a:lnTo>
                <a:lnTo>
                  <a:pt x="15734" y="3761"/>
                </a:lnTo>
                <a:lnTo>
                  <a:pt x="15734" y="2816"/>
                </a:lnTo>
                <a:lnTo>
                  <a:pt x="5889" y="2816"/>
                </a:lnTo>
                <a:lnTo>
                  <a:pt x="5889" y="3761"/>
                </a:lnTo>
                <a:lnTo>
                  <a:pt x="3934" y="3761"/>
                </a:lnTo>
                <a:lnTo>
                  <a:pt x="3934" y="2816"/>
                </a:lnTo>
                <a:lnTo>
                  <a:pt x="1978" y="2816"/>
                </a:lnTo>
                <a:close/>
                <a:moveTo>
                  <a:pt x="1978" y="6555"/>
                </a:moveTo>
                <a:lnTo>
                  <a:pt x="1978" y="19686"/>
                </a:lnTo>
                <a:lnTo>
                  <a:pt x="19645" y="19686"/>
                </a:lnTo>
                <a:lnTo>
                  <a:pt x="19645" y="6555"/>
                </a:lnTo>
                <a:lnTo>
                  <a:pt x="1978" y="6555"/>
                </a:lnTo>
                <a:close/>
                <a:moveTo>
                  <a:pt x="14975" y="8666"/>
                </a:moveTo>
                <a:lnTo>
                  <a:pt x="16447" y="10074"/>
                </a:lnTo>
                <a:lnTo>
                  <a:pt x="10558" y="15705"/>
                </a:lnTo>
                <a:lnTo>
                  <a:pt x="9822" y="16299"/>
                </a:lnTo>
                <a:lnTo>
                  <a:pt x="9086" y="15705"/>
                </a:lnTo>
                <a:lnTo>
                  <a:pt x="6142" y="12890"/>
                </a:lnTo>
                <a:lnTo>
                  <a:pt x="7614" y="11482"/>
                </a:lnTo>
                <a:lnTo>
                  <a:pt x="9822" y="13659"/>
                </a:lnTo>
                <a:lnTo>
                  <a:pt x="14975" y="8666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39" name="Freeform: Shape 163"/>
          <p:cNvSpPr/>
          <p:nvPr/>
        </p:nvSpPr>
        <p:spPr>
          <a:xfrm>
            <a:off x="1040785" y="4095805"/>
            <a:ext cx="388876" cy="2694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654" y="3427"/>
                </a:moveTo>
                <a:lnTo>
                  <a:pt x="1654" y="19156"/>
                </a:lnTo>
                <a:lnTo>
                  <a:pt x="19907" y="19156"/>
                </a:lnTo>
                <a:lnTo>
                  <a:pt x="19907" y="3427"/>
                </a:lnTo>
                <a:lnTo>
                  <a:pt x="11248" y="11825"/>
                </a:lnTo>
                <a:lnTo>
                  <a:pt x="10781" y="12190"/>
                </a:lnTo>
                <a:lnTo>
                  <a:pt x="10314" y="11825"/>
                </a:lnTo>
                <a:lnTo>
                  <a:pt x="1654" y="3427"/>
                </a:lnTo>
                <a:close/>
                <a:moveTo>
                  <a:pt x="3581" y="2388"/>
                </a:moveTo>
                <a:lnTo>
                  <a:pt x="10800" y="9269"/>
                </a:lnTo>
                <a:lnTo>
                  <a:pt x="18019" y="2388"/>
                </a:lnTo>
                <a:lnTo>
                  <a:pt x="3581" y="2388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40" name="Freeform: Shape 64"/>
          <p:cNvSpPr/>
          <p:nvPr/>
        </p:nvSpPr>
        <p:spPr>
          <a:xfrm>
            <a:off x="4261641" y="2156064"/>
            <a:ext cx="331727" cy="3621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93"/>
                </a:moveTo>
                <a:lnTo>
                  <a:pt x="5895" y="12593"/>
                </a:lnTo>
                <a:lnTo>
                  <a:pt x="5895" y="21600"/>
                </a:lnTo>
                <a:lnTo>
                  <a:pt x="0" y="21600"/>
                </a:lnTo>
                <a:lnTo>
                  <a:pt x="0" y="12593"/>
                </a:lnTo>
                <a:close/>
                <a:moveTo>
                  <a:pt x="7852" y="6286"/>
                </a:moveTo>
                <a:lnTo>
                  <a:pt x="13748" y="6286"/>
                </a:lnTo>
                <a:lnTo>
                  <a:pt x="13748" y="21579"/>
                </a:lnTo>
                <a:lnTo>
                  <a:pt x="7852" y="21579"/>
                </a:lnTo>
                <a:lnTo>
                  <a:pt x="7852" y="6286"/>
                </a:lnTo>
                <a:close/>
                <a:moveTo>
                  <a:pt x="15705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5705" y="21600"/>
                </a:lnTo>
                <a:lnTo>
                  <a:pt x="15705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841" name="TextBox 12"/>
          <p:cNvSpPr txBox="1"/>
          <p:nvPr/>
        </p:nvSpPr>
        <p:spPr>
          <a:xfrm>
            <a:off x="986615" y="2762194"/>
            <a:ext cx="1995451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842" name="TextBox 13"/>
          <p:cNvSpPr txBox="1"/>
          <p:nvPr/>
        </p:nvSpPr>
        <p:spPr>
          <a:xfrm>
            <a:off x="989099" y="3074980"/>
            <a:ext cx="3055944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자세하게 적어주세요</a:t>
            </a:r>
          </a:p>
        </p:txBody>
      </p:sp>
      <p:sp>
        <p:nvSpPr>
          <p:cNvPr id="843" name="TextBox 14"/>
          <p:cNvSpPr txBox="1"/>
          <p:nvPr/>
        </p:nvSpPr>
        <p:spPr>
          <a:xfrm>
            <a:off x="986615" y="4640819"/>
            <a:ext cx="1995451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844" name="TextBox 15"/>
          <p:cNvSpPr txBox="1"/>
          <p:nvPr/>
        </p:nvSpPr>
        <p:spPr>
          <a:xfrm>
            <a:off x="989099" y="4953606"/>
            <a:ext cx="3055944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자세하게 적어주세요</a:t>
            </a:r>
          </a:p>
        </p:txBody>
      </p:sp>
      <p:sp>
        <p:nvSpPr>
          <p:cNvPr id="845" name="TextBox 16"/>
          <p:cNvSpPr txBox="1"/>
          <p:nvPr/>
        </p:nvSpPr>
        <p:spPr>
          <a:xfrm>
            <a:off x="4214336" y="2762194"/>
            <a:ext cx="1995450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846" name="TextBox 17"/>
          <p:cNvSpPr txBox="1"/>
          <p:nvPr/>
        </p:nvSpPr>
        <p:spPr>
          <a:xfrm>
            <a:off x="4216818" y="3074980"/>
            <a:ext cx="3055945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자세하게 적어주세요</a:t>
            </a:r>
          </a:p>
        </p:txBody>
      </p:sp>
      <p:sp>
        <p:nvSpPr>
          <p:cNvPr id="847" name="TextBox 18"/>
          <p:cNvSpPr txBox="1"/>
          <p:nvPr/>
        </p:nvSpPr>
        <p:spPr>
          <a:xfrm>
            <a:off x="4214336" y="4640819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848" name="TextBox 19"/>
          <p:cNvSpPr txBox="1"/>
          <p:nvPr/>
        </p:nvSpPr>
        <p:spPr>
          <a:xfrm>
            <a:off x="4216818" y="4953606"/>
            <a:ext cx="3055945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자세하게 적어주세요</a:t>
            </a:r>
          </a:p>
        </p:txBody>
      </p:sp>
      <p:sp>
        <p:nvSpPr>
          <p:cNvPr id="849" name="직사각형 20"/>
          <p:cNvSpPr/>
          <p:nvPr/>
        </p:nvSpPr>
        <p:spPr>
          <a:xfrm>
            <a:off x="7603401" y="1123745"/>
            <a:ext cx="4592727" cy="5729761"/>
          </a:xfrm>
          <a:prstGeom prst="rect">
            <a:avLst/>
          </a:prstGeom>
          <a:solidFill>
            <a:srgbClr val="A6A6A6">
              <a:alpha val="27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850" name="그림 21" descr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851" name="TextBox 22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854" name="그림 2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85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853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85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85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0" name="TextBox 1"/>
          <p:cNvSpPr txBox="1"/>
          <p:nvPr/>
        </p:nvSpPr>
        <p:spPr>
          <a:xfrm>
            <a:off x="1510861" y="1564782"/>
            <a:ext cx="2771700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861" name="직선 연결선 4"/>
          <p:cNvSpPr/>
          <p:nvPr/>
        </p:nvSpPr>
        <p:spPr>
          <a:xfrm>
            <a:off x="1091728" y="1903336"/>
            <a:ext cx="3609966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2" name="TextBox 9"/>
          <p:cNvSpPr txBox="1"/>
          <p:nvPr/>
        </p:nvSpPr>
        <p:spPr>
          <a:xfrm>
            <a:off x="6686792" y="1564782"/>
            <a:ext cx="277169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863" name="직선 연결선 10"/>
          <p:cNvSpPr/>
          <p:nvPr/>
        </p:nvSpPr>
        <p:spPr>
          <a:xfrm>
            <a:off x="5049520" y="1903336"/>
            <a:ext cx="6046245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4" name="Rectangle 96"/>
          <p:cNvSpPr/>
          <p:nvPr/>
        </p:nvSpPr>
        <p:spPr>
          <a:xfrm>
            <a:off x="1082300" y="2153816"/>
            <a:ext cx="3609966" cy="4320796"/>
          </a:xfrm>
          <a:prstGeom prst="rect">
            <a:avLst/>
          </a:prstGeom>
          <a:ln w="6350" cap="rnd">
            <a:solidFill>
              <a:srgbClr val="C8C9CE"/>
            </a:solidFill>
          </a:ln>
        </p:spPr>
        <p:txBody>
          <a:bodyPr lIns="45719" rIns="45719" anchor="ctr"/>
          <a:lstStyle/>
          <a:p>
            <a:pPr>
              <a:lnSpc>
                <a:spcPct val="120000"/>
              </a:lnSpc>
              <a:spcBef>
                <a:spcPts val="600"/>
              </a:spcBef>
              <a:defRPr b="1">
                <a:solidFill>
                  <a:srgbClr val="2D2D8A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  <a:endParaRPr/>
          </a:p>
        </p:txBody>
      </p:sp>
      <p:grpSp>
        <p:nvGrpSpPr>
          <p:cNvPr id="867" name="직사각형 12"/>
          <p:cNvGrpSpPr/>
          <p:nvPr/>
        </p:nvGrpSpPr>
        <p:grpSpPr>
          <a:xfrm>
            <a:off x="6421794" y="2142242"/>
            <a:ext cx="4673971" cy="1387608"/>
            <a:chOff x="0" y="-1"/>
            <a:chExt cx="4673969" cy="1387607"/>
          </a:xfrm>
        </p:grpSpPr>
        <p:sp>
          <p:nvSpPr>
            <p:cNvPr id="865" name="Rectangle"/>
            <p:cNvSpPr/>
            <p:nvPr/>
          </p:nvSpPr>
          <p:spPr>
            <a:xfrm>
              <a:off x="0" y="-1"/>
              <a:ext cx="4673969" cy="1387607"/>
            </a:xfrm>
            <a:prstGeom prst="rect">
              <a:avLst/>
            </a:prstGeom>
            <a:solidFill>
              <a:srgbClr val="F0F0F0"/>
            </a:solidFill>
            <a:ln w="6350" cap="flat">
              <a:solidFill>
                <a:srgbClr val="EAEAE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866" name="키워드를 설명하는 내용을 작성해주세요…"/>
            <p:cNvSpPr txBox="1"/>
            <p:nvPr/>
          </p:nvSpPr>
          <p:spPr>
            <a:xfrm>
              <a:off x="48895" y="303817"/>
              <a:ext cx="4576179" cy="7810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</p:txBody>
        </p:sp>
      </p:grpSp>
      <p:grpSp>
        <p:nvGrpSpPr>
          <p:cNvPr id="870" name="직사각형 13"/>
          <p:cNvGrpSpPr/>
          <p:nvPr/>
        </p:nvGrpSpPr>
        <p:grpSpPr>
          <a:xfrm>
            <a:off x="5049520" y="2142242"/>
            <a:ext cx="1295677" cy="1387608"/>
            <a:chOff x="0" y="-1"/>
            <a:chExt cx="1295675" cy="1387607"/>
          </a:xfrm>
        </p:grpSpPr>
        <p:sp>
          <p:nvSpPr>
            <p:cNvPr id="868" name="Rectangle"/>
            <p:cNvSpPr/>
            <p:nvPr/>
          </p:nvSpPr>
          <p:spPr>
            <a:xfrm>
              <a:off x="0" y="-1"/>
              <a:ext cx="1295675" cy="1387607"/>
            </a:xfrm>
            <a:prstGeom prst="rect">
              <a:avLst/>
            </a:prstGeom>
            <a:solidFill>
              <a:srgbClr val="F0F0F0"/>
            </a:solidFill>
            <a:ln w="6350" cap="flat">
              <a:solidFill>
                <a:srgbClr val="EAEAE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30000"/>
                </a:lnSpc>
                <a:defRPr sz="1400" b="1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869" name="키워드"/>
            <p:cNvSpPr txBox="1"/>
            <p:nvPr/>
          </p:nvSpPr>
          <p:spPr>
            <a:xfrm>
              <a:off x="48895" y="540672"/>
              <a:ext cx="1197886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130000"/>
                </a:lnSpc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873" name="그룹 37"/>
          <p:cNvGrpSpPr/>
          <p:nvPr/>
        </p:nvGrpSpPr>
        <p:grpSpPr>
          <a:xfrm>
            <a:off x="4555651" y="2715433"/>
            <a:ext cx="270315" cy="268187"/>
            <a:chOff x="0" y="0"/>
            <a:chExt cx="270313" cy="268186"/>
          </a:xfrm>
        </p:grpSpPr>
        <p:sp>
          <p:nvSpPr>
            <p:cNvPr id="871" name="Oval 48"/>
            <p:cNvSpPr/>
            <p:nvPr/>
          </p:nvSpPr>
          <p:spPr>
            <a:xfrm rot="16200000">
              <a:off x="1064" y="-1065"/>
              <a:ext cx="268187" cy="270315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872" name="Freeform 49"/>
            <p:cNvSpPr/>
            <p:nvPr/>
          </p:nvSpPr>
          <p:spPr>
            <a:xfrm rot="16200000">
              <a:off x="53160" y="84790"/>
              <a:ext cx="173534" cy="98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2175" y="19161"/>
                  </a:lnTo>
                  <a:lnTo>
                    <a:pt x="21600" y="2439"/>
                  </a:lnTo>
                  <a:lnTo>
                    <a:pt x="20225" y="0"/>
                  </a:lnTo>
                  <a:lnTo>
                    <a:pt x="10800" y="17071"/>
                  </a:lnTo>
                  <a:lnTo>
                    <a:pt x="1375" y="0"/>
                  </a:lnTo>
                  <a:lnTo>
                    <a:pt x="0" y="2439"/>
                  </a:lnTo>
                  <a:lnTo>
                    <a:pt x="9622" y="19161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</p:grpSp>
      <p:grpSp>
        <p:nvGrpSpPr>
          <p:cNvPr id="876" name="Group 57"/>
          <p:cNvGrpSpPr/>
          <p:nvPr/>
        </p:nvGrpSpPr>
        <p:grpSpPr>
          <a:xfrm>
            <a:off x="2774262" y="3425954"/>
            <a:ext cx="226045" cy="226045"/>
            <a:chOff x="0" y="0"/>
            <a:chExt cx="226044" cy="226044"/>
          </a:xfrm>
        </p:grpSpPr>
        <p:sp>
          <p:nvSpPr>
            <p:cNvPr id="874" name="Oval 6"/>
            <p:cNvSpPr/>
            <p:nvPr/>
          </p:nvSpPr>
          <p:spPr>
            <a:xfrm>
              <a:off x="-1" y="-1"/>
              <a:ext cx="226046" cy="226046"/>
            </a:xfrm>
            <a:prstGeom prst="ellipse">
              <a:avLst/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875" name="Freeform 7"/>
            <p:cNvSpPr/>
            <p:nvPr/>
          </p:nvSpPr>
          <p:spPr>
            <a:xfrm>
              <a:off x="51855" y="51855"/>
              <a:ext cx="122330" cy="12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39" y="0"/>
                  </a:moveTo>
                  <a:lnTo>
                    <a:pt x="9626" y="0"/>
                  </a:lnTo>
                  <a:lnTo>
                    <a:pt x="9626" y="9861"/>
                  </a:lnTo>
                  <a:lnTo>
                    <a:pt x="0" y="9861"/>
                  </a:lnTo>
                  <a:lnTo>
                    <a:pt x="0" y="11974"/>
                  </a:lnTo>
                  <a:lnTo>
                    <a:pt x="9626" y="11974"/>
                  </a:lnTo>
                  <a:lnTo>
                    <a:pt x="9626" y="21600"/>
                  </a:lnTo>
                  <a:lnTo>
                    <a:pt x="11739" y="21600"/>
                  </a:lnTo>
                  <a:lnTo>
                    <a:pt x="11739" y="11974"/>
                  </a:lnTo>
                  <a:lnTo>
                    <a:pt x="21600" y="11974"/>
                  </a:lnTo>
                  <a:lnTo>
                    <a:pt x="21600" y="9861"/>
                  </a:lnTo>
                  <a:lnTo>
                    <a:pt x="11739" y="9861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</p:grpSp>
      <p:grpSp>
        <p:nvGrpSpPr>
          <p:cNvPr id="879" name="Group 57"/>
          <p:cNvGrpSpPr/>
          <p:nvPr/>
        </p:nvGrpSpPr>
        <p:grpSpPr>
          <a:xfrm>
            <a:off x="2774262" y="4964462"/>
            <a:ext cx="226045" cy="226045"/>
            <a:chOff x="0" y="0"/>
            <a:chExt cx="226044" cy="226044"/>
          </a:xfrm>
        </p:grpSpPr>
        <p:sp>
          <p:nvSpPr>
            <p:cNvPr id="877" name="Oval 6"/>
            <p:cNvSpPr/>
            <p:nvPr/>
          </p:nvSpPr>
          <p:spPr>
            <a:xfrm>
              <a:off x="-1" y="-1"/>
              <a:ext cx="226046" cy="226046"/>
            </a:xfrm>
            <a:prstGeom prst="ellipse">
              <a:avLst/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878" name="Freeform 7"/>
            <p:cNvSpPr/>
            <p:nvPr/>
          </p:nvSpPr>
          <p:spPr>
            <a:xfrm>
              <a:off x="51853" y="51853"/>
              <a:ext cx="122329" cy="122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39" y="0"/>
                  </a:moveTo>
                  <a:lnTo>
                    <a:pt x="9626" y="0"/>
                  </a:lnTo>
                  <a:lnTo>
                    <a:pt x="9626" y="9861"/>
                  </a:lnTo>
                  <a:lnTo>
                    <a:pt x="0" y="9861"/>
                  </a:lnTo>
                  <a:lnTo>
                    <a:pt x="0" y="11974"/>
                  </a:lnTo>
                  <a:lnTo>
                    <a:pt x="9626" y="11974"/>
                  </a:lnTo>
                  <a:lnTo>
                    <a:pt x="9626" y="21600"/>
                  </a:lnTo>
                  <a:lnTo>
                    <a:pt x="11739" y="21600"/>
                  </a:lnTo>
                  <a:lnTo>
                    <a:pt x="11739" y="11974"/>
                  </a:lnTo>
                  <a:lnTo>
                    <a:pt x="21600" y="11974"/>
                  </a:lnTo>
                  <a:lnTo>
                    <a:pt x="21600" y="9861"/>
                  </a:lnTo>
                  <a:lnTo>
                    <a:pt x="11739" y="9861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  <a:endParaRPr/>
            </a:p>
          </p:txBody>
        </p:sp>
      </p:grpSp>
      <p:grpSp>
        <p:nvGrpSpPr>
          <p:cNvPr id="882" name="직사각형 23"/>
          <p:cNvGrpSpPr/>
          <p:nvPr/>
        </p:nvGrpSpPr>
        <p:grpSpPr>
          <a:xfrm>
            <a:off x="6421794" y="3614624"/>
            <a:ext cx="4673971" cy="1387608"/>
            <a:chOff x="0" y="-1"/>
            <a:chExt cx="4673969" cy="1387607"/>
          </a:xfrm>
        </p:grpSpPr>
        <p:sp>
          <p:nvSpPr>
            <p:cNvPr id="880" name="Rectangle"/>
            <p:cNvSpPr/>
            <p:nvPr/>
          </p:nvSpPr>
          <p:spPr>
            <a:xfrm>
              <a:off x="0" y="-1"/>
              <a:ext cx="4673969" cy="1387607"/>
            </a:xfrm>
            <a:prstGeom prst="rect">
              <a:avLst/>
            </a:prstGeom>
            <a:solidFill>
              <a:srgbClr val="F0F0F0"/>
            </a:solidFill>
            <a:ln w="6350" cap="flat">
              <a:solidFill>
                <a:srgbClr val="EAEAE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881" name="키워드를 설명하는 내용을 작성해주세요…"/>
            <p:cNvSpPr txBox="1"/>
            <p:nvPr/>
          </p:nvSpPr>
          <p:spPr>
            <a:xfrm>
              <a:off x="48895" y="303817"/>
              <a:ext cx="4576179" cy="7810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</p:txBody>
        </p:sp>
      </p:grpSp>
      <p:grpSp>
        <p:nvGrpSpPr>
          <p:cNvPr id="885" name="직사각형 24"/>
          <p:cNvGrpSpPr/>
          <p:nvPr/>
        </p:nvGrpSpPr>
        <p:grpSpPr>
          <a:xfrm>
            <a:off x="5049520" y="3614624"/>
            <a:ext cx="1295677" cy="1387608"/>
            <a:chOff x="0" y="-1"/>
            <a:chExt cx="1295675" cy="1387607"/>
          </a:xfrm>
        </p:grpSpPr>
        <p:sp>
          <p:nvSpPr>
            <p:cNvPr id="883" name="Rectangle"/>
            <p:cNvSpPr/>
            <p:nvPr/>
          </p:nvSpPr>
          <p:spPr>
            <a:xfrm>
              <a:off x="0" y="-1"/>
              <a:ext cx="1295675" cy="1387607"/>
            </a:xfrm>
            <a:prstGeom prst="rect">
              <a:avLst/>
            </a:prstGeom>
            <a:solidFill>
              <a:srgbClr val="F0F0F0"/>
            </a:solidFill>
            <a:ln w="6350" cap="flat">
              <a:solidFill>
                <a:srgbClr val="EAEAE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30000"/>
                </a:lnSpc>
                <a:defRPr sz="1400" b="1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884" name="키워드"/>
            <p:cNvSpPr txBox="1"/>
            <p:nvPr/>
          </p:nvSpPr>
          <p:spPr>
            <a:xfrm>
              <a:off x="48895" y="540672"/>
              <a:ext cx="1197886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130000"/>
                </a:lnSpc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888" name="직사각형 25"/>
          <p:cNvGrpSpPr/>
          <p:nvPr/>
        </p:nvGrpSpPr>
        <p:grpSpPr>
          <a:xfrm>
            <a:off x="6421794" y="5087007"/>
            <a:ext cx="4673971" cy="1387608"/>
            <a:chOff x="0" y="-1"/>
            <a:chExt cx="4673969" cy="1387607"/>
          </a:xfrm>
        </p:grpSpPr>
        <p:sp>
          <p:nvSpPr>
            <p:cNvPr id="886" name="Rectangle"/>
            <p:cNvSpPr/>
            <p:nvPr/>
          </p:nvSpPr>
          <p:spPr>
            <a:xfrm>
              <a:off x="0" y="-1"/>
              <a:ext cx="4673969" cy="1387607"/>
            </a:xfrm>
            <a:prstGeom prst="rect">
              <a:avLst/>
            </a:prstGeom>
            <a:solidFill>
              <a:srgbClr val="F0F0F0"/>
            </a:solidFill>
            <a:ln w="6350" cap="flat">
              <a:solidFill>
                <a:srgbClr val="EAEAE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887" name="키워드를 설명하는 내용을 작성해주세요…"/>
            <p:cNvSpPr txBox="1"/>
            <p:nvPr/>
          </p:nvSpPr>
          <p:spPr>
            <a:xfrm>
              <a:off x="48895" y="303817"/>
              <a:ext cx="4576179" cy="7810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  <a:p>
              <a:pPr marL="171450" indent="-171450">
                <a:lnSpc>
                  <a:spcPts val="1800"/>
                </a:lnSpc>
                <a:buSzPct val="100000"/>
                <a:buFont typeface="Arial"/>
                <a:buChar char="•"/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키워드를 설명하는 내용을 작성해주세요</a:t>
              </a:r>
            </a:p>
          </p:txBody>
        </p:sp>
      </p:grpSp>
      <p:grpSp>
        <p:nvGrpSpPr>
          <p:cNvPr id="891" name="직사각형 26"/>
          <p:cNvGrpSpPr/>
          <p:nvPr/>
        </p:nvGrpSpPr>
        <p:grpSpPr>
          <a:xfrm>
            <a:off x="5049520" y="5087007"/>
            <a:ext cx="1295677" cy="1387608"/>
            <a:chOff x="0" y="-1"/>
            <a:chExt cx="1295675" cy="1387607"/>
          </a:xfrm>
        </p:grpSpPr>
        <p:sp>
          <p:nvSpPr>
            <p:cNvPr id="889" name="Rectangle"/>
            <p:cNvSpPr/>
            <p:nvPr/>
          </p:nvSpPr>
          <p:spPr>
            <a:xfrm>
              <a:off x="0" y="-1"/>
              <a:ext cx="1295675" cy="1387607"/>
            </a:xfrm>
            <a:prstGeom prst="rect">
              <a:avLst/>
            </a:prstGeom>
            <a:solidFill>
              <a:srgbClr val="F0F0F0"/>
            </a:solidFill>
            <a:ln w="6350" cap="flat">
              <a:solidFill>
                <a:srgbClr val="EAEAE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30000"/>
                </a:lnSpc>
                <a:defRPr sz="1400" b="1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890" name="키워드"/>
            <p:cNvSpPr txBox="1"/>
            <p:nvPr/>
          </p:nvSpPr>
          <p:spPr>
            <a:xfrm>
              <a:off x="48895" y="540672"/>
              <a:ext cx="1197886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130000"/>
                </a:lnSpc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894" name="그룹 39"/>
          <p:cNvGrpSpPr/>
          <p:nvPr/>
        </p:nvGrpSpPr>
        <p:grpSpPr>
          <a:xfrm>
            <a:off x="4555652" y="5646717"/>
            <a:ext cx="270315" cy="268187"/>
            <a:chOff x="0" y="0"/>
            <a:chExt cx="270313" cy="268186"/>
          </a:xfrm>
        </p:grpSpPr>
        <p:sp>
          <p:nvSpPr>
            <p:cNvPr id="892" name="Oval 48"/>
            <p:cNvSpPr/>
            <p:nvPr/>
          </p:nvSpPr>
          <p:spPr>
            <a:xfrm rot="16200000">
              <a:off x="1064" y="-1065"/>
              <a:ext cx="268187" cy="270315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893" name="Freeform 49"/>
            <p:cNvSpPr/>
            <p:nvPr/>
          </p:nvSpPr>
          <p:spPr>
            <a:xfrm rot="16200000">
              <a:off x="53160" y="84790"/>
              <a:ext cx="173534" cy="98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2175" y="19161"/>
                  </a:lnTo>
                  <a:lnTo>
                    <a:pt x="21600" y="2439"/>
                  </a:lnTo>
                  <a:lnTo>
                    <a:pt x="20225" y="0"/>
                  </a:lnTo>
                  <a:lnTo>
                    <a:pt x="10800" y="17071"/>
                  </a:lnTo>
                  <a:lnTo>
                    <a:pt x="1375" y="0"/>
                  </a:lnTo>
                  <a:lnTo>
                    <a:pt x="0" y="2439"/>
                  </a:lnTo>
                  <a:lnTo>
                    <a:pt x="9622" y="19161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</p:grpSp>
      <p:grpSp>
        <p:nvGrpSpPr>
          <p:cNvPr id="897" name="그룹 38"/>
          <p:cNvGrpSpPr/>
          <p:nvPr/>
        </p:nvGrpSpPr>
        <p:grpSpPr>
          <a:xfrm>
            <a:off x="4555653" y="4194654"/>
            <a:ext cx="270315" cy="268187"/>
            <a:chOff x="0" y="0"/>
            <a:chExt cx="270313" cy="268186"/>
          </a:xfrm>
        </p:grpSpPr>
        <p:sp>
          <p:nvSpPr>
            <p:cNvPr id="895" name="Oval 48"/>
            <p:cNvSpPr/>
            <p:nvPr/>
          </p:nvSpPr>
          <p:spPr>
            <a:xfrm rot="16200000">
              <a:off x="1064" y="-1065"/>
              <a:ext cx="268187" cy="270315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896" name="Freeform 49"/>
            <p:cNvSpPr/>
            <p:nvPr/>
          </p:nvSpPr>
          <p:spPr>
            <a:xfrm rot="16200000">
              <a:off x="53160" y="84790"/>
              <a:ext cx="173534" cy="98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2175" y="19161"/>
                  </a:lnTo>
                  <a:lnTo>
                    <a:pt x="21600" y="2439"/>
                  </a:lnTo>
                  <a:lnTo>
                    <a:pt x="20225" y="0"/>
                  </a:lnTo>
                  <a:lnTo>
                    <a:pt x="10800" y="17071"/>
                  </a:lnTo>
                  <a:lnTo>
                    <a:pt x="1375" y="0"/>
                  </a:lnTo>
                  <a:lnTo>
                    <a:pt x="0" y="2439"/>
                  </a:lnTo>
                  <a:lnTo>
                    <a:pt x="9622" y="19161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</p:grpSp>
      <p:sp>
        <p:nvSpPr>
          <p:cNvPr id="898" name="TextBox 33"/>
          <p:cNvSpPr txBox="1"/>
          <p:nvPr/>
        </p:nvSpPr>
        <p:spPr>
          <a:xfrm>
            <a:off x="1963165" y="2633697"/>
            <a:ext cx="1848237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30000"/>
              </a:lnSpc>
              <a:defRPr b="1">
                <a:solidFill>
                  <a:srgbClr val="126BF6"/>
                </a:solidFill>
              </a:defRPr>
            </a:pPr>
            <a:r>
              <a:t>01 컨셉 키워드</a:t>
            </a:r>
          </a:p>
        </p:txBody>
      </p:sp>
      <p:sp>
        <p:nvSpPr>
          <p:cNvPr id="899" name="TextBox 34"/>
          <p:cNvSpPr txBox="1"/>
          <p:nvPr/>
        </p:nvSpPr>
        <p:spPr>
          <a:xfrm>
            <a:off x="1963165" y="4116154"/>
            <a:ext cx="1848237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30000"/>
              </a:lnSpc>
              <a:defRPr b="1">
                <a:solidFill>
                  <a:srgbClr val="126BF6"/>
                </a:solidFill>
              </a:defRPr>
            </a:pPr>
            <a:r>
              <a:t>02 컨셉 키워드</a:t>
            </a:r>
          </a:p>
        </p:txBody>
      </p:sp>
      <p:sp>
        <p:nvSpPr>
          <p:cNvPr id="900" name="TextBox 35"/>
          <p:cNvSpPr txBox="1"/>
          <p:nvPr/>
        </p:nvSpPr>
        <p:spPr>
          <a:xfrm>
            <a:off x="1963165" y="5564971"/>
            <a:ext cx="1848237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30000"/>
              </a:lnSpc>
              <a:defRPr b="1">
                <a:solidFill>
                  <a:srgbClr val="126BF6"/>
                </a:solidFill>
              </a:defRPr>
            </a:pPr>
            <a:r>
              <a:t>03 컨셉 키워드</a:t>
            </a:r>
          </a:p>
        </p:txBody>
      </p:sp>
      <p:pic>
        <p:nvPicPr>
          <p:cNvPr id="901" name="그림 14" descr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902" name="TextBox 2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905" name="그림 3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90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904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그림 40" descr="그림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28240"/>
            <a:ext cx="6099298" cy="5729760"/>
          </a:xfrm>
          <a:prstGeom prst="rect">
            <a:avLst/>
          </a:prstGeom>
          <a:ln w="12700">
            <a:miter lim="400000"/>
          </a:ln>
        </p:spPr>
      </p:pic>
      <p:sp>
        <p:nvSpPr>
          <p:cNvPr id="908" name="자유형: 도형 7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9" name="TextBox 24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910" name="직사각형 26"/>
          <p:cNvSpPr/>
          <p:nvPr/>
        </p:nvSpPr>
        <p:spPr>
          <a:xfrm>
            <a:off x="6096000" y="1128238"/>
            <a:ext cx="6096000" cy="5729762"/>
          </a:xfrm>
          <a:prstGeom prst="rect">
            <a:avLst/>
          </a:prstGeom>
          <a:solidFill>
            <a:srgbClr val="F2F2F2">
              <a:alpha val="58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11" name="직사각형 27"/>
          <p:cNvSpPr/>
          <p:nvPr/>
        </p:nvSpPr>
        <p:spPr>
          <a:xfrm>
            <a:off x="7223759" y="1656689"/>
            <a:ext cx="3954750" cy="13876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912" name="TextBox 28"/>
          <p:cNvSpPr txBox="1"/>
          <p:nvPr/>
        </p:nvSpPr>
        <p:spPr>
          <a:xfrm>
            <a:off x="7913747" y="1933355"/>
            <a:ext cx="205508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grpSp>
        <p:nvGrpSpPr>
          <p:cNvPr id="915" name="타원 29"/>
          <p:cNvGrpSpPr/>
          <p:nvPr/>
        </p:nvGrpSpPr>
        <p:grpSpPr>
          <a:xfrm>
            <a:off x="7560426" y="1924687"/>
            <a:ext cx="306204" cy="332741"/>
            <a:chOff x="0" y="0"/>
            <a:chExt cx="306202" cy="332740"/>
          </a:xfrm>
        </p:grpSpPr>
        <p:sp>
          <p:nvSpPr>
            <p:cNvPr id="913" name="Oval"/>
            <p:cNvSpPr/>
            <p:nvPr/>
          </p:nvSpPr>
          <p:spPr>
            <a:xfrm>
              <a:off x="0" y="17522"/>
              <a:ext cx="306202" cy="29769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14" name="1"/>
            <p:cNvSpPr txBox="1"/>
            <p:nvPr/>
          </p:nvSpPr>
          <p:spPr>
            <a:xfrm>
              <a:off x="90561" y="0"/>
              <a:ext cx="125078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916" name="직사각형 30"/>
          <p:cNvSpPr/>
          <p:nvPr/>
        </p:nvSpPr>
        <p:spPr>
          <a:xfrm>
            <a:off x="7223759" y="1648124"/>
            <a:ext cx="3954750" cy="86789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917" name="TextBox 31"/>
          <p:cNvSpPr txBox="1"/>
          <p:nvPr/>
        </p:nvSpPr>
        <p:spPr>
          <a:xfrm>
            <a:off x="7922159" y="2225407"/>
            <a:ext cx="28494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918" name="직사각형 32"/>
          <p:cNvSpPr/>
          <p:nvPr/>
        </p:nvSpPr>
        <p:spPr>
          <a:xfrm>
            <a:off x="7223759" y="3300147"/>
            <a:ext cx="3954750" cy="13876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919" name="TextBox 33"/>
          <p:cNvSpPr txBox="1"/>
          <p:nvPr/>
        </p:nvSpPr>
        <p:spPr>
          <a:xfrm>
            <a:off x="7913747" y="3576811"/>
            <a:ext cx="205508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/>
            </a:lvl1pPr>
          </a:lstStyle>
          <a:p>
            <a:r>
              <a:t>키워드 입력</a:t>
            </a:r>
          </a:p>
        </p:txBody>
      </p:sp>
      <p:grpSp>
        <p:nvGrpSpPr>
          <p:cNvPr id="922" name="타원 34"/>
          <p:cNvGrpSpPr/>
          <p:nvPr/>
        </p:nvGrpSpPr>
        <p:grpSpPr>
          <a:xfrm>
            <a:off x="7560426" y="3568144"/>
            <a:ext cx="306204" cy="332741"/>
            <a:chOff x="0" y="0"/>
            <a:chExt cx="306202" cy="332740"/>
          </a:xfrm>
        </p:grpSpPr>
        <p:sp>
          <p:nvSpPr>
            <p:cNvPr id="920" name="Oval"/>
            <p:cNvSpPr/>
            <p:nvPr/>
          </p:nvSpPr>
          <p:spPr>
            <a:xfrm>
              <a:off x="0" y="17522"/>
              <a:ext cx="306202" cy="297697"/>
            </a:xfrm>
            <a:prstGeom prst="ellipse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21" name="2"/>
            <p:cNvSpPr txBox="1"/>
            <p:nvPr/>
          </p:nvSpPr>
          <p:spPr>
            <a:xfrm>
              <a:off x="90561" y="0"/>
              <a:ext cx="125078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923" name="TextBox 35"/>
          <p:cNvSpPr txBox="1"/>
          <p:nvPr/>
        </p:nvSpPr>
        <p:spPr>
          <a:xfrm>
            <a:off x="7922159" y="3868865"/>
            <a:ext cx="28494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924" name="직사각형 36"/>
          <p:cNvSpPr/>
          <p:nvPr/>
        </p:nvSpPr>
        <p:spPr>
          <a:xfrm>
            <a:off x="7223759" y="4993052"/>
            <a:ext cx="3954750" cy="138760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925" name="TextBox 37"/>
          <p:cNvSpPr txBox="1"/>
          <p:nvPr/>
        </p:nvSpPr>
        <p:spPr>
          <a:xfrm>
            <a:off x="7913747" y="5269717"/>
            <a:ext cx="205508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/>
            </a:lvl1pPr>
          </a:lstStyle>
          <a:p>
            <a:r>
              <a:t>키워드 입력</a:t>
            </a:r>
          </a:p>
        </p:txBody>
      </p:sp>
      <p:grpSp>
        <p:nvGrpSpPr>
          <p:cNvPr id="928" name="타원 38"/>
          <p:cNvGrpSpPr/>
          <p:nvPr/>
        </p:nvGrpSpPr>
        <p:grpSpPr>
          <a:xfrm>
            <a:off x="7560426" y="5261050"/>
            <a:ext cx="306204" cy="332741"/>
            <a:chOff x="0" y="0"/>
            <a:chExt cx="306202" cy="332740"/>
          </a:xfrm>
        </p:grpSpPr>
        <p:sp>
          <p:nvSpPr>
            <p:cNvPr id="926" name="Oval"/>
            <p:cNvSpPr/>
            <p:nvPr/>
          </p:nvSpPr>
          <p:spPr>
            <a:xfrm>
              <a:off x="0" y="17522"/>
              <a:ext cx="306202" cy="297697"/>
            </a:xfrm>
            <a:prstGeom prst="ellipse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27" name="3"/>
            <p:cNvSpPr txBox="1"/>
            <p:nvPr/>
          </p:nvSpPr>
          <p:spPr>
            <a:xfrm>
              <a:off x="90561" y="0"/>
              <a:ext cx="125078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929" name="TextBox 39"/>
          <p:cNvSpPr txBox="1"/>
          <p:nvPr/>
        </p:nvSpPr>
        <p:spPr>
          <a:xfrm>
            <a:off x="7922159" y="5561770"/>
            <a:ext cx="28494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930" name="TextBox 41"/>
          <p:cNvSpPr txBox="1"/>
          <p:nvPr/>
        </p:nvSpPr>
        <p:spPr>
          <a:xfrm>
            <a:off x="977597" y="1555868"/>
            <a:ext cx="3908720" cy="883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sp>
        <p:nvSpPr>
          <p:cNvPr id="931" name="직선 연결선 42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2" name="TextBox 43"/>
          <p:cNvSpPr txBox="1"/>
          <p:nvPr/>
        </p:nvSpPr>
        <p:spPr>
          <a:xfrm>
            <a:off x="963649" y="3210535"/>
            <a:ext cx="4257118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2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상세하게 작성해주세요</a:t>
            </a:r>
          </a:p>
          <a:p>
            <a:pPr>
              <a:lnSpc>
                <a:spcPts val="22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내용과 어울리는 이미지를 찾아서 우측 이미지에 넣은 후 간략하게 포인트 내용만 정리하면 보기 좋게 </a:t>
            </a:r>
          </a:p>
          <a:p>
            <a:pPr>
              <a:lnSpc>
                <a:spcPts val="22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정리될 수 있습니다 </a:t>
            </a:r>
          </a:p>
        </p:txBody>
      </p:sp>
      <p:pic>
        <p:nvPicPr>
          <p:cNvPr id="933" name="그림 2" descr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934" name="TextBox 3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937" name="그림 4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93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936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4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94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94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3" name="타원 9"/>
          <p:cNvSpPr/>
          <p:nvPr/>
        </p:nvSpPr>
        <p:spPr>
          <a:xfrm>
            <a:off x="5019669" y="2137069"/>
            <a:ext cx="3599950" cy="359995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44" name="타원 10"/>
          <p:cNvSpPr/>
          <p:nvPr/>
        </p:nvSpPr>
        <p:spPr>
          <a:xfrm>
            <a:off x="7787255" y="1519183"/>
            <a:ext cx="1693763" cy="1693764"/>
          </a:xfrm>
          <a:prstGeom prst="ellipse">
            <a:avLst/>
          </a:prstGeom>
          <a:solidFill>
            <a:srgbClr val="F6F7FA"/>
          </a:solidFill>
          <a:ln w="12700">
            <a:solidFill>
              <a:srgbClr val="F2F2F2"/>
            </a:solidFill>
            <a:miter/>
          </a:ln>
          <a:effectLst>
            <a:outerShdw blurRad="50800" dist="38100" dir="2700000" rotWithShape="0">
              <a:schemeClr val="accent3">
                <a:alpha val="12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45" name="TextBox 11"/>
          <p:cNvSpPr txBox="1"/>
          <p:nvPr/>
        </p:nvSpPr>
        <p:spPr>
          <a:xfrm>
            <a:off x="7952934" y="2237427"/>
            <a:ext cx="1362406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키워드 입력</a:t>
            </a:r>
          </a:p>
        </p:txBody>
      </p:sp>
      <p:sp>
        <p:nvSpPr>
          <p:cNvPr id="946" name="Freeform: Shape 243"/>
          <p:cNvSpPr/>
          <p:nvPr/>
        </p:nvSpPr>
        <p:spPr>
          <a:xfrm>
            <a:off x="8466095" y="1878030"/>
            <a:ext cx="337496" cy="26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536" y="1955"/>
                </a:moveTo>
                <a:lnTo>
                  <a:pt x="1536" y="14584"/>
                </a:lnTo>
                <a:lnTo>
                  <a:pt x="6363" y="8442"/>
                </a:lnTo>
                <a:lnTo>
                  <a:pt x="6941" y="7706"/>
                </a:lnTo>
                <a:lnTo>
                  <a:pt x="7519" y="8442"/>
                </a:lnTo>
                <a:lnTo>
                  <a:pt x="11948" y="14078"/>
                </a:lnTo>
                <a:lnTo>
                  <a:pt x="14840" y="10397"/>
                </a:lnTo>
                <a:lnTo>
                  <a:pt x="15418" y="9661"/>
                </a:lnTo>
                <a:lnTo>
                  <a:pt x="15997" y="10397"/>
                </a:lnTo>
                <a:lnTo>
                  <a:pt x="20046" y="15550"/>
                </a:lnTo>
                <a:lnTo>
                  <a:pt x="20046" y="1932"/>
                </a:lnTo>
                <a:lnTo>
                  <a:pt x="1536" y="1932"/>
                </a:lnTo>
                <a:close/>
                <a:moveTo>
                  <a:pt x="6941" y="10535"/>
                </a:moveTo>
                <a:lnTo>
                  <a:pt x="1536" y="17413"/>
                </a:lnTo>
                <a:lnTo>
                  <a:pt x="1536" y="19622"/>
                </a:lnTo>
                <a:lnTo>
                  <a:pt x="14008" y="19622"/>
                </a:lnTo>
                <a:lnTo>
                  <a:pt x="6941" y="10535"/>
                </a:lnTo>
                <a:close/>
                <a:moveTo>
                  <a:pt x="15418" y="12514"/>
                </a:moveTo>
                <a:lnTo>
                  <a:pt x="13014" y="15527"/>
                </a:lnTo>
                <a:lnTo>
                  <a:pt x="16195" y="19645"/>
                </a:lnTo>
                <a:lnTo>
                  <a:pt x="20046" y="19645"/>
                </a:lnTo>
                <a:lnTo>
                  <a:pt x="20046" y="18426"/>
                </a:lnTo>
                <a:lnTo>
                  <a:pt x="15418" y="12514"/>
                </a:lnTo>
                <a:close/>
                <a:moveTo>
                  <a:pt x="15888" y="4509"/>
                </a:moveTo>
                <a:cubicBezTo>
                  <a:pt x="16195" y="4118"/>
                  <a:pt x="16557" y="3934"/>
                  <a:pt x="16973" y="3934"/>
                </a:cubicBezTo>
                <a:cubicBezTo>
                  <a:pt x="17388" y="3934"/>
                  <a:pt x="17750" y="4118"/>
                  <a:pt x="18057" y="4509"/>
                </a:cubicBezTo>
                <a:cubicBezTo>
                  <a:pt x="18364" y="4900"/>
                  <a:pt x="18509" y="5360"/>
                  <a:pt x="18509" y="5889"/>
                </a:cubicBezTo>
                <a:cubicBezTo>
                  <a:pt x="18509" y="6418"/>
                  <a:pt x="18364" y="6878"/>
                  <a:pt x="18057" y="7269"/>
                </a:cubicBezTo>
                <a:cubicBezTo>
                  <a:pt x="17750" y="7660"/>
                  <a:pt x="17388" y="7844"/>
                  <a:pt x="16973" y="7844"/>
                </a:cubicBezTo>
                <a:cubicBezTo>
                  <a:pt x="16557" y="7844"/>
                  <a:pt x="16195" y="7660"/>
                  <a:pt x="15888" y="7269"/>
                </a:cubicBezTo>
                <a:cubicBezTo>
                  <a:pt x="15581" y="6878"/>
                  <a:pt x="15436" y="6418"/>
                  <a:pt x="15436" y="5889"/>
                </a:cubicBezTo>
                <a:cubicBezTo>
                  <a:pt x="15418" y="5337"/>
                  <a:pt x="15581" y="4877"/>
                  <a:pt x="15888" y="4509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47" name="TextBox 13"/>
          <p:cNvSpPr txBox="1"/>
          <p:nvPr/>
        </p:nvSpPr>
        <p:spPr>
          <a:xfrm>
            <a:off x="7832975" y="2500847"/>
            <a:ext cx="1602322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간략한 설명내용 추가</a:t>
            </a:r>
          </a:p>
        </p:txBody>
      </p:sp>
      <p:sp>
        <p:nvSpPr>
          <p:cNvPr id="948" name="타원 14"/>
          <p:cNvSpPr/>
          <p:nvPr/>
        </p:nvSpPr>
        <p:spPr>
          <a:xfrm>
            <a:off x="7787255" y="4548442"/>
            <a:ext cx="1693763" cy="1693763"/>
          </a:xfrm>
          <a:prstGeom prst="ellipse">
            <a:avLst/>
          </a:prstGeom>
          <a:solidFill>
            <a:srgbClr val="F6F7FA"/>
          </a:solidFill>
          <a:ln w="12700">
            <a:solidFill>
              <a:srgbClr val="F2F2F2"/>
            </a:solidFill>
            <a:miter/>
          </a:ln>
          <a:effectLst>
            <a:outerShdw blurRad="50800" dist="38100" dir="2700000" rotWithShape="0">
              <a:schemeClr val="accent3">
                <a:alpha val="12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49" name="TextBox 15"/>
          <p:cNvSpPr txBox="1"/>
          <p:nvPr/>
        </p:nvSpPr>
        <p:spPr>
          <a:xfrm>
            <a:off x="7952934" y="5266685"/>
            <a:ext cx="136240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키워드 입력</a:t>
            </a:r>
          </a:p>
        </p:txBody>
      </p:sp>
      <p:sp>
        <p:nvSpPr>
          <p:cNvPr id="950" name="TextBox 16"/>
          <p:cNvSpPr txBox="1"/>
          <p:nvPr/>
        </p:nvSpPr>
        <p:spPr>
          <a:xfrm>
            <a:off x="7832975" y="5530105"/>
            <a:ext cx="1602322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간략한 설명내용 추가</a:t>
            </a:r>
          </a:p>
        </p:txBody>
      </p:sp>
      <p:sp>
        <p:nvSpPr>
          <p:cNvPr id="951" name="타원 17"/>
          <p:cNvSpPr/>
          <p:nvPr/>
        </p:nvSpPr>
        <p:spPr>
          <a:xfrm>
            <a:off x="9580309" y="3083481"/>
            <a:ext cx="1693763" cy="1693764"/>
          </a:xfrm>
          <a:prstGeom prst="ellipse">
            <a:avLst/>
          </a:prstGeom>
          <a:solidFill>
            <a:srgbClr val="F6F7FA"/>
          </a:solidFill>
          <a:ln w="12700">
            <a:solidFill>
              <a:srgbClr val="F2F2F2"/>
            </a:solidFill>
            <a:miter/>
          </a:ln>
          <a:effectLst>
            <a:outerShdw blurRad="50800" dist="38100" dir="2700000" rotWithShape="0">
              <a:schemeClr val="accent3">
                <a:alpha val="12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52" name="TextBox 18"/>
          <p:cNvSpPr txBox="1"/>
          <p:nvPr/>
        </p:nvSpPr>
        <p:spPr>
          <a:xfrm>
            <a:off x="9745988" y="3801726"/>
            <a:ext cx="136240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키워드 입력</a:t>
            </a:r>
          </a:p>
        </p:txBody>
      </p:sp>
      <p:sp>
        <p:nvSpPr>
          <p:cNvPr id="953" name="TextBox 19"/>
          <p:cNvSpPr txBox="1"/>
          <p:nvPr/>
        </p:nvSpPr>
        <p:spPr>
          <a:xfrm>
            <a:off x="9626028" y="4065146"/>
            <a:ext cx="1602322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간략한 설명내용 추가</a:t>
            </a:r>
          </a:p>
        </p:txBody>
      </p:sp>
      <p:sp>
        <p:nvSpPr>
          <p:cNvPr id="954" name="타원 20"/>
          <p:cNvSpPr/>
          <p:nvPr/>
        </p:nvSpPr>
        <p:spPr>
          <a:xfrm>
            <a:off x="5972762" y="3083481"/>
            <a:ext cx="1693763" cy="1693764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  <a:effectLst>
            <a:outerShdw blurRad="50800" dist="38100" dir="2700000" rotWithShape="0">
              <a:schemeClr val="accent3">
                <a:alpha val="12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55" name="TextBox 21"/>
          <p:cNvSpPr txBox="1"/>
          <p:nvPr/>
        </p:nvSpPr>
        <p:spPr>
          <a:xfrm>
            <a:off x="6138441" y="3801726"/>
            <a:ext cx="136240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956" name="TextBox 22"/>
          <p:cNvSpPr txBox="1"/>
          <p:nvPr/>
        </p:nvSpPr>
        <p:spPr>
          <a:xfrm>
            <a:off x="6018482" y="4065146"/>
            <a:ext cx="1602322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간략한 설명내용 추가</a:t>
            </a:r>
          </a:p>
        </p:txBody>
      </p:sp>
      <p:grpSp>
        <p:nvGrpSpPr>
          <p:cNvPr id="962" name="Group 191"/>
          <p:cNvGrpSpPr/>
          <p:nvPr/>
        </p:nvGrpSpPr>
        <p:grpSpPr>
          <a:xfrm>
            <a:off x="6613422" y="3381237"/>
            <a:ext cx="348743" cy="318903"/>
            <a:chOff x="0" y="0"/>
            <a:chExt cx="348741" cy="318902"/>
          </a:xfrm>
        </p:grpSpPr>
        <p:sp>
          <p:nvSpPr>
            <p:cNvPr id="957" name="Rectangle 160"/>
            <p:cNvSpPr/>
            <p:nvPr/>
          </p:nvSpPr>
          <p:spPr>
            <a:xfrm>
              <a:off x="22379" y="251765"/>
              <a:ext cx="65274" cy="6713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958" name="Rectangle 161"/>
            <p:cNvSpPr/>
            <p:nvPr/>
          </p:nvSpPr>
          <p:spPr>
            <a:xfrm>
              <a:off x="110030" y="207007"/>
              <a:ext cx="65274" cy="11189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959" name="Rectangle 162"/>
            <p:cNvSpPr/>
            <p:nvPr/>
          </p:nvSpPr>
          <p:spPr>
            <a:xfrm>
              <a:off x="195816" y="164113"/>
              <a:ext cx="67138" cy="15479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960" name="Rectangle 163"/>
            <p:cNvSpPr/>
            <p:nvPr/>
          </p:nvSpPr>
          <p:spPr>
            <a:xfrm>
              <a:off x="283468" y="119355"/>
              <a:ext cx="65274" cy="19954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961" name="Freeform 164"/>
            <p:cNvSpPr/>
            <p:nvPr/>
          </p:nvSpPr>
          <p:spPr>
            <a:xfrm>
              <a:off x="0" y="0"/>
              <a:ext cx="348742" cy="207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12" y="4865"/>
                  </a:moveTo>
                  <a:lnTo>
                    <a:pt x="14554" y="4865"/>
                  </a:lnTo>
                  <a:lnTo>
                    <a:pt x="9356" y="11481"/>
                  </a:lnTo>
                  <a:lnTo>
                    <a:pt x="6815" y="9341"/>
                  </a:lnTo>
                  <a:lnTo>
                    <a:pt x="0" y="18681"/>
                  </a:lnTo>
                  <a:lnTo>
                    <a:pt x="0" y="21600"/>
                  </a:lnTo>
                  <a:lnTo>
                    <a:pt x="6930" y="12065"/>
                  </a:lnTo>
                  <a:lnTo>
                    <a:pt x="9587" y="14400"/>
                  </a:lnTo>
                  <a:lnTo>
                    <a:pt x="15132" y="7200"/>
                  </a:lnTo>
                  <a:lnTo>
                    <a:pt x="19174" y="7200"/>
                  </a:lnTo>
                  <a:lnTo>
                    <a:pt x="21600" y="3114"/>
                  </a:lnTo>
                  <a:lnTo>
                    <a:pt x="21600" y="0"/>
                  </a:lnTo>
                  <a:lnTo>
                    <a:pt x="18712" y="486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grpSp>
        <p:nvGrpSpPr>
          <p:cNvPr id="967" name="Group 176"/>
          <p:cNvGrpSpPr/>
          <p:nvPr/>
        </p:nvGrpSpPr>
        <p:grpSpPr>
          <a:xfrm>
            <a:off x="10252819" y="3442329"/>
            <a:ext cx="348743" cy="262957"/>
            <a:chOff x="0" y="0"/>
            <a:chExt cx="348741" cy="262955"/>
          </a:xfrm>
        </p:grpSpPr>
        <p:sp>
          <p:nvSpPr>
            <p:cNvPr id="963" name="Freeform 148"/>
            <p:cNvSpPr/>
            <p:nvPr/>
          </p:nvSpPr>
          <p:spPr>
            <a:xfrm>
              <a:off x="0" y="-1"/>
              <a:ext cx="348742" cy="262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93" y="0"/>
                  </a:moveTo>
                  <a:cubicBezTo>
                    <a:pt x="2793" y="0"/>
                    <a:pt x="2793" y="0"/>
                    <a:pt x="2793" y="0"/>
                  </a:cubicBezTo>
                  <a:cubicBezTo>
                    <a:pt x="1303" y="0"/>
                    <a:pt x="0" y="1490"/>
                    <a:pt x="0" y="3476"/>
                  </a:cubicBezTo>
                  <a:cubicBezTo>
                    <a:pt x="0" y="17876"/>
                    <a:pt x="0" y="17876"/>
                    <a:pt x="0" y="17876"/>
                  </a:cubicBezTo>
                  <a:cubicBezTo>
                    <a:pt x="0" y="19862"/>
                    <a:pt x="1303" y="21600"/>
                    <a:pt x="2793" y="21600"/>
                  </a:cubicBezTo>
                  <a:cubicBezTo>
                    <a:pt x="18993" y="21600"/>
                    <a:pt x="18993" y="21600"/>
                    <a:pt x="18993" y="21600"/>
                  </a:cubicBezTo>
                  <a:cubicBezTo>
                    <a:pt x="20483" y="21600"/>
                    <a:pt x="21600" y="19862"/>
                    <a:pt x="21600" y="17876"/>
                  </a:cubicBezTo>
                  <a:cubicBezTo>
                    <a:pt x="21600" y="3476"/>
                    <a:pt x="21600" y="3476"/>
                    <a:pt x="21600" y="3476"/>
                  </a:cubicBezTo>
                  <a:cubicBezTo>
                    <a:pt x="21600" y="1490"/>
                    <a:pt x="20483" y="0"/>
                    <a:pt x="18993" y="0"/>
                  </a:cubicBezTo>
                  <a:close/>
                  <a:moveTo>
                    <a:pt x="20297" y="17876"/>
                  </a:moveTo>
                  <a:cubicBezTo>
                    <a:pt x="20297" y="18869"/>
                    <a:pt x="19738" y="19614"/>
                    <a:pt x="18993" y="19614"/>
                  </a:cubicBezTo>
                  <a:cubicBezTo>
                    <a:pt x="2793" y="19614"/>
                    <a:pt x="2793" y="19614"/>
                    <a:pt x="2793" y="19614"/>
                  </a:cubicBezTo>
                  <a:cubicBezTo>
                    <a:pt x="2048" y="19614"/>
                    <a:pt x="1303" y="18869"/>
                    <a:pt x="1303" y="17876"/>
                  </a:cubicBezTo>
                  <a:cubicBezTo>
                    <a:pt x="1303" y="8938"/>
                    <a:pt x="1303" y="8938"/>
                    <a:pt x="1303" y="8938"/>
                  </a:cubicBezTo>
                  <a:cubicBezTo>
                    <a:pt x="20297" y="8938"/>
                    <a:pt x="20297" y="8938"/>
                    <a:pt x="20297" y="8938"/>
                  </a:cubicBezTo>
                  <a:lnTo>
                    <a:pt x="20297" y="17876"/>
                  </a:lnTo>
                  <a:close/>
                  <a:moveTo>
                    <a:pt x="20297" y="5214"/>
                  </a:moveTo>
                  <a:cubicBezTo>
                    <a:pt x="1303" y="5214"/>
                    <a:pt x="1303" y="5214"/>
                    <a:pt x="1303" y="5214"/>
                  </a:cubicBezTo>
                  <a:cubicBezTo>
                    <a:pt x="1303" y="3476"/>
                    <a:pt x="1303" y="3476"/>
                    <a:pt x="1303" y="3476"/>
                  </a:cubicBezTo>
                  <a:cubicBezTo>
                    <a:pt x="1303" y="2483"/>
                    <a:pt x="2048" y="1738"/>
                    <a:pt x="2793" y="1738"/>
                  </a:cubicBezTo>
                  <a:cubicBezTo>
                    <a:pt x="18993" y="1738"/>
                    <a:pt x="18993" y="1738"/>
                    <a:pt x="18993" y="1738"/>
                  </a:cubicBezTo>
                  <a:cubicBezTo>
                    <a:pt x="19738" y="1738"/>
                    <a:pt x="20297" y="2483"/>
                    <a:pt x="20297" y="3476"/>
                  </a:cubicBezTo>
                  <a:lnTo>
                    <a:pt x="20297" y="521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964" name="Rectangle 149"/>
            <p:cNvSpPr/>
            <p:nvPr/>
          </p:nvSpPr>
          <p:spPr>
            <a:xfrm>
              <a:off x="44758" y="130545"/>
              <a:ext cx="130545" cy="2051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965" name="Rectangle 150"/>
            <p:cNvSpPr/>
            <p:nvPr/>
          </p:nvSpPr>
          <p:spPr>
            <a:xfrm>
              <a:off x="44758" y="175303"/>
              <a:ext cx="42894" cy="2051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966" name="Rectangle 151"/>
            <p:cNvSpPr/>
            <p:nvPr/>
          </p:nvSpPr>
          <p:spPr>
            <a:xfrm>
              <a:off x="240576" y="130545"/>
              <a:ext cx="67138" cy="44759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sp>
        <p:nvSpPr>
          <p:cNvPr id="968" name="Freeform 165"/>
          <p:cNvSpPr/>
          <p:nvPr/>
        </p:nvSpPr>
        <p:spPr>
          <a:xfrm>
            <a:off x="8445245" y="4827646"/>
            <a:ext cx="348742" cy="35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58" y="5486"/>
                </a:moveTo>
                <a:lnTo>
                  <a:pt x="10858" y="0"/>
                </a:lnTo>
                <a:lnTo>
                  <a:pt x="1386" y="0"/>
                </a:lnTo>
                <a:lnTo>
                  <a:pt x="1386" y="20114"/>
                </a:lnTo>
                <a:lnTo>
                  <a:pt x="0" y="2011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486"/>
                </a:lnTo>
                <a:lnTo>
                  <a:pt x="10858" y="5486"/>
                </a:lnTo>
                <a:close/>
                <a:moveTo>
                  <a:pt x="8201" y="20114"/>
                </a:moveTo>
                <a:lnTo>
                  <a:pt x="4158" y="20114"/>
                </a:lnTo>
                <a:lnTo>
                  <a:pt x="4158" y="17486"/>
                </a:lnTo>
                <a:lnTo>
                  <a:pt x="8201" y="17486"/>
                </a:lnTo>
                <a:lnTo>
                  <a:pt x="8201" y="20114"/>
                </a:lnTo>
                <a:close/>
                <a:moveTo>
                  <a:pt x="9587" y="14743"/>
                </a:moveTo>
                <a:lnTo>
                  <a:pt x="2888" y="14743"/>
                </a:lnTo>
                <a:lnTo>
                  <a:pt x="2888" y="13486"/>
                </a:lnTo>
                <a:lnTo>
                  <a:pt x="9587" y="13486"/>
                </a:lnTo>
                <a:lnTo>
                  <a:pt x="9587" y="14743"/>
                </a:lnTo>
                <a:close/>
                <a:moveTo>
                  <a:pt x="9587" y="12114"/>
                </a:moveTo>
                <a:lnTo>
                  <a:pt x="2888" y="12114"/>
                </a:lnTo>
                <a:lnTo>
                  <a:pt x="2888" y="10857"/>
                </a:lnTo>
                <a:lnTo>
                  <a:pt x="9587" y="10857"/>
                </a:lnTo>
                <a:lnTo>
                  <a:pt x="9587" y="12114"/>
                </a:lnTo>
                <a:close/>
                <a:moveTo>
                  <a:pt x="9587" y="9371"/>
                </a:moveTo>
                <a:lnTo>
                  <a:pt x="2888" y="9371"/>
                </a:lnTo>
                <a:lnTo>
                  <a:pt x="2888" y="8114"/>
                </a:lnTo>
                <a:lnTo>
                  <a:pt x="9587" y="8114"/>
                </a:lnTo>
                <a:lnTo>
                  <a:pt x="9587" y="9371"/>
                </a:lnTo>
                <a:close/>
                <a:moveTo>
                  <a:pt x="9587" y="6743"/>
                </a:moveTo>
                <a:lnTo>
                  <a:pt x="2888" y="6743"/>
                </a:lnTo>
                <a:lnTo>
                  <a:pt x="2888" y="5486"/>
                </a:lnTo>
                <a:lnTo>
                  <a:pt x="9587" y="5486"/>
                </a:lnTo>
                <a:lnTo>
                  <a:pt x="9587" y="6743"/>
                </a:lnTo>
                <a:close/>
                <a:moveTo>
                  <a:pt x="9587" y="4000"/>
                </a:moveTo>
                <a:lnTo>
                  <a:pt x="2888" y="4000"/>
                </a:lnTo>
                <a:lnTo>
                  <a:pt x="2888" y="2743"/>
                </a:lnTo>
                <a:lnTo>
                  <a:pt x="9587" y="2743"/>
                </a:lnTo>
                <a:lnTo>
                  <a:pt x="9587" y="4000"/>
                </a:lnTo>
                <a:close/>
                <a:moveTo>
                  <a:pt x="16287" y="18743"/>
                </a:moveTo>
                <a:lnTo>
                  <a:pt x="13630" y="18743"/>
                </a:lnTo>
                <a:lnTo>
                  <a:pt x="13630" y="16229"/>
                </a:lnTo>
                <a:lnTo>
                  <a:pt x="16287" y="16229"/>
                </a:lnTo>
                <a:lnTo>
                  <a:pt x="16287" y="18743"/>
                </a:lnTo>
                <a:close/>
                <a:moveTo>
                  <a:pt x="16287" y="14743"/>
                </a:moveTo>
                <a:lnTo>
                  <a:pt x="13630" y="14743"/>
                </a:lnTo>
                <a:lnTo>
                  <a:pt x="13630" y="12114"/>
                </a:lnTo>
                <a:lnTo>
                  <a:pt x="16287" y="12114"/>
                </a:lnTo>
                <a:lnTo>
                  <a:pt x="16287" y="14743"/>
                </a:lnTo>
                <a:close/>
                <a:moveTo>
                  <a:pt x="16287" y="10857"/>
                </a:moveTo>
                <a:lnTo>
                  <a:pt x="13630" y="10857"/>
                </a:lnTo>
                <a:lnTo>
                  <a:pt x="13630" y="8114"/>
                </a:lnTo>
                <a:lnTo>
                  <a:pt x="16287" y="8114"/>
                </a:lnTo>
                <a:lnTo>
                  <a:pt x="16287" y="10857"/>
                </a:lnTo>
                <a:close/>
                <a:moveTo>
                  <a:pt x="20329" y="18743"/>
                </a:moveTo>
                <a:lnTo>
                  <a:pt x="17557" y="18743"/>
                </a:lnTo>
                <a:lnTo>
                  <a:pt x="17557" y="16229"/>
                </a:lnTo>
                <a:lnTo>
                  <a:pt x="20329" y="16229"/>
                </a:lnTo>
                <a:lnTo>
                  <a:pt x="20329" y="18743"/>
                </a:lnTo>
                <a:close/>
                <a:moveTo>
                  <a:pt x="20329" y="14743"/>
                </a:moveTo>
                <a:lnTo>
                  <a:pt x="17557" y="14743"/>
                </a:lnTo>
                <a:lnTo>
                  <a:pt x="17557" y="12114"/>
                </a:lnTo>
                <a:lnTo>
                  <a:pt x="20329" y="12114"/>
                </a:lnTo>
                <a:lnTo>
                  <a:pt x="20329" y="14743"/>
                </a:lnTo>
                <a:close/>
                <a:moveTo>
                  <a:pt x="20329" y="10857"/>
                </a:moveTo>
                <a:lnTo>
                  <a:pt x="17557" y="10857"/>
                </a:lnTo>
                <a:lnTo>
                  <a:pt x="17557" y="8114"/>
                </a:lnTo>
                <a:lnTo>
                  <a:pt x="20329" y="8114"/>
                </a:lnTo>
                <a:lnTo>
                  <a:pt x="20329" y="10857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69" name="TextBox 35"/>
          <p:cNvSpPr txBox="1"/>
          <p:nvPr/>
        </p:nvSpPr>
        <p:spPr>
          <a:xfrm>
            <a:off x="963649" y="3210535"/>
            <a:ext cx="4257118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2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내용과 어울리는 이미지를 찾아서 </a:t>
            </a:r>
          </a:p>
          <a:p>
            <a:pPr>
              <a:lnSpc>
                <a:spcPts val="22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우측 이미지에 넣은 후 간략하게 포인트 내용만 </a:t>
            </a:r>
          </a:p>
          <a:p>
            <a:pPr>
              <a:lnSpc>
                <a:spcPts val="2200"/>
              </a:lnSpc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정리하면 보기 좋게 정리될 수 있습니다 </a:t>
            </a:r>
          </a:p>
        </p:txBody>
      </p:sp>
      <p:sp>
        <p:nvSpPr>
          <p:cNvPr id="970" name="TextBox 36"/>
          <p:cNvSpPr txBox="1"/>
          <p:nvPr/>
        </p:nvSpPr>
        <p:spPr>
          <a:xfrm>
            <a:off x="977597" y="1555868"/>
            <a:ext cx="3908720" cy="883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pic>
        <p:nvPicPr>
          <p:cNvPr id="971" name="그림 4" descr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972" name="TextBox 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975" name="그림 37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97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974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8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979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98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81" name="그림 1" descr="그림 1"/>
          <p:cNvPicPr>
            <a:picLocks noChangeAspect="1"/>
          </p:cNvPicPr>
          <p:nvPr/>
        </p:nvPicPr>
        <p:blipFill>
          <a:blip r:embed="rId2"/>
          <a:srcRect l="28496" r="10587"/>
          <a:stretch>
            <a:fillRect/>
          </a:stretch>
        </p:blipFill>
        <p:spPr>
          <a:xfrm>
            <a:off x="442912" y="1128238"/>
            <a:ext cx="5419409" cy="5732928"/>
          </a:xfrm>
          <a:prstGeom prst="rect">
            <a:avLst/>
          </a:prstGeom>
          <a:ln w="12700">
            <a:miter lim="400000"/>
          </a:ln>
        </p:spPr>
      </p:pic>
      <p:sp>
        <p:nvSpPr>
          <p:cNvPr id="982" name="TextBox 4"/>
          <p:cNvSpPr txBox="1"/>
          <p:nvPr/>
        </p:nvSpPr>
        <p:spPr>
          <a:xfrm>
            <a:off x="6876979" y="1460842"/>
            <a:ext cx="4409837" cy="49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타이틀에 맞는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내용을 설명해주세요</a:t>
            </a:r>
          </a:p>
        </p:txBody>
      </p:sp>
      <p:sp>
        <p:nvSpPr>
          <p:cNvPr id="983" name="타원 9"/>
          <p:cNvSpPr/>
          <p:nvPr/>
        </p:nvSpPr>
        <p:spPr>
          <a:xfrm>
            <a:off x="5027562" y="3116668"/>
            <a:ext cx="1669515" cy="1669515"/>
          </a:xfrm>
          <a:prstGeom prst="ellipse">
            <a:avLst/>
          </a:prstGeom>
          <a:solidFill>
            <a:srgbClr val="FFFFFF">
              <a:alpha val="45882"/>
            </a:srgbClr>
          </a:solidFill>
          <a:ln w="28575">
            <a:solidFill>
              <a:srgbClr val="126BF6"/>
            </a:solidFill>
            <a:miter/>
          </a:ln>
          <a:effectLst>
            <a:outerShdw blurRad="50800" dist="38100" dir="2700000" rotWithShape="0">
              <a:schemeClr val="accent3">
                <a:alpha val="12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84" name="자유형: 도형 10"/>
          <p:cNvSpPr/>
          <p:nvPr/>
        </p:nvSpPr>
        <p:spPr>
          <a:xfrm>
            <a:off x="6451600" y="2550160"/>
            <a:ext cx="1341120" cy="7823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0800" y="0"/>
                </a:lnTo>
                <a:lnTo>
                  <a:pt x="21600" y="0"/>
                </a:lnTo>
              </a:path>
            </a:pathLst>
          </a:custGeom>
          <a:ln w="12700">
            <a:solidFill>
              <a:srgbClr val="126BF6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85" name="직선 연결선 11"/>
          <p:cNvSpPr/>
          <p:nvPr/>
        </p:nvSpPr>
        <p:spPr>
          <a:xfrm flipV="1">
            <a:off x="6697075" y="3942134"/>
            <a:ext cx="1089296" cy="9292"/>
          </a:xfrm>
          <a:prstGeom prst="line">
            <a:avLst/>
          </a:prstGeom>
          <a:ln w="12700">
            <a:solidFill>
              <a:srgbClr val="126BF6"/>
            </a:solidFill>
            <a:miter/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6" name="자유형: 도형 12"/>
          <p:cNvSpPr/>
          <p:nvPr/>
        </p:nvSpPr>
        <p:spPr>
          <a:xfrm flipV="1">
            <a:off x="6451600" y="4561025"/>
            <a:ext cx="1341120" cy="7823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0800" y="0"/>
                </a:lnTo>
                <a:lnTo>
                  <a:pt x="21600" y="0"/>
                </a:lnTo>
              </a:path>
            </a:pathLst>
          </a:custGeom>
          <a:ln w="12700">
            <a:solidFill>
              <a:srgbClr val="126BF6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87" name="타원 13"/>
          <p:cNvSpPr/>
          <p:nvPr/>
        </p:nvSpPr>
        <p:spPr>
          <a:xfrm>
            <a:off x="5213417" y="3302523"/>
            <a:ext cx="1297803" cy="129780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  <a:effectLst>
            <a:outerShdw blurRad="50800" dist="38100" dir="2700000" rotWithShape="0">
              <a:schemeClr val="accent3">
                <a:alpha val="12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988" name="TextBox 14"/>
          <p:cNvSpPr txBox="1"/>
          <p:nvPr/>
        </p:nvSpPr>
        <p:spPr>
          <a:xfrm>
            <a:off x="5413343" y="3667781"/>
            <a:ext cx="925159" cy="653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키워드 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입력</a:t>
            </a:r>
          </a:p>
        </p:txBody>
      </p:sp>
      <p:sp>
        <p:nvSpPr>
          <p:cNvPr id="989" name="TextBox 15"/>
          <p:cNvSpPr txBox="1"/>
          <p:nvPr/>
        </p:nvSpPr>
        <p:spPr>
          <a:xfrm>
            <a:off x="7993873" y="2409931"/>
            <a:ext cx="1995450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990" name="TextBox 16"/>
          <p:cNvSpPr txBox="1"/>
          <p:nvPr/>
        </p:nvSpPr>
        <p:spPr>
          <a:xfrm>
            <a:off x="7993873" y="2701985"/>
            <a:ext cx="3502166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991" name="TextBox 17"/>
          <p:cNvSpPr txBox="1"/>
          <p:nvPr/>
        </p:nvSpPr>
        <p:spPr>
          <a:xfrm>
            <a:off x="7993873" y="3787914"/>
            <a:ext cx="1995450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992" name="TextBox 18"/>
          <p:cNvSpPr txBox="1"/>
          <p:nvPr/>
        </p:nvSpPr>
        <p:spPr>
          <a:xfrm>
            <a:off x="7993873" y="4079968"/>
            <a:ext cx="3502166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993" name="TextBox 19"/>
          <p:cNvSpPr txBox="1"/>
          <p:nvPr/>
        </p:nvSpPr>
        <p:spPr>
          <a:xfrm>
            <a:off x="7993873" y="5174067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994" name="TextBox 20"/>
          <p:cNvSpPr txBox="1"/>
          <p:nvPr/>
        </p:nvSpPr>
        <p:spPr>
          <a:xfrm>
            <a:off x="7993873" y="5466121"/>
            <a:ext cx="3502166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pic>
        <p:nvPicPr>
          <p:cNvPr id="995" name="그림 21" descr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996" name="TextBox 22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999" name="그림 2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997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998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00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004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00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22" name="그룹 1"/>
          <p:cNvGrpSpPr/>
          <p:nvPr/>
        </p:nvGrpSpPr>
        <p:grpSpPr>
          <a:xfrm>
            <a:off x="4099140" y="2163293"/>
            <a:ext cx="4005169" cy="4005169"/>
            <a:chOff x="0" y="0"/>
            <a:chExt cx="4005166" cy="4005166"/>
          </a:xfrm>
        </p:grpSpPr>
        <p:sp>
          <p:nvSpPr>
            <p:cNvPr id="1006" name="타원 4"/>
            <p:cNvSpPr/>
            <p:nvPr/>
          </p:nvSpPr>
          <p:spPr>
            <a:xfrm>
              <a:off x="499727" y="505937"/>
              <a:ext cx="3005715" cy="3005713"/>
            </a:xfrm>
            <a:prstGeom prst="ellipse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007" name="타원 9"/>
            <p:cNvSpPr/>
            <p:nvPr/>
          </p:nvSpPr>
          <p:spPr>
            <a:xfrm>
              <a:off x="1215242" y="1215242"/>
              <a:ext cx="1574681" cy="157468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50800" dist="38100" dir="2700000" rotWithShape="0">
                <a:schemeClr val="accent3">
                  <a:alpha val="12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008" name="TextBox 10"/>
            <p:cNvSpPr txBox="1"/>
            <p:nvPr/>
          </p:nvSpPr>
          <p:spPr>
            <a:xfrm>
              <a:off x="1372488" y="1821640"/>
              <a:ext cx="1260191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SWOT</a:t>
              </a:r>
            </a:p>
          </p:txBody>
        </p:sp>
        <p:sp>
          <p:nvSpPr>
            <p:cNvPr id="1009" name="타원 11"/>
            <p:cNvSpPr/>
            <p:nvPr/>
          </p:nvSpPr>
          <p:spPr>
            <a:xfrm>
              <a:off x="0" y="0"/>
              <a:ext cx="4005166" cy="4005166"/>
            </a:xfrm>
            <a:prstGeom prst="ellipse">
              <a:avLst/>
            </a:prstGeom>
            <a:noFill/>
            <a:ln w="38100" cap="flat">
              <a:solidFill>
                <a:srgbClr val="FFFFFF">
                  <a:alpha val="98000"/>
                </a:srgbClr>
              </a:solidFill>
              <a:prstDash val="solid"/>
              <a:miter lim="800000"/>
            </a:ln>
            <a:effectLst>
              <a:outerShdw blurRad="50800" dist="50800" dir="5400000" rotWithShape="0">
                <a:srgbClr val="D9D9D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1012" name="Oval 2"/>
            <p:cNvGrpSpPr/>
            <p:nvPr/>
          </p:nvGrpSpPr>
          <p:grpSpPr>
            <a:xfrm>
              <a:off x="69327" y="485040"/>
              <a:ext cx="508035" cy="508035"/>
              <a:chOff x="-1" y="-1"/>
              <a:chExt cx="508034" cy="508034"/>
            </a:xfrm>
          </p:grpSpPr>
          <p:sp>
            <p:nvSpPr>
              <p:cNvPr id="1010" name="Circle"/>
              <p:cNvSpPr/>
              <p:nvPr/>
            </p:nvSpPr>
            <p:spPr>
              <a:xfrm>
                <a:off x="-1" y="-1"/>
                <a:ext cx="508034" cy="508034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011" name="S"/>
              <p:cNvSpPr txBox="1"/>
              <p:nvPr/>
            </p:nvSpPr>
            <p:spPr>
              <a:xfrm>
                <a:off x="120118" y="55895"/>
                <a:ext cx="26779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S</a:t>
                </a:r>
              </a:p>
            </p:txBody>
          </p:sp>
        </p:grpSp>
        <p:grpSp>
          <p:nvGrpSpPr>
            <p:cNvPr id="1015" name="Oval 2"/>
            <p:cNvGrpSpPr/>
            <p:nvPr/>
          </p:nvGrpSpPr>
          <p:grpSpPr>
            <a:xfrm>
              <a:off x="3417265" y="485040"/>
              <a:ext cx="508035" cy="508035"/>
              <a:chOff x="-1" y="-1"/>
              <a:chExt cx="508034" cy="508034"/>
            </a:xfrm>
          </p:grpSpPr>
          <p:sp>
            <p:nvSpPr>
              <p:cNvPr id="1013" name="Circle"/>
              <p:cNvSpPr/>
              <p:nvPr/>
            </p:nvSpPr>
            <p:spPr>
              <a:xfrm>
                <a:off x="-1" y="-1"/>
                <a:ext cx="508034" cy="508034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014" name="W"/>
              <p:cNvSpPr txBox="1"/>
              <p:nvPr/>
            </p:nvSpPr>
            <p:spPr>
              <a:xfrm>
                <a:off x="120118" y="55895"/>
                <a:ext cx="26779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W</a:t>
                </a:r>
              </a:p>
            </p:txBody>
          </p:sp>
        </p:grpSp>
        <p:grpSp>
          <p:nvGrpSpPr>
            <p:cNvPr id="1018" name="Oval 2"/>
            <p:cNvGrpSpPr/>
            <p:nvPr/>
          </p:nvGrpSpPr>
          <p:grpSpPr>
            <a:xfrm>
              <a:off x="69327" y="3073665"/>
              <a:ext cx="508035" cy="508035"/>
              <a:chOff x="-1" y="-1"/>
              <a:chExt cx="508034" cy="508034"/>
            </a:xfrm>
          </p:grpSpPr>
          <p:sp>
            <p:nvSpPr>
              <p:cNvPr id="1016" name="Circle"/>
              <p:cNvSpPr/>
              <p:nvPr/>
            </p:nvSpPr>
            <p:spPr>
              <a:xfrm>
                <a:off x="-1" y="-1"/>
                <a:ext cx="508034" cy="508034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1017" name="O"/>
              <p:cNvSpPr txBox="1"/>
              <p:nvPr/>
            </p:nvSpPr>
            <p:spPr>
              <a:xfrm>
                <a:off x="120118" y="55895"/>
                <a:ext cx="26779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O</a:t>
                </a:r>
              </a:p>
            </p:txBody>
          </p:sp>
        </p:grpSp>
        <p:grpSp>
          <p:nvGrpSpPr>
            <p:cNvPr id="1021" name="Oval 2"/>
            <p:cNvGrpSpPr/>
            <p:nvPr/>
          </p:nvGrpSpPr>
          <p:grpSpPr>
            <a:xfrm>
              <a:off x="3417265" y="3073665"/>
              <a:ext cx="508035" cy="508035"/>
              <a:chOff x="-1" y="-1"/>
              <a:chExt cx="508034" cy="508034"/>
            </a:xfrm>
          </p:grpSpPr>
          <p:sp>
            <p:nvSpPr>
              <p:cNvPr id="1019" name="Circle"/>
              <p:cNvSpPr/>
              <p:nvPr/>
            </p:nvSpPr>
            <p:spPr>
              <a:xfrm>
                <a:off x="-1" y="-1"/>
                <a:ext cx="508034" cy="508034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1020" name="T"/>
              <p:cNvSpPr txBox="1"/>
              <p:nvPr/>
            </p:nvSpPr>
            <p:spPr>
              <a:xfrm>
                <a:off x="120118" y="55895"/>
                <a:ext cx="26779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T</a:t>
                </a:r>
              </a:p>
            </p:txBody>
          </p:sp>
        </p:grpSp>
      </p:grpSp>
      <p:grpSp>
        <p:nvGrpSpPr>
          <p:cNvPr id="1025" name="그룹 16"/>
          <p:cNvGrpSpPr/>
          <p:nvPr/>
        </p:nvGrpSpPr>
        <p:grpSpPr>
          <a:xfrm>
            <a:off x="1033979" y="2099610"/>
            <a:ext cx="2878653" cy="1441890"/>
            <a:chOff x="0" y="0"/>
            <a:chExt cx="2878651" cy="1441889"/>
          </a:xfrm>
        </p:grpSpPr>
        <p:sp>
          <p:nvSpPr>
            <p:cNvPr id="1023" name="직사각형 17"/>
            <p:cNvSpPr/>
            <p:nvPr/>
          </p:nvSpPr>
          <p:spPr>
            <a:xfrm>
              <a:off x="-1" y="54283"/>
              <a:ext cx="2878653" cy="1387607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1024" name="직사각형 18"/>
            <p:cNvSpPr/>
            <p:nvPr/>
          </p:nvSpPr>
          <p:spPr>
            <a:xfrm rot="10800000" flipH="1">
              <a:off x="-1" y="0"/>
              <a:ext cx="2878653" cy="45720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</p:grpSp>
      <p:sp>
        <p:nvSpPr>
          <p:cNvPr id="1026" name="Rectangle 57"/>
          <p:cNvSpPr txBox="1"/>
          <p:nvPr/>
        </p:nvSpPr>
        <p:spPr>
          <a:xfrm>
            <a:off x="2247999" y="2310270"/>
            <a:ext cx="149321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STRENGTHS</a:t>
            </a:r>
          </a:p>
        </p:txBody>
      </p:sp>
      <p:sp>
        <p:nvSpPr>
          <p:cNvPr id="1027" name="TextBox 20"/>
          <p:cNvSpPr txBox="1"/>
          <p:nvPr/>
        </p:nvSpPr>
        <p:spPr>
          <a:xfrm>
            <a:off x="1204129" y="2697047"/>
            <a:ext cx="2537085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강점에 대해서 핵심만 설명해주세요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grpSp>
        <p:nvGrpSpPr>
          <p:cNvPr id="1030" name="그룹 21"/>
          <p:cNvGrpSpPr/>
          <p:nvPr/>
        </p:nvGrpSpPr>
        <p:grpSpPr>
          <a:xfrm>
            <a:off x="1033979" y="4842810"/>
            <a:ext cx="2878653" cy="1441890"/>
            <a:chOff x="0" y="0"/>
            <a:chExt cx="2878651" cy="1441889"/>
          </a:xfrm>
        </p:grpSpPr>
        <p:sp>
          <p:nvSpPr>
            <p:cNvPr id="1028" name="직사각형 22"/>
            <p:cNvSpPr/>
            <p:nvPr/>
          </p:nvSpPr>
          <p:spPr>
            <a:xfrm>
              <a:off x="-1" y="54283"/>
              <a:ext cx="2878653" cy="1387607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1029" name="직사각형 23"/>
            <p:cNvSpPr/>
            <p:nvPr/>
          </p:nvSpPr>
          <p:spPr>
            <a:xfrm rot="10800000" flipH="1">
              <a:off x="-1" y="0"/>
              <a:ext cx="2878653" cy="45720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</p:grpSp>
      <p:sp>
        <p:nvSpPr>
          <p:cNvPr id="1031" name="Rectangle 57"/>
          <p:cNvSpPr txBox="1"/>
          <p:nvPr/>
        </p:nvSpPr>
        <p:spPr>
          <a:xfrm>
            <a:off x="1737360" y="5063820"/>
            <a:ext cx="200385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OPPORTUNITIES</a:t>
            </a:r>
          </a:p>
        </p:txBody>
      </p:sp>
      <p:sp>
        <p:nvSpPr>
          <p:cNvPr id="1032" name="TextBox 25"/>
          <p:cNvSpPr txBox="1"/>
          <p:nvPr/>
        </p:nvSpPr>
        <p:spPr>
          <a:xfrm>
            <a:off x="1204129" y="5440247"/>
            <a:ext cx="2537085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기회에 대해서 핵심만 설명해주세요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grpSp>
        <p:nvGrpSpPr>
          <p:cNvPr id="1035" name="그룹 26"/>
          <p:cNvGrpSpPr/>
          <p:nvPr/>
        </p:nvGrpSpPr>
        <p:grpSpPr>
          <a:xfrm>
            <a:off x="8319013" y="2099610"/>
            <a:ext cx="2878652" cy="1441890"/>
            <a:chOff x="0" y="0"/>
            <a:chExt cx="2878651" cy="1441889"/>
          </a:xfrm>
        </p:grpSpPr>
        <p:sp>
          <p:nvSpPr>
            <p:cNvPr id="1033" name="직사각형 27"/>
            <p:cNvSpPr/>
            <p:nvPr/>
          </p:nvSpPr>
          <p:spPr>
            <a:xfrm>
              <a:off x="-1" y="54283"/>
              <a:ext cx="2878653" cy="1387607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1034" name="직사각형 28"/>
            <p:cNvSpPr/>
            <p:nvPr/>
          </p:nvSpPr>
          <p:spPr>
            <a:xfrm rot="10800000" flipH="1">
              <a:off x="-1" y="0"/>
              <a:ext cx="2878653" cy="45720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</p:grpSp>
      <p:sp>
        <p:nvSpPr>
          <p:cNvPr id="1036" name="Rectangle 57"/>
          <p:cNvSpPr txBox="1"/>
          <p:nvPr/>
        </p:nvSpPr>
        <p:spPr>
          <a:xfrm>
            <a:off x="8545725" y="2320620"/>
            <a:ext cx="171079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WEAKENESS</a:t>
            </a:r>
          </a:p>
        </p:txBody>
      </p:sp>
      <p:sp>
        <p:nvSpPr>
          <p:cNvPr id="1037" name="TextBox 30"/>
          <p:cNvSpPr txBox="1"/>
          <p:nvPr/>
        </p:nvSpPr>
        <p:spPr>
          <a:xfrm>
            <a:off x="8545725" y="2697047"/>
            <a:ext cx="2537084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약점에 대해서 핵심만 설명해주세요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grpSp>
        <p:nvGrpSpPr>
          <p:cNvPr id="1040" name="그룹 31"/>
          <p:cNvGrpSpPr/>
          <p:nvPr/>
        </p:nvGrpSpPr>
        <p:grpSpPr>
          <a:xfrm>
            <a:off x="8319013" y="4842810"/>
            <a:ext cx="2878652" cy="1441890"/>
            <a:chOff x="0" y="0"/>
            <a:chExt cx="2878651" cy="1441889"/>
          </a:xfrm>
        </p:grpSpPr>
        <p:sp>
          <p:nvSpPr>
            <p:cNvPr id="1038" name="직사각형 32"/>
            <p:cNvSpPr/>
            <p:nvPr/>
          </p:nvSpPr>
          <p:spPr>
            <a:xfrm>
              <a:off x="-1" y="54283"/>
              <a:ext cx="2878653" cy="1387607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1039" name="직사각형 33"/>
            <p:cNvSpPr/>
            <p:nvPr/>
          </p:nvSpPr>
          <p:spPr>
            <a:xfrm rot="10800000" flipH="1">
              <a:off x="-1" y="0"/>
              <a:ext cx="2878653" cy="45720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</p:grpSp>
      <p:sp>
        <p:nvSpPr>
          <p:cNvPr id="1041" name="Rectangle 57"/>
          <p:cNvSpPr txBox="1"/>
          <p:nvPr/>
        </p:nvSpPr>
        <p:spPr>
          <a:xfrm>
            <a:off x="8545725" y="5053470"/>
            <a:ext cx="149321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THREATS</a:t>
            </a:r>
          </a:p>
        </p:txBody>
      </p:sp>
      <p:sp>
        <p:nvSpPr>
          <p:cNvPr id="1042" name="TextBox 35"/>
          <p:cNvSpPr txBox="1"/>
          <p:nvPr/>
        </p:nvSpPr>
        <p:spPr>
          <a:xfrm>
            <a:off x="8545725" y="5440247"/>
            <a:ext cx="2537084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위협에 대해서 핵심만 설명해주세요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pic>
        <p:nvPicPr>
          <p:cNvPr id="1043" name="그림 37" descr="그림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044" name="TextBox 38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047" name="그림 3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04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046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05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052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05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4" name="Oval 22"/>
          <p:cNvSpPr/>
          <p:nvPr/>
        </p:nvSpPr>
        <p:spPr>
          <a:xfrm>
            <a:off x="1342489" y="2586751"/>
            <a:ext cx="678795" cy="678793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55" name="Oval 23"/>
          <p:cNvSpPr/>
          <p:nvPr/>
        </p:nvSpPr>
        <p:spPr>
          <a:xfrm>
            <a:off x="1342489" y="3900258"/>
            <a:ext cx="678795" cy="678793"/>
          </a:xfrm>
          <a:prstGeom prst="ellipse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56" name="Oval 24"/>
          <p:cNvSpPr/>
          <p:nvPr/>
        </p:nvSpPr>
        <p:spPr>
          <a:xfrm>
            <a:off x="1342489" y="5213765"/>
            <a:ext cx="678795" cy="67879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57" name="Freeform: Shape 26"/>
          <p:cNvSpPr/>
          <p:nvPr/>
        </p:nvSpPr>
        <p:spPr>
          <a:xfrm>
            <a:off x="1521682" y="4079226"/>
            <a:ext cx="340120" cy="340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58" name="Freeform: Shape 27"/>
          <p:cNvSpPr/>
          <p:nvPr/>
        </p:nvSpPr>
        <p:spPr>
          <a:xfrm>
            <a:off x="1547893" y="5389231"/>
            <a:ext cx="267990" cy="3284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59" name="TextBox 12"/>
          <p:cNvSpPr txBox="1"/>
          <p:nvPr/>
        </p:nvSpPr>
        <p:spPr>
          <a:xfrm>
            <a:off x="2149720" y="2495406"/>
            <a:ext cx="2326268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핵심 키워드를 작성해주세요</a:t>
            </a:r>
          </a:p>
        </p:txBody>
      </p:sp>
      <p:sp>
        <p:nvSpPr>
          <p:cNvPr id="1060" name="TextBox 13"/>
          <p:cNvSpPr txBox="1"/>
          <p:nvPr/>
        </p:nvSpPr>
        <p:spPr>
          <a:xfrm>
            <a:off x="2149720" y="2838680"/>
            <a:ext cx="363640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잘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작성해주세요</a:t>
            </a:r>
          </a:p>
        </p:txBody>
      </p:sp>
      <p:sp>
        <p:nvSpPr>
          <p:cNvPr id="1061" name="Freeform: Shape 26"/>
          <p:cNvSpPr/>
          <p:nvPr/>
        </p:nvSpPr>
        <p:spPr>
          <a:xfrm>
            <a:off x="1514799" y="2754376"/>
            <a:ext cx="336362" cy="3460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83" y="0"/>
                </a:moveTo>
                <a:lnTo>
                  <a:pt x="13217" y="0"/>
                </a:lnTo>
                <a:lnTo>
                  <a:pt x="13377" y="682"/>
                </a:lnTo>
                <a:lnTo>
                  <a:pt x="13859" y="3119"/>
                </a:lnTo>
                <a:cubicBezTo>
                  <a:pt x="14641" y="3431"/>
                  <a:pt x="15383" y="3860"/>
                  <a:pt x="16045" y="4425"/>
                </a:cubicBezTo>
                <a:lnTo>
                  <a:pt x="18552" y="3587"/>
                </a:lnTo>
                <a:lnTo>
                  <a:pt x="19253" y="3373"/>
                </a:lnTo>
                <a:lnTo>
                  <a:pt x="19574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3" y="9494"/>
                </a:lnTo>
                <a:cubicBezTo>
                  <a:pt x="19294" y="10118"/>
                  <a:pt x="19354" y="10547"/>
                  <a:pt x="19354" y="10800"/>
                </a:cubicBezTo>
                <a:cubicBezTo>
                  <a:pt x="19354" y="11034"/>
                  <a:pt x="19294" y="11482"/>
                  <a:pt x="19193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4" y="17662"/>
                </a:lnTo>
                <a:lnTo>
                  <a:pt x="19253" y="18227"/>
                </a:lnTo>
                <a:lnTo>
                  <a:pt x="18552" y="18013"/>
                </a:lnTo>
                <a:lnTo>
                  <a:pt x="16045" y="17175"/>
                </a:lnTo>
                <a:cubicBezTo>
                  <a:pt x="15363" y="17721"/>
                  <a:pt x="14641" y="18169"/>
                  <a:pt x="13859" y="18481"/>
                </a:cubicBezTo>
                <a:lnTo>
                  <a:pt x="13377" y="20918"/>
                </a:lnTo>
                <a:lnTo>
                  <a:pt x="13217" y="21600"/>
                </a:lnTo>
                <a:lnTo>
                  <a:pt x="8383" y="21600"/>
                </a:lnTo>
                <a:lnTo>
                  <a:pt x="8223" y="20918"/>
                </a:lnTo>
                <a:lnTo>
                  <a:pt x="7742" y="18481"/>
                </a:lnTo>
                <a:cubicBezTo>
                  <a:pt x="6959" y="18169"/>
                  <a:pt x="6217" y="17740"/>
                  <a:pt x="5555" y="17175"/>
                </a:cubicBezTo>
                <a:lnTo>
                  <a:pt x="3048" y="18013"/>
                </a:lnTo>
                <a:lnTo>
                  <a:pt x="2347" y="18227"/>
                </a:lnTo>
                <a:lnTo>
                  <a:pt x="2026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7" y="12106"/>
                </a:lnTo>
                <a:cubicBezTo>
                  <a:pt x="2306" y="11482"/>
                  <a:pt x="2246" y="11053"/>
                  <a:pt x="2246" y="10800"/>
                </a:cubicBezTo>
                <a:cubicBezTo>
                  <a:pt x="2246" y="10566"/>
                  <a:pt x="2306" y="10118"/>
                  <a:pt x="2407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6" y="3938"/>
                </a:lnTo>
                <a:lnTo>
                  <a:pt x="2347" y="3373"/>
                </a:lnTo>
                <a:lnTo>
                  <a:pt x="3048" y="3587"/>
                </a:lnTo>
                <a:lnTo>
                  <a:pt x="5555" y="4425"/>
                </a:lnTo>
                <a:cubicBezTo>
                  <a:pt x="6237" y="3879"/>
                  <a:pt x="6959" y="3431"/>
                  <a:pt x="7742" y="3119"/>
                </a:cubicBezTo>
                <a:lnTo>
                  <a:pt x="8223" y="682"/>
                </a:lnTo>
                <a:lnTo>
                  <a:pt x="8383" y="0"/>
                </a:lnTo>
                <a:close/>
                <a:moveTo>
                  <a:pt x="9767" y="1677"/>
                </a:moveTo>
                <a:lnTo>
                  <a:pt x="9346" y="3860"/>
                </a:lnTo>
                <a:lnTo>
                  <a:pt x="9246" y="4328"/>
                </a:lnTo>
                <a:lnTo>
                  <a:pt x="8764" y="4484"/>
                </a:lnTo>
                <a:cubicBezTo>
                  <a:pt x="7802" y="4796"/>
                  <a:pt x="6939" y="5283"/>
                  <a:pt x="6197" y="5946"/>
                </a:cubicBezTo>
                <a:lnTo>
                  <a:pt x="5776" y="6258"/>
                </a:lnTo>
                <a:lnTo>
                  <a:pt x="5355" y="6160"/>
                </a:lnTo>
                <a:lnTo>
                  <a:pt x="3169" y="5439"/>
                </a:lnTo>
                <a:lnTo>
                  <a:pt x="2146" y="7096"/>
                </a:lnTo>
                <a:lnTo>
                  <a:pt x="3851" y="8558"/>
                </a:lnTo>
                <a:lnTo>
                  <a:pt x="4272" y="8870"/>
                </a:lnTo>
                <a:lnTo>
                  <a:pt x="4111" y="9396"/>
                </a:lnTo>
                <a:cubicBezTo>
                  <a:pt x="4011" y="9845"/>
                  <a:pt x="3951" y="10332"/>
                  <a:pt x="3951" y="10858"/>
                </a:cubicBezTo>
                <a:cubicBezTo>
                  <a:pt x="3951" y="11385"/>
                  <a:pt x="4011" y="11872"/>
                  <a:pt x="4111" y="12321"/>
                </a:cubicBezTo>
                <a:lnTo>
                  <a:pt x="4272" y="12847"/>
                </a:lnTo>
                <a:lnTo>
                  <a:pt x="3851" y="13159"/>
                </a:lnTo>
                <a:lnTo>
                  <a:pt x="2146" y="14621"/>
                </a:lnTo>
                <a:lnTo>
                  <a:pt x="3169" y="16278"/>
                </a:lnTo>
                <a:lnTo>
                  <a:pt x="5355" y="15557"/>
                </a:lnTo>
                <a:lnTo>
                  <a:pt x="5776" y="15459"/>
                </a:lnTo>
                <a:lnTo>
                  <a:pt x="6197" y="15771"/>
                </a:lnTo>
                <a:cubicBezTo>
                  <a:pt x="6939" y="16434"/>
                  <a:pt x="7802" y="16921"/>
                  <a:pt x="8764" y="17233"/>
                </a:cubicBezTo>
                <a:lnTo>
                  <a:pt x="9246" y="17389"/>
                </a:lnTo>
                <a:lnTo>
                  <a:pt x="9346" y="17857"/>
                </a:lnTo>
                <a:lnTo>
                  <a:pt x="9767" y="20040"/>
                </a:lnTo>
                <a:lnTo>
                  <a:pt x="11793" y="20040"/>
                </a:lnTo>
                <a:lnTo>
                  <a:pt x="12214" y="17857"/>
                </a:lnTo>
                <a:lnTo>
                  <a:pt x="12314" y="17389"/>
                </a:lnTo>
                <a:lnTo>
                  <a:pt x="12796" y="17233"/>
                </a:lnTo>
                <a:cubicBezTo>
                  <a:pt x="13758" y="16921"/>
                  <a:pt x="14621" y="16434"/>
                  <a:pt x="15363" y="15771"/>
                </a:cubicBezTo>
                <a:lnTo>
                  <a:pt x="15784" y="15459"/>
                </a:lnTo>
                <a:lnTo>
                  <a:pt x="16205" y="15557"/>
                </a:lnTo>
                <a:lnTo>
                  <a:pt x="18391" y="16278"/>
                </a:lnTo>
                <a:lnTo>
                  <a:pt x="19414" y="14621"/>
                </a:lnTo>
                <a:lnTo>
                  <a:pt x="17709" y="13159"/>
                </a:lnTo>
                <a:lnTo>
                  <a:pt x="17328" y="12847"/>
                </a:lnTo>
                <a:lnTo>
                  <a:pt x="17428" y="12321"/>
                </a:lnTo>
                <a:cubicBezTo>
                  <a:pt x="17529" y="11872"/>
                  <a:pt x="17589" y="11385"/>
                  <a:pt x="17589" y="10858"/>
                </a:cubicBezTo>
                <a:cubicBezTo>
                  <a:pt x="17589" y="10332"/>
                  <a:pt x="17529" y="9845"/>
                  <a:pt x="17428" y="9396"/>
                </a:cubicBezTo>
                <a:lnTo>
                  <a:pt x="17268" y="8870"/>
                </a:lnTo>
                <a:lnTo>
                  <a:pt x="17689" y="8558"/>
                </a:lnTo>
                <a:lnTo>
                  <a:pt x="19394" y="7096"/>
                </a:lnTo>
                <a:lnTo>
                  <a:pt x="18371" y="5439"/>
                </a:lnTo>
                <a:lnTo>
                  <a:pt x="16185" y="6160"/>
                </a:lnTo>
                <a:lnTo>
                  <a:pt x="15764" y="6258"/>
                </a:lnTo>
                <a:lnTo>
                  <a:pt x="15343" y="5946"/>
                </a:lnTo>
                <a:cubicBezTo>
                  <a:pt x="14601" y="5283"/>
                  <a:pt x="13738" y="4796"/>
                  <a:pt x="12775" y="4484"/>
                </a:cubicBezTo>
                <a:lnTo>
                  <a:pt x="12294" y="4328"/>
                </a:lnTo>
                <a:lnTo>
                  <a:pt x="12194" y="3860"/>
                </a:lnTo>
                <a:lnTo>
                  <a:pt x="11773" y="1677"/>
                </a:lnTo>
                <a:lnTo>
                  <a:pt x="9767" y="1677"/>
                </a:lnTo>
                <a:close/>
                <a:moveTo>
                  <a:pt x="7762" y="7876"/>
                </a:moveTo>
                <a:cubicBezTo>
                  <a:pt x="8604" y="7057"/>
                  <a:pt x="9607" y="6648"/>
                  <a:pt x="10790" y="6648"/>
                </a:cubicBezTo>
                <a:cubicBezTo>
                  <a:pt x="11973" y="6648"/>
                  <a:pt x="12976" y="7057"/>
                  <a:pt x="13818" y="7876"/>
                </a:cubicBezTo>
                <a:cubicBezTo>
                  <a:pt x="14661" y="8695"/>
                  <a:pt x="15082" y="9669"/>
                  <a:pt x="15082" y="10819"/>
                </a:cubicBezTo>
                <a:cubicBezTo>
                  <a:pt x="15082" y="11970"/>
                  <a:pt x="14661" y="12944"/>
                  <a:pt x="13818" y="13763"/>
                </a:cubicBezTo>
                <a:cubicBezTo>
                  <a:pt x="12976" y="14582"/>
                  <a:pt x="11973" y="14991"/>
                  <a:pt x="10790" y="14991"/>
                </a:cubicBezTo>
                <a:cubicBezTo>
                  <a:pt x="9607" y="14991"/>
                  <a:pt x="8604" y="14582"/>
                  <a:pt x="7762" y="13763"/>
                </a:cubicBezTo>
                <a:cubicBezTo>
                  <a:pt x="6919" y="12944"/>
                  <a:pt x="6498" y="11970"/>
                  <a:pt x="6498" y="10819"/>
                </a:cubicBezTo>
                <a:cubicBezTo>
                  <a:pt x="6498" y="9669"/>
                  <a:pt x="6939" y="8695"/>
                  <a:pt x="7762" y="7876"/>
                </a:cubicBezTo>
                <a:close/>
                <a:moveTo>
                  <a:pt x="12615" y="9046"/>
                </a:moveTo>
                <a:cubicBezTo>
                  <a:pt x="12114" y="8558"/>
                  <a:pt x="11512" y="8324"/>
                  <a:pt x="10790" y="8324"/>
                </a:cubicBezTo>
                <a:cubicBezTo>
                  <a:pt x="10068" y="8324"/>
                  <a:pt x="9466" y="8558"/>
                  <a:pt x="8965" y="9046"/>
                </a:cubicBezTo>
                <a:cubicBezTo>
                  <a:pt x="8464" y="9533"/>
                  <a:pt x="8223" y="10118"/>
                  <a:pt x="8223" y="10819"/>
                </a:cubicBezTo>
                <a:cubicBezTo>
                  <a:pt x="8223" y="11521"/>
                  <a:pt x="8464" y="12106"/>
                  <a:pt x="8965" y="12593"/>
                </a:cubicBezTo>
                <a:cubicBezTo>
                  <a:pt x="9466" y="13081"/>
                  <a:pt x="10068" y="13315"/>
                  <a:pt x="10790" y="13315"/>
                </a:cubicBezTo>
                <a:cubicBezTo>
                  <a:pt x="11512" y="13315"/>
                  <a:pt x="12114" y="13081"/>
                  <a:pt x="12615" y="12593"/>
                </a:cubicBezTo>
                <a:cubicBezTo>
                  <a:pt x="13116" y="12106"/>
                  <a:pt x="13357" y="11521"/>
                  <a:pt x="13357" y="10819"/>
                </a:cubicBezTo>
                <a:cubicBezTo>
                  <a:pt x="13357" y="10118"/>
                  <a:pt x="13096" y="9533"/>
                  <a:pt x="12615" y="904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062" name="TextBox 15"/>
          <p:cNvSpPr txBox="1"/>
          <p:nvPr/>
        </p:nvSpPr>
        <p:spPr>
          <a:xfrm>
            <a:off x="2149720" y="3862459"/>
            <a:ext cx="2326268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핵심 키워드를 작성해주세요</a:t>
            </a:r>
          </a:p>
        </p:txBody>
      </p:sp>
      <p:sp>
        <p:nvSpPr>
          <p:cNvPr id="1063" name="TextBox 16"/>
          <p:cNvSpPr txBox="1"/>
          <p:nvPr/>
        </p:nvSpPr>
        <p:spPr>
          <a:xfrm>
            <a:off x="2149720" y="4205735"/>
            <a:ext cx="363640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잘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작성해주세요</a:t>
            </a:r>
          </a:p>
        </p:txBody>
      </p:sp>
      <p:sp>
        <p:nvSpPr>
          <p:cNvPr id="1064" name="TextBox 17"/>
          <p:cNvSpPr txBox="1"/>
          <p:nvPr/>
        </p:nvSpPr>
        <p:spPr>
          <a:xfrm>
            <a:off x="2149720" y="5210559"/>
            <a:ext cx="2326268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핵심 키워드를 작성해주세요</a:t>
            </a:r>
          </a:p>
        </p:txBody>
      </p:sp>
      <p:sp>
        <p:nvSpPr>
          <p:cNvPr id="1065" name="TextBox 18"/>
          <p:cNvSpPr txBox="1"/>
          <p:nvPr/>
        </p:nvSpPr>
        <p:spPr>
          <a:xfrm>
            <a:off x="2149720" y="5553833"/>
            <a:ext cx="363640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잘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작성해주세요</a:t>
            </a:r>
          </a:p>
        </p:txBody>
      </p:sp>
      <p:sp>
        <p:nvSpPr>
          <p:cNvPr id="1066" name="Oval 22"/>
          <p:cNvSpPr/>
          <p:nvPr/>
        </p:nvSpPr>
        <p:spPr>
          <a:xfrm>
            <a:off x="6375220" y="2586751"/>
            <a:ext cx="678795" cy="678793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67" name="Oval 23"/>
          <p:cNvSpPr/>
          <p:nvPr/>
        </p:nvSpPr>
        <p:spPr>
          <a:xfrm>
            <a:off x="6375220" y="3900258"/>
            <a:ext cx="678795" cy="678793"/>
          </a:xfrm>
          <a:prstGeom prst="ellipse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68" name="Oval 24"/>
          <p:cNvSpPr/>
          <p:nvPr/>
        </p:nvSpPr>
        <p:spPr>
          <a:xfrm>
            <a:off x="6375220" y="5213765"/>
            <a:ext cx="678795" cy="678793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069" name="TextBox 22"/>
          <p:cNvSpPr txBox="1"/>
          <p:nvPr/>
        </p:nvSpPr>
        <p:spPr>
          <a:xfrm>
            <a:off x="7182450" y="2495406"/>
            <a:ext cx="2326268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핵심 키워드를 작성해주세요</a:t>
            </a:r>
          </a:p>
        </p:txBody>
      </p:sp>
      <p:sp>
        <p:nvSpPr>
          <p:cNvPr id="1070" name="TextBox 23"/>
          <p:cNvSpPr txBox="1"/>
          <p:nvPr/>
        </p:nvSpPr>
        <p:spPr>
          <a:xfrm>
            <a:off x="7182450" y="2838680"/>
            <a:ext cx="36364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잘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작성해주세요</a:t>
            </a:r>
          </a:p>
        </p:txBody>
      </p:sp>
      <p:sp>
        <p:nvSpPr>
          <p:cNvPr id="1071" name="TextBox 24"/>
          <p:cNvSpPr txBox="1"/>
          <p:nvPr/>
        </p:nvSpPr>
        <p:spPr>
          <a:xfrm>
            <a:off x="7182450" y="3862459"/>
            <a:ext cx="2326268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핵심 키워드를 작성해주세요</a:t>
            </a:r>
          </a:p>
        </p:txBody>
      </p:sp>
      <p:sp>
        <p:nvSpPr>
          <p:cNvPr id="1072" name="TextBox 25"/>
          <p:cNvSpPr txBox="1"/>
          <p:nvPr/>
        </p:nvSpPr>
        <p:spPr>
          <a:xfrm>
            <a:off x="7182450" y="4205735"/>
            <a:ext cx="36364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잘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작성해주세요</a:t>
            </a:r>
          </a:p>
        </p:txBody>
      </p:sp>
      <p:sp>
        <p:nvSpPr>
          <p:cNvPr id="1073" name="TextBox 26"/>
          <p:cNvSpPr txBox="1"/>
          <p:nvPr/>
        </p:nvSpPr>
        <p:spPr>
          <a:xfrm>
            <a:off x="7182450" y="5210559"/>
            <a:ext cx="2326268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핵심 키워드를 작성해주세요</a:t>
            </a:r>
          </a:p>
        </p:txBody>
      </p:sp>
      <p:sp>
        <p:nvSpPr>
          <p:cNvPr id="1074" name="TextBox 27"/>
          <p:cNvSpPr txBox="1"/>
          <p:nvPr/>
        </p:nvSpPr>
        <p:spPr>
          <a:xfrm>
            <a:off x="7182450" y="5553833"/>
            <a:ext cx="36364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잘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세부 내용을 작성해주세요</a:t>
            </a:r>
          </a:p>
        </p:txBody>
      </p:sp>
      <p:sp>
        <p:nvSpPr>
          <p:cNvPr id="1075" name="Freeform: Shape 48"/>
          <p:cNvSpPr/>
          <p:nvPr/>
        </p:nvSpPr>
        <p:spPr>
          <a:xfrm>
            <a:off x="6518010" y="2758688"/>
            <a:ext cx="357033" cy="3567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8" y="2461"/>
                </a:moveTo>
                <a:cubicBezTo>
                  <a:pt x="8951" y="807"/>
                  <a:pt x="10918" y="0"/>
                  <a:pt x="13220" y="0"/>
                </a:cubicBezTo>
                <a:cubicBezTo>
                  <a:pt x="15521" y="0"/>
                  <a:pt x="17508" y="827"/>
                  <a:pt x="19141" y="2461"/>
                </a:cubicBezTo>
                <a:cubicBezTo>
                  <a:pt x="20793" y="4115"/>
                  <a:pt x="21600" y="6084"/>
                  <a:pt x="21600" y="8388"/>
                </a:cubicBezTo>
                <a:cubicBezTo>
                  <a:pt x="21600" y="10692"/>
                  <a:pt x="20774" y="12680"/>
                  <a:pt x="19141" y="14315"/>
                </a:cubicBezTo>
                <a:cubicBezTo>
                  <a:pt x="17489" y="15969"/>
                  <a:pt x="15521" y="16776"/>
                  <a:pt x="13220" y="16776"/>
                </a:cubicBezTo>
                <a:cubicBezTo>
                  <a:pt x="11233" y="16776"/>
                  <a:pt x="9462" y="16146"/>
                  <a:pt x="7928" y="14886"/>
                </a:cubicBezTo>
                <a:lnTo>
                  <a:pt x="1259" y="21600"/>
                </a:lnTo>
                <a:lnTo>
                  <a:pt x="0" y="20340"/>
                </a:lnTo>
                <a:lnTo>
                  <a:pt x="6708" y="13665"/>
                </a:lnTo>
                <a:cubicBezTo>
                  <a:pt x="5449" y="12129"/>
                  <a:pt x="4820" y="10357"/>
                  <a:pt x="4820" y="8368"/>
                </a:cubicBezTo>
                <a:cubicBezTo>
                  <a:pt x="4839" y="6084"/>
                  <a:pt x="5666" y="4096"/>
                  <a:pt x="7298" y="2461"/>
                </a:cubicBezTo>
                <a:close/>
                <a:moveTo>
                  <a:pt x="17980" y="3643"/>
                </a:moveTo>
                <a:cubicBezTo>
                  <a:pt x="16662" y="2323"/>
                  <a:pt x="15088" y="1674"/>
                  <a:pt x="13239" y="1674"/>
                </a:cubicBezTo>
                <a:cubicBezTo>
                  <a:pt x="11390" y="1674"/>
                  <a:pt x="9797" y="2323"/>
                  <a:pt x="8498" y="3643"/>
                </a:cubicBezTo>
                <a:cubicBezTo>
                  <a:pt x="7200" y="4962"/>
                  <a:pt x="6531" y="6537"/>
                  <a:pt x="6531" y="8388"/>
                </a:cubicBezTo>
                <a:cubicBezTo>
                  <a:pt x="6531" y="10239"/>
                  <a:pt x="7180" y="11834"/>
                  <a:pt x="8498" y="13133"/>
                </a:cubicBezTo>
                <a:cubicBezTo>
                  <a:pt x="9816" y="14433"/>
                  <a:pt x="11390" y="15102"/>
                  <a:pt x="13239" y="15102"/>
                </a:cubicBezTo>
                <a:cubicBezTo>
                  <a:pt x="15088" y="15102"/>
                  <a:pt x="16682" y="14452"/>
                  <a:pt x="17980" y="13133"/>
                </a:cubicBezTo>
                <a:cubicBezTo>
                  <a:pt x="19279" y="11814"/>
                  <a:pt x="19948" y="10239"/>
                  <a:pt x="19948" y="8388"/>
                </a:cubicBezTo>
                <a:cubicBezTo>
                  <a:pt x="19948" y="6537"/>
                  <a:pt x="19279" y="4942"/>
                  <a:pt x="17980" y="364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076" name="Freeform: Shape 19"/>
          <p:cNvSpPr/>
          <p:nvPr/>
        </p:nvSpPr>
        <p:spPr>
          <a:xfrm>
            <a:off x="6514721" y="4091154"/>
            <a:ext cx="389229" cy="3058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536" y="1978"/>
                </a:moveTo>
                <a:lnTo>
                  <a:pt x="1536" y="14607"/>
                </a:lnTo>
                <a:lnTo>
                  <a:pt x="6363" y="8465"/>
                </a:lnTo>
                <a:lnTo>
                  <a:pt x="6941" y="7729"/>
                </a:lnTo>
                <a:lnTo>
                  <a:pt x="7519" y="8465"/>
                </a:lnTo>
                <a:lnTo>
                  <a:pt x="11948" y="14101"/>
                </a:lnTo>
                <a:lnTo>
                  <a:pt x="14840" y="10420"/>
                </a:lnTo>
                <a:lnTo>
                  <a:pt x="15418" y="9684"/>
                </a:lnTo>
                <a:lnTo>
                  <a:pt x="15997" y="10420"/>
                </a:lnTo>
                <a:lnTo>
                  <a:pt x="20046" y="15573"/>
                </a:lnTo>
                <a:lnTo>
                  <a:pt x="20046" y="1955"/>
                </a:lnTo>
                <a:lnTo>
                  <a:pt x="1536" y="1955"/>
                </a:lnTo>
                <a:close/>
                <a:moveTo>
                  <a:pt x="6941" y="10558"/>
                </a:moveTo>
                <a:lnTo>
                  <a:pt x="1536" y="17436"/>
                </a:lnTo>
                <a:lnTo>
                  <a:pt x="1536" y="19645"/>
                </a:lnTo>
                <a:lnTo>
                  <a:pt x="14008" y="19645"/>
                </a:lnTo>
                <a:lnTo>
                  <a:pt x="6941" y="10558"/>
                </a:lnTo>
                <a:close/>
                <a:moveTo>
                  <a:pt x="15418" y="12514"/>
                </a:moveTo>
                <a:lnTo>
                  <a:pt x="13014" y="15527"/>
                </a:lnTo>
                <a:lnTo>
                  <a:pt x="16195" y="19645"/>
                </a:lnTo>
                <a:lnTo>
                  <a:pt x="20046" y="19645"/>
                </a:lnTo>
                <a:lnTo>
                  <a:pt x="20046" y="18426"/>
                </a:lnTo>
                <a:lnTo>
                  <a:pt x="15418" y="12514"/>
                </a:lnTo>
                <a:close/>
                <a:moveTo>
                  <a:pt x="15870" y="4509"/>
                </a:moveTo>
                <a:cubicBezTo>
                  <a:pt x="16177" y="4118"/>
                  <a:pt x="16539" y="3934"/>
                  <a:pt x="16955" y="3934"/>
                </a:cubicBezTo>
                <a:cubicBezTo>
                  <a:pt x="17370" y="3934"/>
                  <a:pt x="17732" y="4118"/>
                  <a:pt x="18039" y="4509"/>
                </a:cubicBezTo>
                <a:cubicBezTo>
                  <a:pt x="18346" y="4900"/>
                  <a:pt x="18491" y="5360"/>
                  <a:pt x="18491" y="5889"/>
                </a:cubicBezTo>
                <a:cubicBezTo>
                  <a:pt x="18491" y="6418"/>
                  <a:pt x="18346" y="6878"/>
                  <a:pt x="18039" y="7269"/>
                </a:cubicBezTo>
                <a:cubicBezTo>
                  <a:pt x="17732" y="7660"/>
                  <a:pt x="17370" y="7844"/>
                  <a:pt x="16955" y="7844"/>
                </a:cubicBezTo>
                <a:cubicBezTo>
                  <a:pt x="16539" y="7844"/>
                  <a:pt x="16177" y="7660"/>
                  <a:pt x="15870" y="7269"/>
                </a:cubicBezTo>
                <a:cubicBezTo>
                  <a:pt x="15563" y="6878"/>
                  <a:pt x="15418" y="6418"/>
                  <a:pt x="15418" y="5889"/>
                </a:cubicBezTo>
                <a:cubicBezTo>
                  <a:pt x="15418" y="5360"/>
                  <a:pt x="15563" y="4900"/>
                  <a:pt x="15870" y="45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077" name="Freeform: Shape 227"/>
          <p:cNvSpPr/>
          <p:nvPr/>
        </p:nvSpPr>
        <p:spPr>
          <a:xfrm>
            <a:off x="6547864" y="5404877"/>
            <a:ext cx="316128" cy="302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659" y="0"/>
                </a:lnTo>
                <a:lnTo>
                  <a:pt x="5659" y="5906"/>
                </a:lnTo>
                <a:lnTo>
                  <a:pt x="0" y="5906"/>
                </a:lnTo>
                <a:lnTo>
                  <a:pt x="0" y="0"/>
                </a:lnTo>
                <a:close/>
                <a:moveTo>
                  <a:pt x="0" y="7859"/>
                </a:moveTo>
                <a:lnTo>
                  <a:pt x="5659" y="7859"/>
                </a:lnTo>
                <a:lnTo>
                  <a:pt x="5659" y="13764"/>
                </a:lnTo>
                <a:lnTo>
                  <a:pt x="0" y="13764"/>
                </a:lnTo>
                <a:lnTo>
                  <a:pt x="0" y="7859"/>
                </a:lnTo>
                <a:close/>
                <a:moveTo>
                  <a:pt x="0" y="15695"/>
                </a:moveTo>
                <a:lnTo>
                  <a:pt x="5659" y="15695"/>
                </a:lnTo>
                <a:lnTo>
                  <a:pt x="5659" y="21600"/>
                </a:lnTo>
                <a:lnTo>
                  <a:pt x="0" y="21600"/>
                </a:lnTo>
                <a:lnTo>
                  <a:pt x="0" y="15695"/>
                </a:lnTo>
                <a:close/>
                <a:moveTo>
                  <a:pt x="1872" y="1976"/>
                </a:moveTo>
                <a:lnTo>
                  <a:pt x="1872" y="3929"/>
                </a:lnTo>
                <a:lnTo>
                  <a:pt x="3743" y="3929"/>
                </a:lnTo>
                <a:lnTo>
                  <a:pt x="3743" y="1976"/>
                </a:lnTo>
                <a:lnTo>
                  <a:pt x="1872" y="1976"/>
                </a:lnTo>
                <a:close/>
                <a:moveTo>
                  <a:pt x="1872" y="9812"/>
                </a:moveTo>
                <a:lnTo>
                  <a:pt x="1872" y="11765"/>
                </a:lnTo>
                <a:lnTo>
                  <a:pt x="3743" y="11765"/>
                </a:lnTo>
                <a:lnTo>
                  <a:pt x="3743" y="9812"/>
                </a:lnTo>
                <a:lnTo>
                  <a:pt x="1872" y="9812"/>
                </a:lnTo>
                <a:close/>
                <a:moveTo>
                  <a:pt x="1872" y="17648"/>
                </a:moveTo>
                <a:lnTo>
                  <a:pt x="1872" y="19601"/>
                </a:lnTo>
                <a:lnTo>
                  <a:pt x="3743" y="19601"/>
                </a:lnTo>
                <a:lnTo>
                  <a:pt x="3743" y="17648"/>
                </a:lnTo>
                <a:lnTo>
                  <a:pt x="1872" y="17648"/>
                </a:lnTo>
                <a:close/>
                <a:moveTo>
                  <a:pt x="7508" y="1976"/>
                </a:moveTo>
                <a:lnTo>
                  <a:pt x="21600" y="1976"/>
                </a:lnTo>
                <a:lnTo>
                  <a:pt x="21600" y="3929"/>
                </a:lnTo>
                <a:lnTo>
                  <a:pt x="7508" y="3929"/>
                </a:lnTo>
                <a:lnTo>
                  <a:pt x="7508" y="1976"/>
                </a:lnTo>
                <a:close/>
                <a:moveTo>
                  <a:pt x="7508" y="9812"/>
                </a:moveTo>
                <a:lnTo>
                  <a:pt x="21600" y="9812"/>
                </a:lnTo>
                <a:lnTo>
                  <a:pt x="21600" y="11765"/>
                </a:lnTo>
                <a:lnTo>
                  <a:pt x="7508" y="11765"/>
                </a:lnTo>
                <a:lnTo>
                  <a:pt x="7508" y="9812"/>
                </a:lnTo>
                <a:close/>
                <a:moveTo>
                  <a:pt x="7508" y="17648"/>
                </a:moveTo>
                <a:lnTo>
                  <a:pt x="21600" y="17648"/>
                </a:lnTo>
                <a:lnTo>
                  <a:pt x="21600" y="19601"/>
                </a:lnTo>
                <a:lnTo>
                  <a:pt x="7508" y="19601"/>
                </a:lnTo>
                <a:lnTo>
                  <a:pt x="7508" y="1764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1078" name="그림 32" descr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079" name="TextBox 33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082" name="그림 34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08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081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08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08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08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9" name="자유형: 도형 4"/>
          <p:cNvSpPr/>
          <p:nvPr/>
        </p:nvSpPr>
        <p:spPr>
          <a:xfrm>
            <a:off x="1271216" y="4282742"/>
            <a:ext cx="2017337" cy="19168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8545"/>
                </a:lnTo>
                <a:cubicBezTo>
                  <a:pt x="21600" y="15755"/>
                  <a:pt x="16765" y="21600"/>
                  <a:pt x="10800" y="21600"/>
                </a:cubicBezTo>
                <a:cubicBezTo>
                  <a:pt x="4835" y="21600"/>
                  <a:pt x="0" y="15755"/>
                  <a:pt x="0" y="8545"/>
                </a:cubicBezTo>
                <a:lnTo>
                  <a:pt x="0" y="0"/>
                </a:lnTo>
                <a:close/>
              </a:path>
            </a:pathLst>
          </a:cu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E7E6E6">
                <a:alpha val="69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0" name="자유형: 도형 9"/>
          <p:cNvSpPr/>
          <p:nvPr/>
        </p:nvSpPr>
        <p:spPr>
          <a:xfrm>
            <a:off x="1271216" y="2290713"/>
            <a:ext cx="2017337" cy="1992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5625"/>
                  <a:pt x="21600" y="12563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2563"/>
                </a:lnTo>
                <a:cubicBezTo>
                  <a:pt x="0" y="5625"/>
                  <a:pt x="4835" y="0"/>
                  <a:pt x="10800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1" name="TextBox 10"/>
          <p:cNvSpPr txBox="1"/>
          <p:nvPr/>
        </p:nvSpPr>
        <p:spPr>
          <a:xfrm>
            <a:off x="1461152" y="4479611"/>
            <a:ext cx="1637468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092" name="TextBox 11"/>
          <p:cNvSpPr txBox="1"/>
          <p:nvPr/>
        </p:nvSpPr>
        <p:spPr>
          <a:xfrm>
            <a:off x="1516923" y="4861802"/>
            <a:ext cx="1525924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</a:t>
            </a:r>
          </a:p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sp>
        <p:nvSpPr>
          <p:cNvPr id="1093" name="자유형: 도형 12"/>
          <p:cNvSpPr/>
          <p:nvPr/>
        </p:nvSpPr>
        <p:spPr>
          <a:xfrm>
            <a:off x="3821119" y="4282742"/>
            <a:ext cx="2017337" cy="19168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8545"/>
                </a:lnTo>
                <a:cubicBezTo>
                  <a:pt x="21600" y="15755"/>
                  <a:pt x="16765" y="21600"/>
                  <a:pt x="10800" y="21600"/>
                </a:cubicBezTo>
                <a:cubicBezTo>
                  <a:pt x="4835" y="21600"/>
                  <a:pt x="0" y="15755"/>
                  <a:pt x="0" y="8545"/>
                </a:cubicBezTo>
                <a:lnTo>
                  <a:pt x="0" y="0"/>
                </a:lnTo>
                <a:close/>
              </a:path>
            </a:pathLst>
          </a:cu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E7E6E6">
                <a:alpha val="69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4" name="자유형: 도형 13"/>
          <p:cNvSpPr/>
          <p:nvPr/>
        </p:nvSpPr>
        <p:spPr>
          <a:xfrm>
            <a:off x="3821119" y="2290713"/>
            <a:ext cx="2017337" cy="1992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5625"/>
                  <a:pt x="21600" y="12563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2563"/>
                </a:lnTo>
                <a:cubicBezTo>
                  <a:pt x="0" y="5625"/>
                  <a:pt x="4835" y="0"/>
                  <a:pt x="10800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5" name="TextBox 14"/>
          <p:cNvSpPr txBox="1"/>
          <p:nvPr/>
        </p:nvSpPr>
        <p:spPr>
          <a:xfrm>
            <a:off x="4011054" y="4479611"/>
            <a:ext cx="1637467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096" name="TextBox 15"/>
          <p:cNvSpPr txBox="1"/>
          <p:nvPr/>
        </p:nvSpPr>
        <p:spPr>
          <a:xfrm>
            <a:off x="4066826" y="4861802"/>
            <a:ext cx="1525923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</a:t>
            </a:r>
          </a:p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sp>
        <p:nvSpPr>
          <p:cNvPr id="1097" name="자유형: 도형 16"/>
          <p:cNvSpPr/>
          <p:nvPr/>
        </p:nvSpPr>
        <p:spPr>
          <a:xfrm>
            <a:off x="6371020" y="4282742"/>
            <a:ext cx="2017337" cy="19168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8545"/>
                </a:lnTo>
                <a:cubicBezTo>
                  <a:pt x="21600" y="15755"/>
                  <a:pt x="16765" y="21600"/>
                  <a:pt x="10800" y="21600"/>
                </a:cubicBezTo>
                <a:cubicBezTo>
                  <a:pt x="4835" y="21600"/>
                  <a:pt x="0" y="15755"/>
                  <a:pt x="0" y="8545"/>
                </a:cubicBezTo>
                <a:lnTo>
                  <a:pt x="0" y="0"/>
                </a:lnTo>
                <a:close/>
              </a:path>
            </a:pathLst>
          </a:cu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E7E6E6">
                <a:alpha val="69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8" name="자유형: 도형 17"/>
          <p:cNvSpPr/>
          <p:nvPr/>
        </p:nvSpPr>
        <p:spPr>
          <a:xfrm>
            <a:off x="6371020" y="2290713"/>
            <a:ext cx="2017337" cy="1992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5625"/>
                  <a:pt x="21600" y="12563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2563"/>
                </a:lnTo>
                <a:cubicBezTo>
                  <a:pt x="0" y="5625"/>
                  <a:pt x="4835" y="0"/>
                  <a:pt x="10800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9" name="TextBox 18"/>
          <p:cNvSpPr txBox="1"/>
          <p:nvPr/>
        </p:nvSpPr>
        <p:spPr>
          <a:xfrm>
            <a:off x="6560955" y="4479611"/>
            <a:ext cx="1637468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100" name="TextBox 19"/>
          <p:cNvSpPr txBox="1"/>
          <p:nvPr/>
        </p:nvSpPr>
        <p:spPr>
          <a:xfrm>
            <a:off x="6616727" y="4861802"/>
            <a:ext cx="1525923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</a:t>
            </a:r>
          </a:p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sp>
        <p:nvSpPr>
          <p:cNvPr id="1101" name="자유형: 도형 21"/>
          <p:cNvSpPr/>
          <p:nvPr/>
        </p:nvSpPr>
        <p:spPr>
          <a:xfrm>
            <a:off x="8920923" y="4282742"/>
            <a:ext cx="2017337" cy="19168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8545"/>
                </a:lnTo>
                <a:cubicBezTo>
                  <a:pt x="21600" y="15755"/>
                  <a:pt x="16765" y="21600"/>
                  <a:pt x="10800" y="21600"/>
                </a:cubicBezTo>
                <a:cubicBezTo>
                  <a:pt x="4835" y="21600"/>
                  <a:pt x="0" y="15755"/>
                  <a:pt x="0" y="8545"/>
                </a:cubicBezTo>
                <a:lnTo>
                  <a:pt x="0" y="0"/>
                </a:lnTo>
                <a:close/>
              </a:path>
            </a:pathLst>
          </a:cu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E7E6E6">
                <a:alpha val="69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02" name="자유형: 도형 22"/>
          <p:cNvSpPr/>
          <p:nvPr/>
        </p:nvSpPr>
        <p:spPr>
          <a:xfrm>
            <a:off x="8920923" y="2290713"/>
            <a:ext cx="2017337" cy="1992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5625"/>
                  <a:pt x="21600" y="12563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2563"/>
                </a:lnTo>
                <a:cubicBezTo>
                  <a:pt x="0" y="5625"/>
                  <a:pt x="4835" y="0"/>
                  <a:pt x="10800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03" name="TextBox 23"/>
          <p:cNvSpPr txBox="1"/>
          <p:nvPr/>
        </p:nvSpPr>
        <p:spPr>
          <a:xfrm>
            <a:off x="9110858" y="4479611"/>
            <a:ext cx="1637468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104" name="TextBox 24"/>
          <p:cNvSpPr txBox="1"/>
          <p:nvPr/>
        </p:nvSpPr>
        <p:spPr>
          <a:xfrm>
            <a:off x="9166630" y="4861802"/>
            <a:ext cx="1525923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</a:t>
            </a:r>
          </a:p>
          <a:p>
            <a:pPr algn="ctr"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pic>
        <p:nvPicPr>
          <p:cNvPr id="1105" name="그림 20" descr="그림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106" name="TextBox 2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109" name="그림 2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107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108" name="image3.png" descr="image3.png"/>
            <p:cNvPicPr>
              <a:picLocks noChangeAspect="1"/>
            </p:cNvPicPr>
            <p:nvPr/>
          </p:nvPicPr>
          <p:blipFill>
            <a:blip r:embed="rId7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1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11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114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5" name="사각형: 둥근 모서리 1"/>
          <p:cNvSpPr/>
          <p:nvPr/>
        </p:nvSpPr>
        <p:spPr>
          <a:xfrm>
            <a:off x="728350" y="3720503"/>
            <a:ext cx="5067641" cy="120413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16" name="TextBox 4"/>
          <p:cNvSpPr txBox="1"/>
          <p:nvPr/>
        </p:nvSpPr>
        <p:spPr>
          <a:xfrm>
            <a:off x="1237571" y="4068514"/>
            <a:ext cx="1740909" cy="53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분석한 내용을 정리해서</a:t>
            </a:r>
          </a:p>
          <a:p>
            <a:pPr>
              <a:defRPr sz="1400"/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작성해주세요</a:t>
            </a:r>
          </a:p>
        </p:txBody>
      </p:sp>
      <p:sp>
        <p:nvSpPr>
          <p:cNvPr id="1117" name="사각형: 둥근 모서리 9"/>
          <p:cNvSpPr/>
          <p:nvPr/>
        </p:nvSpPr>
        <p:spPr>
          <a:xfrm>
            <a:off x="728350" y="5206198"/>
            <a:ext cx="5067641" cy="120413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18" name="TextBox 10"/>
          <p:cNvSpPr txBox="1"/>
          <p:nvPr/>
        </p:nvSpPr>
        <p:spPr>
          <a:xfrm>
            <a:off x="1237571" y="5554209"/>
            <a:ext cx="1740909" cy="53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분석한 내용을 정리해서</a:t>
            </a:r>
          </a:p>
          <a:p>
            <a:pPr>
              <a:defRPr sz="1400"/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작성해주세요</a:t>
            </a:r>
          </a:p>
        </p:txBody>
      </p:sp>
      <p:sp>
        <p:nvSpPr>
          <p:cNvPr id="1119" name="사각형: 둥근 모서리 11"/>
          <p:cNvSpPr/>
          <p:nvPr/>
        </p:nvSpPr>
        <p:spPr>
          <a:xfrm>
            <a:off x="728350" y="2224844"/>
            <a:ext cx="5067641" cy="120413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0" name="TextBox 12"/>
          <p:cNvSpPr txBox="1"/>
          <p:nvPr/>
        </p:nvSpPr>
        <p:spPr>
          <a:xfrm>
            <a:off x="3496628" y="1661157"/>
            <a:ext cx="20866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TO-BE</a:t>
            </a:r>
          </a:p>
        </p:txBody>
      </p:sp>
      <p:sp>
        <p:nvSpPr>
          <p:cNvPr id="1121" name="TextBox 13"/>
          <p:cNvSpPr txBox="1"/>
          <p:nvPr/>
        </p:nvSpPr>
        <p:spPr>
          <a:xfrm>
            <a:off x="8078762" y="1661157"/>
            <a:ext cx="20866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CONCLUSION</a:t>
            </a:r>
          </a:p>
        </p:txBody>
      </p:sp>
      <p:sp>
        <p:nvSpPr>
          <p:cNvPr id="1122" name="사각형: 둥근 모서리 14"/>
          <p:cNvSpPr/>
          <p:nvPr/>
        </p:nvSpPr>
        <p:spPr>
          <a:xfrm>
            <a:off x="6789804" y="2224844"/>
            <a:ext cx="4664598" cy="1204130"/>
          </a:xfrm>
          <a:prstGeom prst="roundRect">
            <a:avLst>
              <a:gd name="adj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3" name="TextBox 15"/>
          <p:cNvSpPr txBox="1"/>
          <p:nvPr/>
        </p:nvSpPr>
        <p:spPr>
          <a:xfrm>
            <a:off x="7483362" y="2491874"/>
            <a:ext cx="3277486" cy="776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해결에 대한 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중요 내용을 볼드 포인트 해주세요.”</a:t>
            </a:r>
          </a:p>
        </p:txBody>
      </p:sp>
      <p:sp>
        <p:nvSpPr>
          <p:cNvPr id="1124" name="사각형: 둥근 모서리 16"/>
          <p:cNvSpPr/>
          <p:nvPr/>
        </p:nvSpPr>
        <p:spPr>
          <a:xfrm>
            <a:off x="6789804" y="3719702"/>
            <a:ext cx="4664598" cy="1204130"/>
          </a:xfrm>
          <a:prstGeom prst="roundRect">
            <a:avLst>
              <a:gd name="adj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5" name="TextBox 17"/>
          <p:cNvSpPr txBox="1"/>
          <p:nvPr/>
        </p:nvSpPr>
        <p:spPr>
          <a:xfrm>
            <a:off x="7483362" y="3986731"/>
            <a:ext cx="3277486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해결에 대한 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중요 내용을 볼드 포인트 해주세요.”</a:t>
            </a:r>
          </a:p>
        </p:txBody>
      </p:sp>
      <p:sp>
        <p:nvSpPr>
          <p:cNvPr id="1126" name="사각형: 둥근 모서리 18"/>
          <p:cNvSpPr/>
          <p:nvPr/>
        </p:nvSpPr>
        <p:spPr>
          <a:xfrm>
            <a:off x="6789804" y="5214561"/>
            <a:ext cx="4664598" cy="1204130"/>
          </a:xfrm>
          <a:prstGeom prst="roundRect">
            <a:avLst>
              <a:gd name="adj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7" name="TextBox 19"/>
          <p:cNvSpPr txBox="1"/>
          <p:nvPr/>
        </p:nvSpPr>
        <p:spPr>
          <a:xfrm>
            <a:off x="7406463" y="5447293"/>
            <a:ext cx="3431283" cy="776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해결책에 대한 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중요 내용을 볼드 포인트 해주세요.”</a:t>
            </a:r>
          </a:p>
        </p:txBody>
      </p:sp>
      <p:sp>
        <p:nvSpPr>
          <p:cNvPr id="1128" name="사각형: 둥근 모서리 20"/>
          <p:cNvSpPr/>
          <p:nvPr/>
        </p:nvSpPr>
        <p:spPr>
          <a:xfrm>
            <a:off x="3371498" y="2224844"/>
            <a:ext cx="2599498" cy="1204130"/>
          </a:xfrm>
          <a:prstGeom prst="roundRect">
            <a:avLst>
              <a:gd name="adj" fmla="val 50000"/>
            </a:avLst>
          </a:prstGeom>
          <a:solidFill>
            <a:srgbClr val="7671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9" name="TextBox 21"/>
          <p:cNvSpPr txBox="1"/>
          <p:nvPr/>
        </p:nvSpPr>
        <p:spPr>
          <a:xfrm>
            <a:off x="3800793" y="2572854"/>
            <a:ext cx="1740908" cy="548141"/>
          </a:xfrm>
          <a:prstGeom prst="rect">
            <a:avLst/>
          </a:prstGeom>
          <a:solidFill>
            <a:srgbClr val="767171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분석한 내용을 정리해서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작성해주세요</a:t>
            </a:r>
            <a:r>
              <a:t>.</a:t>
            </a:r>
          </a:p>
        </p:txBody>
      </p:sp>
      <p:grpSp>
        <p:nvGrpSpPr>
          <p:cNvPr id="1132" name="그룹 22"/>
          <p:cNvGrpSpPr/>
          <p:nvPr/>
        </p:nvGrpSpPr>
        <p:grpSpPr>
          <a:xfrm>
            <a:off x="3371498" y="3719702"/>
            <a:ext cx="2599499" cy="1204131"/>
            <a:chOff x="0" y="0"/>
            <a:chExt cx="2599497" cy="1204130"/>
          </a:xfrm>
        </p:grpSpPr>
        <p:sp>
          <p:nvSpPr>
            <p:cNvPr id="1130" name="사각형: 둥근 모서리 23"/>
            <p:cNvSpPr/>
            <p:nvPr/>
          </p:nvSpPr>
          <p:spPr>
            <a:xfrm>
              <a:off x="0" y="0"/>
              <a:ext cx="2599497" cy="1204130"/>
            </a:xfrm>
            <a:prstGeom prst="roundRect">
              <a:avLst>
                <a:gd name="adj" fmla="val 50000"/>
              </a:avLst>
            </a:prstGeom>
            <a:solidFill>
              <a:srgbClr val="7671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1" name="TextBox 24"/>
            <p:cNvSpPr txBox="1"/>
            <p:nvPr/>
          </p:nvSpPr>
          <p:spPr>
            <a:xfrm>
              <a:off x="429295" y="340454"/>
              <a:ext cx="1740908" cy="548140"/>
            </a:xfrm>
            <a:prstGeom prst="rect">
              <a:avLst/>
            </a:prstGeom>
            <a:solidFill>
              <a:srgbClr val="76717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분석한 내용을 정리해서</a:t>
              </a:r>
            </a:p>
            <a:p>
              <a:pPr algn="ctr">
                <a:defRPr sz="1400">
                  <a:solidFill>
                    <a:srgbClr val="FFFFFF"/>
                  </a:solidFill>
                </a:defRPr>
              </a:pP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작성해주세요</a:t>
              </a:r>
              <a:r>
                <a:t>.</a:t>
              </a:r>
            </a:p>
          </p:txBody>
        </p:sp>
      </p:grpSp>
      <p:grpSp>
        <p:nvGrpSpPr>
          <p:cNvPr id="1135" name="그룹 25"/>
          <p:cNvGrpSpPr/>
          <p:nvPr/>
        </p:nvGrpSpPr>
        <p:grpSpPr>
          <a:xfrm>
            <a:off x="3371498" y="5214561"/>
            <a:ext cx="2599499" cy="1204131"/>
            <a:chOff x="0" y="0"/>
            <a:chExt cx="2599497" cy="1204130"/>
          </a:xfrm>
        </p:grpSpPr>
        <p:sp>
          <p:nvSpPr>
            <p:cNvPr id="1133" name="사각형: 둥근 모서리 26"/>
            <p:cNvSpPr/>
            <p:nvPr/>
          </p:nvSpPr>
          <p:spPr>
            <a:xfrm>
              <a:off x="0" y="0"/>
              <a:ext cx="2599497" cy="1204130"/>
            </a:xfrm>
            <a:prstGeom prst="roundRect">
              <a:avLst>
                <a:gd name="adj" fmla="val 50000"/>
              </a:avLst>
            </a:prstGeom>
            <a:solidFill>
              <a:srgbClr val="7671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4" name="TextBox 27"/>
            <p:cNvSpPr txBox="1"/>
            <p:nvPr/>
          </p:nvSpPr>
          <p:spPr>
            <a:xfrm>
              <a:off x="429293" y="340454"/>
              <a:ext cx="1740908" cy="548140"/>
            </a:xfrm>
            <a:prstGeom prst="rect">
              <a:avLst/>
            </a:prstGeom>
            <a:solidFill>
              <a:srgbClr val="76717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분석한 내용을 정리해서</a:t>
              </a:r>
            </a:p>
            <a:p>
              <a:pPr algn="ctr">
                <a:defRPr sz="1400">
                  <a:solidFill>
                    <a:srgbClr val="FFFFFF"/>
                  </a:solidFill>
                </a:defRPr>
              </a:pP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작성해주세요</a:t>
              </a:r>
              <a:r>
                <a:t>.</a:t>
              </a:r>
            </a:p>
          </p:txBody>
        </p:sp>
      </p:grpSp>
      <p:sp>
        <p:nvSpPr>
          <p:cNvPr id="1136" name="TextBox 28"/>
          <p:cNvSpPr txBox="1"/>
          <p:nvPr/>
        </p:nvSpPr>
        <p:spPr>
          <a:xfrm>
            <a:off x="1188698" y="1661157"/>
            <a:ext cx="20866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AS-IS</a:t>
            </a:r>
          </a:p>
        </p:txBody>
      </p:sp>
      <p:sp>
        <p:nvSpPr>
          <p:cNvPr id="1137" name="TextBox 29"/>
          <p:cNvSpPr txBox="1"/>
          <p:nvPr/>
        </p:nvSpPr>
        <p:spPr>
          <a:xfrm>
            <a:off x="1237571" y="2572854"/>
            <a:ext cx="1740909" cy="535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/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분석한 내용을 정리해서</a:t>
            </a:r>
          </a:p>
          <a:p>
            <a:pPr>
              <a:defRPr sz="1400"/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작성해주세요</a:t>
            </a:r>
          </a:p>
        </p:txBody>
      </p:sp>
      <p:grpSp>
        <p:nvGrpSpPr>
          <p:cNvPr id="1140" name="그룹 30"/>
          <p:cNvGrpSpPr/>
          <p:nvPr/>
        </p:nvGrpSpPr>
        <p:grpSpPr>
          <a:xfrm>
            <a:off x="6264887" y="2677233"/>
            <a:ext cx="303920" cy="300777"/>
            <a:chOff x="0" y="0"/>
            <a:chExt cx="303919" cy="300776"/>
          </a:xfrm>
        </p:grpSpPr>
        <p:sp>
          <p:nvSpPr>
            <p:cNvPr id="1138" name="Freeform: Shape 79"/>
            <p:cNvSpPr/>
            <p:nvPr/>
          </p:nvSpPr>
          <p:spPr>
            <a:xfrm rot="5400000">
              <a:off x="78123" y="74979"/>
              <a:ext cx="300777" cy="150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0" y="0"/>
                  </a:moveTo>
                  <a:lnTo>
                    <a:pt x="11445" y="1103"/>
                  </a:lnTo>
                  <a:lnTo>
                    <a:pt x="20187" y="18538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13" y="18538"/>
                  </a:lnTo>
                  <a:lnTo>
                    <a:pt x="10155" y="1103"/>
                  </a:lnTo>
                  <a:lnTo>
                    <a:pt x="10790" y="0"/>
                  </a:lnTo>
                  <a:close/>
                  <a:moveTo>
                    <a:pt x="10790" y="4900"/>
                  </a:moveTo>
                  <a:lnTo>
                    <a:pt x="4177" y="18089"/>
                  </a:lnTo>
                  <a:lnTo>
                    <a:pt x="17382" y="18089"/>
                  </a:lnTo>
                  <a:lnTo>
                    <a:pt x="10790" y="49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39" name="Freeform: Shape 79"/>
            <p:cNvSpPr/>
            <p:nvPr/>
          </p:nvSpPr>
          <p:spPr>
            <a:xfrm rot="5400000">
              <a:off x="-74980" y="74979"/>
              <a:ext cx="300777" cy="150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0" y="0"/>
                  </a:moveTo>
                  <a:lnTo>
                    <a:pt x="11445" y="1103"/>
                  </a:lnTo>
                  <a:lnTo>
                    <a:pt x="20187" y="18538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13" y="18538"/>
                  </a:lnTo>
                  <a:lnTo>
                    <a:pt x="10155" y="1103"/>
                  </a:lnTo>
                  <a:lnTo>
                    <a:pt x="10790" y="0"/>
                  </a:lnTo>
                  <a:close/>
                  <a:moveTo>
                    <a:pt x="10790" y="4900"/>
                  </a:moveTo>
                  <a:lnTo>
                    <a:pt x="4177" y="18089"/>
                  </a:lnTo>
                  <a:lnTo>
                    <a:pt x="17382" y="18089"/>
                  </a:lnTo>
                  <a:lnTo>
                    <a:pt x="10790" y="4900"/>
                  </a:lnTo>
                  <a:close/>
                </a:path>
              </a:pathLst>
            </a:custGeom>
            <a:solidFill>
              <a:srgbClr val="AFABA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1143" name="그룹 33"/>
          <p:cNvGrpSpPr/>
          <p:nvPr/>
        </p:nvGrpSpPr>
        <p:grpSpPr>
          <a:xfrm>
            <a:off x="6264887" y="4172091"/>
            <a:ext cx="303920" cy="300777"/>
            <a:chOff x="0" y="0"/>
            <a:chExt cx="303919" cy="300776"/>
          </a:xfrm>
        </p:grpSpPr>
        <p:sp>
          <p:nvSpPr>
            <p:cNvPr id="1141" name="Freeform: Shape 79"/>
            <p:cNvSpPr/>
            <p:nvPr/>
          </p:nvSpPr>
          <p:spPr>
            <a:xfrm rot="5400000">
              <a:off x="78123" y="74979"/>
              <a:ext cx="300777" cy="150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0" y="0"/>
                  </a:moveTo>
                  <a:lnTo>
                    <a:pt x="11445" y="1103"/>
                  </a:lnTo>
                  <a:lnTo>
                    <a:pt x="20187" y="18538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13" y="18538"/>
                  </a:lnTo>
                  <a:lnTo>
                    <a:pt x="10155" y="1103"/>
                  </a:lnTo>
                  <a:lnTo>
                    <a:pt x="10790" y="0"/>
                  </a:lnTo>
                  <a:close/>
                  <a:moveTo>
                    <a:pt x="10790" y="4900"/>
                  </a:moveTo>
                  <a:lnTo>
                    <a:pt x="4177" y="18089"/>
                  </a:lnTo>
                  <a:lnTo>
                    <a:pt x="17382" y="18089"/>
                  </a:lnTo>
                  <a:lnTo>
                    <a:pt x="10790" y="49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42" name="Freeform: Shape 79"/>
            <p:cNvSpPr/>
            <p:nvPr/>
          </p:nvSpPr>
          <p:spPr>
            <a:xfrm rot="5400000">
              <a:off x="-74980" y="74979"/>
              <a:ext cx="300777" cy="150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0" y="0"/>
                  </a:moveTo>
                  <a:lnTo>
                    <a:pt x="11445" y="1103"/>
                  </a:lnTo>
                  <a:lnTo>
                    <a:pt x="20187" y="18538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13" y="18538"/>
                  </a:lnTo>
                  <a:lnTo>
                    <a:pt x="10155" y="1103"/>
                  </a:lnTo>
                  <a:lnTo>
                    <a:pt x="10790" y="0"/>
                  </a:lnTo>
                  <a:close/>
                  <a:moveTo>
                    <a:pt x="10790" y="4900"/>
                  </a:moveTo>
                  <a:lnTo>
                    <a:pt x="4177" y="18089"/>
                  </a:lnTo>
                  <a:lnTo>
                    <a:pt x="17382" y="18089"/>
                  </a:lnTo>
                  <a:lnTo>
                    <a:pt x="10790" y="4900"/>
                  </a:lnTo>
                  <a:close/>
                </a:path>
              </a:pathLst>
            </a:custGeom>
            <a:solidFill>
              <a:srgbClr val="AFABA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1146" name="그룹 36"/>
          <p:cNvGrpSpPr/>
          <p:nvPr/>
        </p:nvGrpSpPr>
        <p:grpSpPr>
          <a:xfrm>
            <a:off x="6264887" y="5666144"/>
            <a:ext cx="303920" cy="300777"/>
            <a:chOff x="0" y="0"/>
            <a:chExt cx="303919" cy="300776"/>
          </a:xfrm>
        </p:grpSpPr>
        <p:sp>
          <p:nvSpPr>
            <p:cNvPr id="1144" name="Freeform: Shape 79"/>
            <p:cNvSpPr/>
            <p:nvPr/>
          </p:nvSpPr>
          <p:spPr>
            <a:xfrm rot="5400000">
              <a:off x="78123" y="74979"/>
              <a:ext cx="300777" cy="150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0" y="0"/>
                  </a:moveTo>
                  <a:lnTo>
                    <a:pt x="11445" y="1103"/>
                  </a:lnTo>
                  <a:lnTo>
                    <a:pt x="20187" y="18538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13" y="18538"/>
                  </a:lnTo>
                  <a:lnTo>
                    <a:pt x="10155" y="1103"/>
                  </a:lnTo>
                  <a:lnTo>
                    <a:pt x="10790" y="0"/>
                  </a:lnTo>
                  <a:close/>
                  <a:moveTo>
                    <a:pt x="10790" y="4900"/>
                  </a:moveTo>
                  <a:lnTo>
                    <a:pt x="4177" y="18089"/>
                  </a:lnTo>
                  <a:lnTo>
                    <a:pt x="17382" y="18089"/>
                  </a:lnTo>
                  <a:lnTo>
                    <a:pt x="10790" y="49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45" name="Freeform: Shape 79"/>
            <p:cNvSpPr/>
            <p:nvPr/>
          </p:nvSpPr>
          <p:spPr>
            <a:xfrm rot="5400000">
              <a:off x="-74980" y="74979"/>
              <a:ext cx="300777" cy="150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0" y="0"/>
                  </a:moveTo>
                  <a:lnTo>
                    <a:pt x="11445" y="1103"/>
                  </a:lnTo>
                  <a:lnTo>
                    <a:pt x="20187" y="18538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13" y="18538"/>
                  </a:lnTo>
                  <a:lnTo>
                    <a:pt x="10155" y="1103"/>
                  </a:lnTo>
                  <a:lnTo>
                    <a:pt x="10790" y="0"/>
                  </a:lnTo>
                  <a:close/>
                  <a:moveTo>
                    <a:pt x="10790" y="4900"/>
                  </a:moveTo>
                  <a:lnTo>
                    <a:pt x="4177" y="18089"/>
                  </a:lnTo>
                  <a:lnTo>
                    <a:pt x="17382" y="18089"/>
                  </a:lnTo>
                  <a:lnTo>
                    <a:pt x="10790" y="4900"/>
                  </a:lnTo>
                  <a:close/>
                </a:path>
              </a:pathLst>
            </a:custGeom>
            <a:solidFill>
              <a:srgbClr val="AFABA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pic>
        <p:nvPicPr>
          <p:cNvPr id="1147" name="그림 39" descr="그림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148" name="TextBox 40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151" name="그림 41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149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150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4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155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156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7" name="TextBox 1"/>
          <p:cNvSpPr txBox="1"/>
          <p:nvPr/>
        </p:nvSpPr>
        <p:spPr>
          <a:xfrm>
            <a:off x="1735057" y="1552424"/>
            <a:ext cx="181534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1158" name="직선 연결선 4"/>
          <p:cNvSpPr/>
          <p:nvPr/>
        </p:nvSpPr>
        <p:spPr>
          <a:xfrm>
            <a:off x="1129725" y="1890977"/>
            <a:ext cx="3026005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9" name="TextBox 9"/>
          <p:cNvSpPr txBox="1"/>
          <p:nvPr/>
        </p:nvSpPr>
        <p:spPr>
          <a:xfrm>
            <a:off x="1267224" y="2057280"/>
            <a:ext cx="2653894" cy="85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</p:txBody>
      </p:sp>
      <p:sp>
        <p:nvSpPr>
          <p:cNvPr id="1160" name="직사각형 10"/>
          <p:cNvSpPr/>
          <p:nvPr/>
        </p:nvSpPr>
        <p:spPr>
          <a:xfrm>
            <a:off x="1129725" y="3075096"/>
            <a:ext cx="3026005" cy="1702126"/>
          </a:xfrm>
          <a:prstGeom prst="rect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100">
                <a:solidFill>
                  <a:srgbClr val="808080"/>
                </a:solidFill>
              </a:defRPr>
            </a:pPr>
            <a:endParaRPr/>
          </a:p>
        </p:txBody>
      </p:sp>
      <p:grpSp>
        <p:nvGrpSpPr>
          <p:cNvPr id="1164" name="그룹 11"/>
          <p:cNvGrpSpPr/>
          <p:nvPr/>
        </p:nvGrpSpPr>
        <p:grpSpPr>
          <a:xfrm>
            <a:off x="1328644" y="4929402"/>
            <a:ext cx="2628166" cy="270315"/>
            <a:chOff x="0" y="0"/>
            <a:chExt cx="2628165" cy="270313"/>
          </a:xfrm>
        </p:grpSpPr>
        <p:sp>
          <p:nvSpPr>
            <p:cNvPr id="1161" name="Straight Connector 56"/>
            <p:cNvSpPr/>
            <p:nvPr/>
          </p:nvSpPr>
          <p:spPr>
            <a:xfrm>
              <a:off x="0" y="150826"/>
              <a:ext cx="2628166" cy="1"/>
            </a:xfrm>
            <a:prstGeom prst="line">
              <a:avLst/>
            </a:prstGeom>
            <a:noFill/>
            <a:ln w="6350" cap="flat">
              <a:solidFill>
                <a:srgbClr val="9A9A9A"/>
              </a:solidFill>
              <a:prstDash val="solid"/>
              <a:miter lim="800000"/>
            </a:ln>
            <a:effectLst>
              <a:outerShdw rotWithShape="0">
                <a:srgbClr val="000000"/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2" name="Oval 48"/>
            <p:cNvSpPr/>
            <p:nvPr/>
          </p:nvSpPr>
          <p:spPr>
            <a:xfrm>
              <a:off x="1179990" y="0"/>
              <a:ext cx="268187" cy="27031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163" name="Freeform 49"/>
            <p:cNvSpPr/>
            <p:nvPr/>
          </p:nvSpPr>
          <p:spPr>
            <a:xfrm>
              <a:off x="1227327" y="90634"/>
              <a:ext cx="173533" cy="98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2175" y="19161"/>
                  </a:lnTo>
                  <a:lnTo>
                    <a:pt x="21600" y="2439"/>
                  </a:lnTo>
                  <a:lnTo>
                    <a:pt x="20225" y="0"/>
                  </a:lnTo>
                  <a:lnTo>
                    <a:pt x="10800" y="17071"/>
                  </a:lnTo>
                  <a:lnTo>
                    <a:pt x="1375" y="0"/>
                  </a:lnTo>
                  <a:lnTo>
                    <a:pt x="0" y="2439"/>
                  </a:lnTo>
                  <a:lnTo>
                    <a:pt x="9622" y="19161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</p:grpSp>
      <p:sp>
        <p:nvSpPr>
          <p:cNvPr id="1165" name="TextBox 15"/>
          <p:cNvSpPr txBox="1"/>
          <p:nvPr/>
        </p:nvSpPr>
        <p:spPr>
          <a:xfrm>
            <a:off x="1286183" y="5315837"/>
            <a:ext cx="2713089" cy="601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ts val="2000"/>
              </a:lnSpc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작성한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내용을 요약해서 입력</a:t>
            </a: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해주세요</a:t>
            </a:r>
          </a:p>
          <a:p>
            <a:pPr algn="ctr">
              <a:lnSpc>
                <a:spcPts val="2000"/>
              </a:lnSpc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짧게 요약해주세요</a:t>
            </a:r>
          </a:p>
        </p:txBody>
      </p:sp>
      <p:grpSp>
        <p:nvGrpSpPr>
          <p:cNvPr id="1168" name="직사각형 69"/>
          <p:cNvGrpSpPr/>
          <p:nvPr/>
        </p:nvGrpSpPr>
        <p:grpSpPr>
          <a:xfrm>
            <a:off x="1116122" y="6031676"/>
            <a:ext cx="3053211" cy="456816"/>
            <a:chOff x="0" y="-1"/>
            <a:chExt cx="3053210" cy="456815"/>
          </a:xfrm>
        </p:grpSpPr>
        <p:sp>
          <p:nvSpPr>
            <p:cNvPr id="1166" name="Rectangle"/>
            <p:cNvSpPr/>
            <p:nvPr/>
          </p:nvSpPr>
          <p:spPr>
            <a:xfrm>
              <a:off x="0" y="-1"/>
              <a:ext cx="3053210" cy="456815"/>
            </a:xfrm>
            <a:prstGeom prst="rect">
              <a:avLst/>
            </a:prstGeom>
            <a:solidFill>
              <a:srgbClr val="EAEAE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126BF6"/>
                  </a:solidFill>
                </a:defRPr>
              </a:pPr>
              <a:endParaRPr/>
            </a:p>
          </p:txBody>
        </p:sp>
        <p:sp>
          <p:nvSpPr>
            <p:cNvPr id="1167" name="키워드 입력"/>
            <p:cNvSpPr txBox="1"/>
            <p:nvPr/>
          </p:nvSpPr>
          <p:spPr>
            <a:xfrm>
              <a:off x="45720" y="55462"/>
              <a:ext cx="2961771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26BF6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1169" name="TextBox 18"/>
          <p:cNvSpPr txBox="1"/>
          <p:nvPr/>
        </p:nvSpPr>
        <p:spPr>
          <a:xfrm>
            <a:off x="5181529" y="1552424"/>
            <a:ext cx="181534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1170" name="직선 연결선 19"/>
          <p:cNvSpPr/>
          <p:nvPr/>
        </p:nvSpPr>
        <p:spPr>
          <a:xfrm>
            <a:off x="4576197" y="1890977"/>
            <a:ext cx="3026005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1" name="TextBox 20"/>
          <p:cNvSpPr txBox="1"/>
          <p:nvPr/>
        </p:nvSpPr>
        <p:spPr>
          <a:xfrm>
            <a:off x="4713697" y="2057280"/>
            <a:ext cx="2653893" cy="85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</p:txBody>
      </p:sp>
      <p:sp>
        <p:nvSpPr>
          <p:cNvPr id="1172" name="직사각형 21"/>
          <p:cNvSpPr/>
          <p:nvPr/>
        </p:nvSpPr>
        <p:spPr>
          <a:xfrm>
            <a:off x="4576197" y="3075096"/>
            <a:ext cx="3026005" cy="1702126"/>
          </a:xfrm>
          <a:prstGeom prst="rect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100">
                <a:solidFill>
                  <a:srgbClr val="808080"/>
                </a:solidFill>
              </a:defRPr>
            </a:pPr>
            <a:endParaRPr/>
          </a:p>
        </p:txBody>
      </p:sp>
      <p:grpSp>
        <p:nvGrpSpPr>
          <p:cNvPr id="1176" name="그룹 22"/>
          <p:cNvGrpSpPr/>
          <p:nvPr/>
        </p:nvGrpSpPr>
        <p:grpSpPr>
          <a:xfrm>
            <a:off x="4775115" y="4929402"/>
            <a:ext cx="2628167" cy="270315"/>
            <a:chOff x="0" y="0"/>
            <a:chExt cx="2628165" cy="270313"/>
          </a:xfrm>
        </p:grpSpPr>
        <p:sp>
          <p:nvSpPr>
            <p:cNvPr id="1173" name="Straight Connector 56"/>
            <p:cNvSpPr/>
            <p:nvPr/>
          </p:nvSpPr>
          <p:spPr>
            <a:xfrm>
              <a:off x="0" y="150826"/>
              <a:ext cx="2628166" cy="1"/>
            </a:xfrm>
            <a:prstGeom prst="line">
              <a:avLst/>
            </a:prstGeom>
            <a:noFill/>
            <a:ln w="6350" cap="flat">
              <a:solidFill>
                <a:srgbClr val="9A9A9A"/>
              </a:solidFill>
              <a:prstDash val="solid"/>
              <a:miter lim="800000"/>
            </a:ln>
            <a:effectLst>
              <a:outerShdw rotWithShape="0">
                <a:srgbClr val="000000"/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74" name="Oval 48"/>
            <p:cNvSpPr/>
            <p:nvPr/>
          </p:nvSpPr>
          <p:spPr>
            <a:xfrm>
              <a:off x="1179990" y="0"/>
              <a:ext cx="268187" cy="27031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175" name="Freeform 49"/>
            <p:cNvSpPr/>
            <p:nvPr/>
          </p:nvSpPr>
          <p:spPr>
            <a:xfrm>
              <a:off x="1227327" y="90634"/>
              <a:ext cx="173533" cy="98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2175" y="19161"/>
                  </a:lnTo>
                  <a:lnTo>
                    <a:pt x="21600" y="2439"/>
                  </a:lnTo>
                  <a:lnTo>
                    <a:pt x="20225" y="0"/>
                  </a:lnTo>
                  <a:lnTo>
                    <a:pt x="10800" y="17071"/>
                  </a:lnTo>
                  <a:lnTo>
                    <a:pt x="1375" y="0"/>
                  </a:lnTo>
                  <a:lnTo>
                    <a:pt x="0" y="2439"/>
                  </a:lnTo>
                  <a:lnTo>
                    <a:pt x="9622" y="19161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</p:grpSp>
      <p:sp>
        <p:nvSpPr>
          <p:cNvPr id="1177" name="TextBox 26"/>
          <p:cNvSpPr txBox="1"/>
          <p:nvPr/>
        </p:nvSpPr>
        <p:spPr>
          <a:xfrm>
            <a:off x="4732655" y="5315837"/>
            <a:ext cx="2713089" cy="601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ts val="2000"/>
              </a:lnSpc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작성한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내용을 요약해서 입력</a:t>
            </a: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해주세요</a:t>
            </a:r>
          </a:p>
          <a:p>
            <a:pPr algn="ctr">
              <a:lnSpc>
                <a:spcPts val="2000"/>
              </a:lnSpc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짧게 요약해주세요</a:t>
            </a:r>
          </a:p>
        </p:txBody>
      </p:sp>
      <p:grpSp>
        <p:nvGrpSpPr>
          <p:cNvPr id="1180" name="직사각형 69"/>
          <p:cNvGrpSpPr/>
          <p:nvPr/>
        </p:nvGrpSpPr>
        <p:grpSpPr>
          <a:xfrm>
            <a:off x="4562594" y="6031676"/>
            <a:ext cx="3053211" cy="456816"/>
            <a:chOff x="0" y="-1"/>
            <a:chExt cx="3053210" cy="456815"/>
          </a:xfrm>
        </p:grpSpPr>
        <p:sp>
          <p:nvSpPr>
            <p:cNvPr id="1178" name="Rectangle"/>
            <p:cNvSpPr/>
            <p:nvPr/>
          </p:nvSpPr>
          <p:spPr>
            <a:xfrm>
              <a:off x="0" y="-1"/>
              <a:ext cx="3053210" cy="456815"/>
            </a:xfrm>
            <a:prstGeom prst="rect">
              <a:avLst/>
            </a:prstGeom>
            <a:solidFill>
              <a:srgbClr val="EAEAE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126BF6"/>
                  </a:solidFill>
                </a:defRPr>
              </a:pPr>
              <a:endParaRPr/>
            </a:p>
          </p:txBody>
        </p:sp>
        <p:sp>
          <p:nvSpPr>
            <p:cNvPr id="1179" name="키워드 입력"/>
            <p:cNvSpPr txBox="1"/>
            <p:nvPr/>
          </p:nvSpPr>
          <p:spPr>
            <a:xfrm>
              <a:off x="45720" y="55462"/>
              <a:ext cx="2961771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26BF6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1181" name="TextBox 29"/>
          <p:cNvSpPr txBox="1"/>
          <p:nvPr/>
        </p:nvSpPr>
        <p:spPr>
          <a:xfrm>
            <a:off x="8632176" y="1552424"/>
            <a:ext cx="181534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1182" name="직선 연결선 30"/>
          <p:cNvSpPr/>
          <p:nvPr/>
        </p:nvSpPr>
        <p:spPr>
          <a:xfrm>
            <a:off x="8026844" y="1890977"/>
            <a:ext cx="3026005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3" name="TextBox 31"/>
          <p:cNvSpPr txBox="1"/>
          <p:nvPr/>
        </p:nvSpPr>
        <p:spPr>
          <a:xfrm>
            <a:off x="8164345" y="2057280"/>
            <a:ext cx="2653893" cy="85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  <a:p>
            <a:pPr marL="144000" indent="-215999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세부내용을 상세하게 작성해주세요</a:t>
            </a:r>
          </a:p>
        </p:txBody>
      </p:sp>
      <p:sp>
        <p:nvSpPr>
          <p:cNvPr id="1184" name="직사각형 32"/>
          <p:cNvSpPr/>
          <p:nvPr/>
        </p:nvSpPr>
        <p:spPr>
          <a:xfrm>
            <a:off x="8026844" y="3075096"/>
            <a:ext cx="3026005" cy="1702126"/>
          </a:xfrm>
          <a:prstGeom prst="rect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100">
                <a:solidFill>
                  <a:srgbClr val="808080"/>
                </a:solidFill>
              </a:defRPr>
            </a:pPr>
            <a:endParaRPr/>
          </a:p>
        </p:txBody>
      </p:sp>
      <p:grpSp>
        <p:nvGrpSpPr>
          <p:cNvPr id="1188" name="그룹 33"/>
          <p:cNvGrpSpPr/>
          <p:nvPr/>
        </p:nvGrpSpPr>
        <p:grpSpPr>
          <a:xfrm>
            <a:off x="8225763" y="4929402"/>
            <a:ext cx="2628167" cy="270315"/>
            <a:chOff x="0" y="0"/>
            <a:chExt cx="2628165" cy="270313"/>
          </a:xfrm>
        </p:grpSpPr>
        <p:sp>
          <p:nvSpPr>
            <p:cNvPr id="1185" name="Straight Connector 56"/>
            <p:cNvSpPr/>
            <p:nvPr/>
          </p:nvSpPr>
          <p:spPr>
            <a:xfrm>
              <a:off x="0" y="150826"/>
              <a:ext cx="2628166" cy="1"/>
            </a:xfrm>
            <a:prstGeom prst="line">
              <a:avLst/>
            </a:prstGeom>
            <a:noFill/>
            <a:ln w="6350" cap="flat">
              <a:solidFill>
                <a:srgbClr val="9A9A9A"/>
              </a:solidFill>
              <a:prstDash val="solid"/>
              <a:miter lim="800000"/>
            </a:ln>
            <a:effectLst>
              <a:outerShdw rotWithShape="0">
                <a:srgbClr val="000000"/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86" name="Oval 48"/>
            <p:cNvSpPr/>
            <p:nvPr/>
          </p:nvSpPr>
          <p:spPr>
            <a:xfrm>
              <a:off x="1179990" y="0"/>
              <a:ext cx="268187" cy="27031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187" name="Freeform 49"/>
            <p:cNvSpPr/>
            <p:nvPr/>
          </p:nvSpPr>
          <p:spPr>
            <a:xfrm>
              <a:off x="1227327" y="90634"/>
              <a:ext cx="173533" cy="98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2175" y="19161"/>
                  </a:lnTo>
                  <a:lnTo>
                    <a:pt x="21600" y="2439"/>
                  </a:lnTo>
                  <a:lnTo>
                    <a:pt x="20225" y="0"/>
                  </a:lnTo>
                  <a:lnTo>
                    <a:pt x="10800" y="17071"/>
                  </a:lnTo>
                  <a:lnTo>
                    <a:pt x="1375" y="0"/>
                  </a:lnTo>
                  <a:lnTo>
                    <a:pt x="0" y="2439"/>
                  </a:lnTo>
                  <a:lnTo>
                    <a:pt x="9622" y="19161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  <a:endParaRPr/>
            </a:p>
          </p:txBody>
        </p:sp>
      </p:grpSp>
      <p:sp>
        <p:nvSpPr>
          <p:cNvPr id="1189" name="TextBox 37"/>
          <p:cNvSpPr txBox="1"/>
          <p:nvPr/>
        </p:nvSpPr>
        <p:spPr>
          <a:xfrm>
            <a:off x="8183303" y="5315837"/>
            <a:ext cx="2713088" cy="601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ts val="2000"/>
              </a:lnSpc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작성한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내용을 요약해서 입력</a:t>
            </a: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해주세요</a:t>
            </a:r>
          </a:p>
          <a:p>
            <a:pPr algn="ctr">
              <a:lnSpc>
                <a:spcPts val="2000"/>
              </a:lnSpc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짧게 요약해주세요</a:t>
            </a:r>
          </a:p>
        </p:txBody>
      </p:sp>
      <p:grpSp>
        <p:nvGrpSpPr>
          <p:cNvPr id="1192" name="직사각형 69"/>
          <p:cNvGrpSpPr/>
          <p:nvPr/>
        </p:nvGrpSpPr>
        <p:grpSpPr>
          <a:xfrm>
            <a:off x="8013241" y="6031676"/>
            <a:ext cx="3053212" cy="456816"/>
            <a:chOff x="0" y="-1"/>
            <a:chExt cx="3053210" cy="456815"/>
          </a:xfrm>
        </p:grpSpPr>
        <p:sp>
          <p:nvSpPr>
            <p:cNvPr id="1190" name="Rectangle"/>
            <p:cNvSpPr/>
            <p:nvPr/>
          </p:nvSpPr>
          <p:spPr>
            <a:xfrm>
              <a:off x="0" y="-1"/>
              <a:ext cx="3053210" cy="456815"/>
            </a:xfrm>
            <a:prstGeom prst="rect">
              <a:avLst/>
            </a:prstGeom>
            <a:solidFill>
              <a:srgbClr val="EAEAE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126BF6"/>
                  </a:solidFill>
                </a:defRPr>
              </a:pPr>
              <a:endParaRPr/>
            </a:p>
          </p:txBody>
        </p:sp>
        <p:sp>
          <p:nvSpPr>
            <p:cNvPr id="1191" name="키워드 입력"/>
            <p:cNvSpPr txBox="1"/>
            <p:nvPr/>
          </p:nvSpPr>
          <p:spPr>
            <a:xfrm>
              <a:off x="45720" y="55462"/>
              <a:ext cx="2961771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26BF6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pic>
        <p:nvPicPr>
          <p:cNvPr id="1193" name="그림 17" descr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194" name="TextBox 28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197" name="그림 3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19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196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20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20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3" name="사각형: 둥근 모서리 1"/>
          <p:cNvSpPr/>
          <p:nvPr/>
        </p:nvSpPr>
        <p:spPr>
          <a:xfrm>
            <a:off x="1272495" y="2020577"/>
            <a:ext cx="9794452" cy="1327398"/>
          </a:xfrm>
          <a:prstGeom prst="roundRect">
            <a:avLst>
              <a:gd name="adj" fmla="val 50000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767171">
                <a:alpha val="52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4" name="사각형: 둥근 모서리 4"/>
          <p:cNvSpPr/>
          <p:nvPr/>
        </p:nvSpPr>
        <p:spPr>
          <a:xfrm>
            <a:off x="5759655" y="2020577"/>
            <a:ext cx="5307292" cy="1327398"/>
          </a:xfrm>
          <a:prstGeom prst="roundRect">
            <a:avLst>
              <a:gd name="adj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5" name="TextBox 9"/>
          <p:cNvSpPr txBox="1"/>
          <p:nvPr/>
        </p:nvSpPr>
        <p:spPr>
          <a:xfrm>
            <a:off x="2332585" y="1651730"/>
            <a:ext cx="20866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PROBLEM</a:t>
            </a:r>
          </a:p>
        </p:txBody>
      </p:sp>
      <p:sp>
        <p:nvSpPr>
          <p:cNvPr id="1206" name="TextBox 10"/>
          <p:cNvSpPr txBox="1"/>
          <p:nvPr/>
        </p:nvSpPr>
        <p:spPr>
          <a:xfrm>
            <a:off x="7369959" y="1651730"/>
            <a:ext cx="20866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26BF6"/>
                </a:solidFill>
              </a:defRPr>
            </a:lvl1pPr>
          </a:lstStyle>
          <a:p>
            <a:r>
              <a:t>SOLUTION</a:t>
            </a:r>
          </a:p>
        </p:txBody>
      </p:sp>
      <p:sp>
        <p:nvSpPr>
          <p:cNvPr id="1207" name="TextBox 11"/>
          <p:cNvSpPr txBox="1"/>
          <p:nvPr/>
        </p:nvSpPr>
        <p:spPr>
          <a:xfrm>
            <a:off x="1998843" y="2299287"/>
            <a:ext cx="2766696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문제점에 대한 내용을 입력해주세요. 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/>
            </a:pPr>
            <a:r>
              <a:t>중요 내용을 볼드 포인트 해주세요.”</a:t>
            </a:r>
          </a:p>
        </p:txBody>
      </p:sp>
      <p:sp>
        <p:nvSpPr>
          <p:cNvPr id="1208" name="TextBox 12"/>
          <p:cNvSpPr txBox="1"/>
          <p:nvPr/>
        </p:nvSpPr>
        <p:spPr>
          <a:xfrm>
            <a:off x="6697659" y="2299287"/>
            <a:ext cx="3431283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해결책에 대한 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중요 내용을 볼드 포인트 해주세요.”</a:t>
            </a:r>
          </a:p>
        </p:txBody>
      </p:sp>
      <p:sp>
        <p:nvSpPr>
          <p:cNvPr id="1209" name="사각형: 둥근 모서리 13"/>
          <p:cNvSpPr/>
          <p:nvPr/>
        </p:nvSpPr>
        <p:spPr>
          <a:xfrm>
            <a:off x="1272495" y="3562279"/>
            <a:ext cx="9794452" cy="1327398"/>
          </a:xfrm>
          <a:prstGeom prst="roundRect">
            <a:avLst>
              <a:gd name="adj" fmla="val 50000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767171">
                <a:alpha val="52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0" name="사각형: 둥근 모서리 14"/>
          <p:cNvSpPr/>
          <p:nvPr/>
        </p:nvSpPr>
        <p:spPr>
          <a:xfrm>
            <a:off x="5759655" y="3562279"/>
            <a:ext cx="5307292" cy="1327398"/>
          </a:xfrm>
          <a:prstGeom prst="roundRect">
            <a:avLst>
              <a:gd name="adj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1" name="TextBox 15"/>
          <p:cNvSpPr txBox="1"/>
          <p:nvPr/>
        </p:nvSpPr>
        <p:spPr>
          <a:xfrm>
            <a:off x="1998843" y="3840989"/>
            <a:ext cx="2766696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문제점에 대한 내용을 입력해주세요. 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/>
            </a:pPr>
            <a:r>
              <a:t>중요 내용을 볼드 포인트 해주세요.”</a:t>
            </a:r>
          </a:p>
        </p:txBody>
      </p:sp>
      <p:sp>
        <p:nvSpPr>
          <p:cNvPr id="1212" name="TextBox 16"/>
          <p:cNvSpPr txBox="1"/>
          <p:nvPr/>
        </p:nvSpPr>
        <p:spPr>
          <a:xfrm>
            <a:off x="6697659" y="3840989"/>
            <a:ext cx="3431283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해결책에 대한 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중요 내용을 볼드 포인트 해주세요.”</a:t>
            </a:r>
          </a:p>
        </p:txBody>
      </p:sp>
      <p:sp>
        <p:nvSpPr>
          <p:cNvPr id="1213" name="사각형: 둥근 모서리 17"/>
          <p:cNvSpPr/>
          <p:nvPr/>
        </p:nvSpPr>
        <p:spPr>
          <a:xfrm>
            <a:off x="1272495" y="5103981"/>
            <a:ext cx="9794452" cy="1327398"/>
          </a:xfrm>
          <a:prstGeom prst="roundRect">
            <a:avLst>
              <a:gd name="adj" fmla="val 50000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2700000" rotWithShape="0">
              <a:srgbClr val="767171">
                <a:alpha val="52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4" name="사각형: 둥근 모서리 18"/>
          <p:cNvSpPr/>
          <p:nvPr/>
        </p:nvSpPr>
        <p:spPr>
          <a:xfrm>
            <a:off x="5759655" y="5103981"/>
            <a:ext cx="5307292" cy="1327398"/>
          </a:xfrm>
          <a:prstGeom prst="roundRect">
            <a:avLst>
              <a:gd name="adj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5" name="TextBox 19"/>
          <p:cNvSpPr txBox="1"/>
          <p:nvPr/>
        </p:nvSpPr>
        <p:spPr>
          <a:xfrm>
            <a:off x="1998843" y="5382691"/>
            <a:ext cx="2766696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문제점에 대한 내용을 입력해주세요. 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/>
            </a:pPr>
            <a:r>
              <a:t>중요 내용을 볼드 포인트 해주세요.”</a:t>
            </a:r>
          </a:p>
        </p:txBody>
      </p:sp>
      <p:sp>
        <p:nvSpPr>
          <p:cNvPr id="1216" name="TextBox 20"/>
          <p:cNvSpPr txBox="1"/>
          <p:nvPr/>
        </p:nvSpPr>
        <p:spPr>
          <a:xfrm>
            <a:off x="6697659" y="5382691"/>
            <a:ext cx="3431283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“ 해결책에 대한 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중요 내용을 볼드 포인트 해주세요.”</a:t>
            </a:r>
          </a:p>
        </p:txBody>
      </p:sp>
      <p:grpSp>
        <p:nvGrpSpPr>
          <p:cNvPr id="1219" name="타원 21"/>
          <p:cNvGrpSpPr/>
          <p:nvPr/>
        </p:nvGrpSpPr>
        <p:grpSpPr>
          <a:xfrm>
            <a:off x="1125054" y="2553796"/>
            <a:ext cx="300068" cy="307342"/>
            <a:chOff x="0" y="-1"/>
            <a:chExt cx="300067" cy="307341"/>
          </a:xfrm>
        </p:grpSpPr>
        <p:sp>
          <p:nvSpPr>
            <p:cNvPr id="1217" name="Circle"/>
            <p:cNvSpPr/>
            <p:nvPr/>
          </p:nvSpPr>
          <p:spPr>
            <a:xfrm>
              <a:off x="0" y="3636"/>
              <a:ext cx="300067" cy="30006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18" name="1"/>
            <p:cNvSpPr txBox="1"/>
            <p:nvPr/>
          </p:nvSpPr>
          <p:spPr>
            <a:xfrm>
              <a:off x="89663" y="-1"/>
              <a:ext cx="12074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222" name="타원 22"/>
          <p:cNvGrpSpPr/>
          <p:nvPr/>
        </p:nvGrpSpPr>
        <p:grpSpPr>
          <a:xfrm>
            <a:off x="1125054" y="4095166"/>
            <a:ext cx="300068" cy="307342"/>
            <a:chOff x="0" y="-1"/>
            <a:chExt cx="300067" cy="307341"/>
          </a:xfrm>
        </p:grpSpPr>
        <p:sp>
          <p:nvSpPr>
            <p:cNvPr id="1220" name="Circle"/>
            <p:cNvSpPr/>
            <p:nvPr/>
          </p:nvSpPr>
          <p:spPr>
            <a:xfrm>
              <a:off x="0" y="3636"/>
              <a:ext cx="300067" cy="30006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21" name="2"/>
            <p:cNvSpPr txBox="1"/>
            <p:nvPr/>
          </p:nvSpPr>
          <p:spPr>
            <a:xfrm>
              <a:off x="89663" y="-1"/>
              <a:ext cx="12074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225" name="타원 23"/>
          <p:cNvGrpSpPr/>
          <p:nvPr/>
        </p:nvGrpSpPr>
        <p:grpSpPr>
          <a:xfrm>
            <a:off x="1125054" y="5614007"/>
            <a:ext cx="300068" cy="307342"/>
            <a:chOff x="0" y="-1"/>
            <a:chExt cx="300067" cy="307341"/>
          </a:xfrm>
        </p:grpSpPr>
        <p:sp>
          <p:nvSpPr>
            <p:cNvPr id="1223" name="Circle"/>
            <p:cNvSpPr/>
            <p:nvPr/>
          </p:nvSpPr>
          <p:spPr>
            <a:xfrm>
              <a:off x="0" y="3636"/>
              <a:ext cx="300067" cy="30006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24" name="3"/>
            <p:cNvSpPr txBox="1"/>
            <p:nvPr/>
          </p:nvSpPr>
          <p:spPr>
            <a:xfrm>
              <a:off x="89663" y="-1"/>
              <a:ext cx="12074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3</a:t>
              </a:r>
            </a:p>
          </p:txBody>
        </p:sp>
      </p:grpSp>
      <p:pic>
        <p:nvPicPr>
          <p:cNvPr id="1226" name="그림 24" descr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227" name="TextBox 2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230" name="그림 2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228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229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3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234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235" name="TextBox 41"/>
          <p:cNvSpPr txBox="1"/>
          <p:nvPr/>
        </p:nvSpPr>
        <p:spPr>
          <a:xfrm>
            <a:off x="1005230" y="2881186"/>
            <a:ext cx="3036183" cy="602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4가지로 뽑을 수 있는 포인트만 </a:t>
            </a:r>
          </a:p>
          <a:p>
            <a:pPr>
              <a:defRPr sz="16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그래픽에 잘 넣어서 설명해주세요.</a:t>
            </a:r>
          </a:p>
        </p:txBody>
      </p:sp>
      <p:sp>
        <p:nvSpPr>
          <p:cNvPr id="1236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7" name="TextBox 43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sp>
        <p:nvSpPr>
          <p:cNvPr id="1238" name="자유형: 도형 44"/>
          <p:cNvSpPr/>
          <p:nvPr/>
        </p:nvSpPr>
        <p:spPr>
          <a:xfrm>
            <a:off x="4133346" y="3165679"/>
            <a:ext cx="1874958" cy="36923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669"/>
                </a:lnTo>
                <a:lnTo>
                  <a:pt x="21600" y="21600"/>
                </a:lnTo>
                <a:lnTo>
                  <a:pt x="0" y="21600"/>
                </a:lnTo>
                <a:lnTo>
                  <a:pt x="0" y="2669"/>
                </a:lnTo>
                <a:lnTo>
                  <a:pt x="1080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9" name="육각형 45"/>
          <p:cNvSpPr/>
          <p:nvPr/>
        </p:nvSpPr>
        <p:spPr>
          <a:xfrm rot="5400000">
            <a:off x="4196283" y="3525719"/>
            <a:ext cx="1749085" cy="1507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40" name="TextBox 46"/>
          <p:cNvSpPr txBox="1"/>
          <p:nvPr/>
        </p:nvSpPr>
        <p:spPr>
          <a:xfrm>
            <a:off x="4389623" y="4368658"/>
            <a:ext cx="1362406" cy="33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241" name="TextBox 47"/>
          <p:cNvSpPr txBox="1"/>
          <p:nvPr/>
        </p:nvSpPr>
        <p:spPr>
          <a:xfrm>
            <a:off x="4269664" y="5389393"/>
            <a:ext cx="1602322" cy="5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간략한 </a:t>
            </a:r>
          </a:p>
          <a:p>
            <a:pPr algn="ctr">
              <a:defRPr sz="13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설명내용 추가</a:t>
            </a:r>
          </a:p>
        </p:txBody>
      </p:sp>
      <p:grpSp>
        <p:nvGrpSpPr>
          <p:cNvPr id="1247" name="Group 191"/>
          <p:cNvGrpSpPr/>
          <p:nvPr/>
        </p:nvGrpSpPr>
        <p:grpSpPr>
          <a:xfrm>
            <a:off x="4808937" y="3831156"/>
            <a:ext cx="523775" cy="478960"/>
            <a:chOff x="0" y="0"/>
            <a:chExt cx="523773" cy="478958"/>
          </a:xfrm>
        </p:grpSpPr>
        <p:sp>
          <p:nvSpPr>
            <p:cNvPr id="1242" name="Rectangle 160"/>
            <p:cNvSpPr/>
            <p:nvPr/>
          </p:nvSpPr>
          <p:spPr>
            <a:xfrm>
              <a:off x="33611" y="378125"/>
              <a:ext cx="98034" cy="100834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43" name="Rectangle 161"/>
            <p:cNvSpPr/>
            <p:nvPr/>
          </p:nvSpPr>
          <p:spPr>
            <a:xfrm>
              <a:off x="165253" y="310903"/>
              <a:ext cx="98034" cy="168056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44" name="Rectangle 162"/>
            <p:cNvSpPr/>
            <p:nvPr/>
          </p:nvSpPr>
          <p:spPr>
            <a:xfrm>
              <a:off x="294096" y="246481"/>
              <a:ext cx="100834" cy="232478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45" name="Rectangle 163"/>
            <p:cNvSpPr/>
            <p:nvPr/>
          </p:nvSpPr>
          <p:spPr>
            <a:xfrm>
              <a:off x="425740" y="179259"/>
              <a:ext cx="98034" cy="299700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46" name="Freeform 164"/>
            <p:cNvSpPr/>
            <p:nvPr/>
          </p:nvSpPr>
          <p:spPr>
            <a:xfrm>
              <a:off x="-1" y="-1"/>
              <a:ext cx="523775" cy="3109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12" y="4865"/>
                  </a:moveTo>
                  <a:lnTo>
                    <a:pt x="14554" y="4865"/>
                  </a:lnTo>
                  <a:lnTo>
                    <a:pt x="9356" y="11481"/>
                  </a:lnTo>
                  <a:lnTo>
                    <a:pt x="6815" y="9341"/>
                  </a:lnTo>
                  <a:lnTo>
                    <a:pt x="0" y="18681"/>
                  </a:lnTo>
                  <a:lnTo>
                    <a:pt x="0" y="21600"/>
                  </a:lnTo>
                  <a:lnTo>
                    <a:pt x="6930" y="12065"/>
                  </a:lnTo>
                  <a:lnTo>
                    <a:pt x="9587" y="14400"/>
                  </a:lnTo>
                  <a:lnTo>
                    <a:pt x="15132" y="7200"/>
                  </a:lnTo>
                  <a:lnTo>
                    <a:pt x="19174" y="7200"/>
                  </a:lnTo>
                  <a:lnTo>
                    <a:pt x="21600" y="3114"/>
                  </a:lnTo>
                  <a:lnTo>
                    <a:pt x="21600" y="0"/>
                  </a:lnTo>
                  <a:lnTo>
                    <a:pt x="18712" y="4865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grpSp>
        <p:nvGrpSpPr>
          <p:cNvPr id="1250" name="그룹 54"/>
          <p:cNvGrpSpPr/>
          <p:nvPr/>
        </p:nvGrpSpPr>
        <p:grpSpPr>
          <a:xfrm>
            <a:off x="7994716" y="3165679"/>
            <a:ext cx="1874958" cy="3692322"/>
            <a:chOff x="0" y="0"/>
            <a:chExt cx="1874957" cy="3692321"/>
          </a:xfrm>
        </p:grpSpPr>
        <p:sp>
          <p:nvSpPr>
            <p:cNvPr id="1248" name="자유형: 도형 55"/>
            <p:cNvSpPr/>
            <p:nvPr/>
          </p:nvSpPr>
          <p:spPr>
            <a:xfrm>
              <a:off x="-1" y="0"/>
              <a:ext cx="1874959" cy="3692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669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669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49" name="육각형 56"/>
            <p:cNvSpPr/>
            <p:nvPr/>
          </p:nvSpPr>
          <p:spPr>
            <a:xfrm rot="5400000">
              <a:off x="86195" y="330414"/>
              <a:ext cx="1702567" cy="1507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782" y="0"/>
                  </a:lnTo>
                  <a:lnTo>
                    <a:pt x="16818" y="0"/>
                  </a:lnTo>
                  <a:lnTo>
                    <a:pt x="21600" y="10800"/>
                  </a:lnTo>
                  <a:lnTo>
                    <a:pt x="16818" y="21600"/>
                  </a:lnTo>
                  <a:lnTo>
                    <a:pt x="4782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55" name="Group 176"/>
          <p:cNvGrpSpPr/>
          <p:nvPr/>
        </p:nvGrpSpPr>
        <p:grpSpPr>
          <a:xfrm>
            <a:off x="8670307" y="3914114"/>
            <a:ext cx="523775" cy="394933"/>
            <a:chOff x="0" y="0"/>
            <a:chExt cx="523773" cy="394932"/>
          </a:xfrm>
        </p:grpSpPr>
        <p:sp>
          <p:nvSpPr>
            <p:cNvPr id="1251" name="Freeform 148"/>
            <p:cNvSpPr/>
            <p:nvPr/>
          </p:nvSpPr>
          <p:spPr>
            <a:xfrm>
              <a:off x="-1" y="-1"/>
              <a:ext cx="523775" cy="394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93" y="0"/>
                  </a:moveTo>
                  <a:cubicBezTo>
                    <a:pt x="2793" y="0"/>
                    <a:pt x="2793" y="0"/>
                    <a:pt x="2793" y="0"/>
                  </a:cubicBezTo>
                  <a:cubicBezTo>
                    <a:pt x="1303" y="0"/>
                    <a:pt x="0" y="1490"/>
                    <a:pt x="0" y="3476"/>
                  </a:cubicBezTo>
                  <a:cubicBezTo>
                    <a:pt x="0" y="17876"/>
                    <a:pt x="0" y="17876"/>
                    <a:pt x="0" y="17876"/>
                  </a:cubicBezTo>
                  <a:cubicBezTo>
                    <a:pt x="0" y="19862"/>
                    <a:pt x="1303" y="21600"/>
                    <a:pt x="2793" y="21600"/>
                  </a:cubicBezTo>
                  <a:cubicBezTo>
                    <a:pt x="18993" y="21600"/>
                    <a:pt x="18993" y="21600"/>
                    <a:pt x="18993" y="21600"/>
                  </a:cubicBezTo>
                  <a:cubicBezTo>
                    <a:pt x="20483" y="21600"/>
                    <a:pt x="21600" y="19862"/>
                    <a:pt x="21600" y="17876"/>
                  </a:cubicBezTo>
                  <a:cubicBezTo>
                    <a:pt x="21600" y="3476"/>
                    <a:pt x="21600" y="3476"/>
                    <a:pt x="21600" y="3476"/>
                  </a:cubicBezTo>
                  <a:cubicBezTo>
                    <a:pt x="21600" y="1490"/>
                    <a:pt x="20483" y="0"/>
                    <a:pt x="18993" y="0"/>
                  </a:cubicBezTo>
                  <a:close/>
                  <a:moveTo>
                    <a:pt x="20297" y="17876"/>
                  </a:moveTo>
                  <a:cubicBezTo>
                    <a:pt x="20297" y="18869"/>
                    <a:pt x="19738" y="19614"/>
                    <a:pt x="18993" y="19614"/>
                  </a:cubicBezTo>
                  <a:cubicBezTo>
                    <a:pt x="2793" y="19614"/>
                    <a:pt x="2793" y="19614"/>
                    <a:pt x="2793" y="19614"/>
                  </a:cubicBezTo>
                  <a:cubicBezTo>
                    <a:pt x="2048" y="19614"/>
                    <a:pt x="1303" y="18869"/>
                    <a:pt x="1303" y="17876"/>
                  </a:cubicBezTo>
                  <a:cubicBezTo>
                    <a:pt x="1303" y="8938"/>
                    <a:pt x="1303" y="8938"/>
                    <a:pt x="1303" y="8938"/>
                  </a:cubicBezTo>
                  <a:cubicBezTo>
                    <a:pt x="20297" y="8938"/>
                    <a:pt x="20297" y="8938"/>
                    <a:pt x="20297" y="8938"/>
                  </a:cubicBezTo>
                  <a:lnTo>
                    <a:pt x="20297" y="17876"/>
                  </a:lnTo>
                  <a:close/>
                  <a:moveTo>
                    <a:pt x="20297" y="5214"/>
                  </a:moveTo>
                  <a:cubicBezTo>
                    <a:pt x="1303" y="5214"/>
                    <a:pt x="1303" y="5214"/>
                    <a:pt x="1303" y="5214"/>
                  </a:cubicBezTo>
                  <a:cubicBezTo>
                    <a:pt x="1303" y="3476"/>
                    <a:pt x="1303" y="3476"/>
                    <a:pt x="1303" y="3476"/>
                  </a:cubicBezTo>
                  <a:cubicBezTo>
                    <a:pt x="1303" y="2483"/>
                    <a:pt x="2048" y="1738"/>
                    <a:pt x="2793" y="1738"/>
                  </a:cubicBezTo>
                  <a:cubicBezTo>
                    <a:pt x="18993" y="1738"/>
                    <a:pt x="18993" y="1738"/>
                    <a:pt x="18993" y="1738"/>
                  </a:cubicBezTo>
                  <a:cubicBezTo>
                    <a:pt x="19738" y="1738"/>
                    <a:pt x="20297" y="2483"/>
                    <a:pt x="20297" y="3476"/>
                  </a:cubicBezTo>
                  <a:lnTo>
                    <a:pt x="20297" y="5214"/>
                  </a:ln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52" name="Rectangle 149"/>
            <p:cNvSpPr/>
            <p:nvPr/>
          </p:nvSpPr>
          <p:spPr>
            <a:xfrm>
              <a:off x="67222" y="196065"/>
              <a:ext cx="196065" cy="30812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53" name="Rectangle 150"/>
            <p:cNvSpPr/>
            <p:nvPr/>
          </p:nvSpPr>
          <p:spPr>
            <a:xfrm>
              <a:off x="67222" y="263287"/>
              <a:ext cx="64423" cy="30812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54" name="Rectangle 151"/>
            <p:cNvSpPr/>
            <p:nvPr/>
          </p:nvSpPr>
          <p:spPr>
            <a:xfrm>
              <a:off x="361320" y="196065"/>
              <a:ext cx="100834" cy="67223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sp>
        <p:nvSpPr>
          <p:cNvPr id="1256" name="TextBox 62"/>
          <p:cNvSpPr txBox="1"/>
          <p:nvPr/>
        </p:nvSpPr>
        <p:spPr>
          <a:xfrm>
            <a:off x="8250991" y="4368658"/>
            <a:ext cx="1362406" cy="33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595959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257" name="TextBox 63"/>
          <p:cNvSpPr txBox="1"/>
          <p:nvPr/>
        </p:nvSpPr>
        <p:spPr>
          <a:xfrm>
            <a:off x="8131032" y="5389393"/>
            <a:ext cx="1602322" cy="5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간략한 </a:t>
            </a:r>
          </a:p>
          <a:p>
            <a:pPr algn="ctr"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설명내용 추가</a:t>
            </a:r>
          </a:p>
        </p:txBody>
      </p:sp>
      <p:grpSp>
        <p:nvGrpSpPr>
          <p:cNvPr id="1260" name="그룹 64"/>
          <p:cNvGrpSpPr/>
          <p:nvPr/>
        </p:nvGrpSpPr>
        <p:grpSpPr>
          <a:xfrm>
            <a:off x="6064031" y="1139815"/>
            <a:ext cx="1874959" cy="3793207"/>
            <a:chOff x="0" y="0"/>
            <a:chExt cx="1874957" cy="3793206"/>
          </a:xfrm>
        </p:grpSpPr>
        <p:sp>
          <p:nvSpPr>
            <p:cNvPr id="1258" name="자유형: 도형 65"/>
            <p:cNvSpPr/>
            <p:nvPr/>
          </p:nvSpPr>
          <p:spPr>
            <a:xfrm rot="10800000">
              <a:off x="-1" y="-1"/>
              <a:ext cx="1874959" cy="3793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669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669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59" name="육각형 66"/>
            <p:cNvSpPr/>
            <p:nvPr/>
          </p:nvSpPr>
          <p:spPr>
            <a:xfrm rot="16200000">
              <a:off x="62936" y="1925333"/>
              <a:ext cx="1749085" cy="1507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61" name="Freeform: Shape 243"/>
          <p:cNvSpPr/>
          <p:nvPr/>
        </p:nvSpPr>
        <p:spPr>
          <a:xfrm>
            <a:off x="6749129" y="3515164"/>
            <a:ext cx="506883" cy="3982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536" y="1955"/>
                </a:moveTo>
                <a:lnTo>
                  <a:pt x="1536" y="14584"/>
                </a:lnTo>
                <a:lnTo>
                  <a:pt x="6363" y="8442"/>
                </a:lnTo>
                <a:lnTo>
                  <a:pt x="6941" y="7706"/>
                </a:lnTo>
                <a:lnTo>
                  <a:pt x="7519" y="8442"/>
                </a:lnTo>
                <a:lnTo>
                  <a:pt x="11948" y="14078"/>
                </a:lnTo>
                <a:lnTo>
                  <a:pt x="14840" y="10397"/>
                </a:lnTo>
                <a:lnTo>
                  <a:pt x="15418" y="9661"/>
                </a:lnTo>
                <a:lnTo>
                  <a:pt x="15997" y="10397"/>
                </a:lnTo>
                <a:lnTo>
                  <a:pt x="20046" y="15550"/>
                </a:lnTo>
                <a:lnTo>
                  <a:pt x="20046" y="1932"/>
                </a:lnTo>
                <a:lnTo>
                  <a:pt x="1536" y="1932"/>
                </a:lnTo>
                <a:close/>
                <a:moveTo>
                  <a:pt x="6941" y="10535"/>
                </a:moveTo>
                <a:lnTo>
                  <a:pt x="1536" y="17413"/>
                </a:lnTo>
                <a:lnTo>
                  <a:pt x="1536" y="19622"/>
                </a:lnTo>
                <a:lnTo>
                  <a:pt x="14008" y="19622"/>
                </a:lnTo>
                <a:lnTo>
                  <a:pt x="6941" y="10535"/>
                </a:lnTo>
                <a:close/>
                <a:moveTo>
                  <a:pt x="15418" y="12514"/>
                </a:moveTo>
                <a:lnTo>
                  <a:pt x="13014" y="15527"/>
                </a:lnTo>
                <a:lnTo>
                  <a:pt x="16195" y="19645"/>
                </a:lnTo>
                <a:lnTo>
                  <a:pt x="20046" y="19645"/>
                </a:lnTo>
                <a:lnTo>
                  <a:pt x="20046" y="18426"/>
                </a:lnTo>
                <a:lnTo>
                  <a:pt x="15418" y="12514"/>
                </a:lnTo>
                <a:close/>
                <a:moveTo>
                  <a:pt x="15888" y="4509"/>
                </a:moveTo>
                <a:cubicBezTo>
                  <a:pt x="16195" y="4118"/>
                  <a:pt x="16557" y="3934"/>
                  <a:pt x="16973" y="3934"/>
                </a:cubicBezTo>
                <a:cubicBezTo>
                  <a:pt x="17388" y="3934"/>
                  <a:pt x="17750" y="4118"/>
                  <a:pt x="18057" y="4509"/>
                </a:cubicBezTo>
                <a:cubicBezTo>
                  <a:pt x="18364" y="4900"/>
                  <a:pt x="18509" y="5360"/>
                  <a:pt x="18509" y="5889"/>
                </a:cubicBezTo>
                <a:cubicBezTo>
                  <a:pt x="18509" y="6418"/>
                  <a:pt x="18364" y="6878"/>
                  <a:pt x="18057" y="7269"/>
                </a:cubicBezTo>
                <a:cubicBezTo>
                  <a:pt x="17750" y="7660"/>
                  <a:pt x="17388" y="7844"/>
                  <a:pt x="16973" y="7844"/>
                </a:cubicBezTo>
                <a:cubicBezTo>
                  <a:pt x="16557" y="7844"/>
                  <a:pt x="16195" y="7660"/>
                  <a:pt x="15888" y="7269"/>
                </a:cubicBezTo>
                <a:cubicBezTo>
                  <a:pt x="15581" y="6878"/>
                  <a:pt x="15436" y="6418"/>
                  <a:pt x="15436" y="5889"/>
                </a:cubicBezTo>
                <a:cubicBezTo>
                  <a:pt x="15418" y="5337"/>
                  <a:pt x="15581" y="4877"/>
                  <a:pt x="15888" y="4509"/>
                </a:cubicBez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262" name="TextBox 68"/>
          <p:cNvSpPr txBox="1"/>
          <p:nvPr/>
        </p:nvSpPr>
        <p:spPr>
          <a:xfrm>
            <a:off x="6272464" y="3984226"/>
            <a:ext cx="1362406" cy="33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595959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263" name="TextBox 69"/>
          <p:cNvSpPr txBox="1"/>
          <p:nvPr/>
        </p:nvSpPr>
        <p:spPr>
          <a:xfrm>
            <a:off x="6212923" y="2214570"/>
            <a:ext cx="1602322" cy="5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간략한 </a:t>
            </a:r>
          </a:p>
          <a:p>
            <a:pPr algn="ctr"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설명내용 추가</a:t>
            </a:r>
          </a:p>
        </p:txBody>
      </p:sp>
      <p:grpSp>
        <p:nvGrpSpPr>
          <p:cNvPr id="1266" name="그룹 70"/>
          <p:cNvGrpSpPr/>
          <p:nvPr/>
        </p:nvGrpSpPr>
        <p:grpSpPr>
          <a:xfrm>
            <a:off x="9925402" y="1139815"/>
            <a:ext cx="1874958" cy="3793207"/>
            <a:chOff x="0" y="0"/>
            <a:chExt cx="1874957" cy="3793206"/>
          </a:xfrm>
        </p:grpSpPr>
        <p:sp>
          <p:nvSpPr>
            <p:cNvPr id="1264" name="자유형: 도형 71"/>
            <p:cNvSpPr/>
            <p:nvPr/>
          </p:nvSpPr>
          <p:spPr>
            <a:xfrm rot="10800000">
              <a:off x="-1" y="-1"/>
              <a:ext cx="1874959" cy="3793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669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669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65" name="육각형 72"/>
            <p:cNvSpPr/>
            <p:nvPr/>
          </p:nvSpPr>
          <p:spPr>
            <a:xfrm rot="16200000">
              <a:off x="62936" y="1925333"/>
              <a:ext cx="1749085" cy="1507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67" name="Freeform 165"/>
          <p:cNvSpPr/>
          <p:nvPr/>
        </p:nvSpPr>
        <p:spPr>
          <a:xfrm>
            <a:off x="10600994" y="3381647"/>
            <a:ext cx="523773" cy="529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58" y="5486"/>
                </a:moveTo>
                <a:lnTo>
                  <a:pt x="10858" y="0"/>
                </a:lnTo>
                <a:lnTo>
                  <a:pt x="1386" y="0"/>
                </a:lnTo>
                <a:lnTo>
                  <a:pt x="1386" y="20114"/>
                </a:lnTo>
                <a:lnTo>
                  <a:pt x="0" y="2011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486"/>
                </a:lnTo>
                <a:lnTo>
                  <a:pt x="10858" y="5486"/>
                </a:lnTo>
                <a:close/>
                <a:moveTo>
                  <a:pt x="8201" y="20114"/>
                </a:moveTo>
                <a:lnTo>
                  <a:pt x="4158" y="20114"/>
                </a:lnTo>
                <a:lnTo>
                  <a:pt x="4158" y="17486"/>
                </a:lnTo>
                <a:lnTo>
                  <a:pt x="8201" y="17486"/>
                </a:lnTo>
                <a:lnTo>
                  <a:pt x="8201" y="20114"/>
                </a:lnTo>
                <a:close/>
                <a:moveTo>
                  <a:pt x="9587" y="14743"/>
                </a:moveTo>
                <a:lnTo>
                  <a:pt x="2888" y="14743"/>
                </a:lnTo>
                <a:lnTo>
                  <a:pt x="2888" y="13486"/>
                </a:lnTo>
                <a:lnTo>
                  <a:pt x="9587" y="13486"/>
                </a:lnTo>
                <a:lnTo>
                  <a:pt x="9587" y="14743"/>
                </a:lnTo>
                <a:close/>
                <a:moveTo>
                  <a:pt x="9587" y="12114"/>
                </a:moveTo>
                <a:lnTo>
                  <a:pt x="2888" y="12114"/>
                </a:lnTo>
                <a:lnTo>
                  <a:pt x="2888" y="10857"/>
                </a:lnTo>
                <a:lnTo>
                  <a:pt x="9587" y="10857"/>
                </a:lnTo>
                <a:lnTo>
                  <a:pt x="9587" y="12114"/>
                </a:lnTo>
                <a:close/>
                <a:moveTo>
                  <a:pt x="9587" y="9371"/>
                </a:moveTo>
                <a:lnTo>
                  <a:pt x="2888" y="9371"/>
                </a:lnTo>
                <a:lnTo>
                  <a:pt x="2888" y="8114"/>
                </a:lnTo>
                <a:lnTo>
                  <a:pt x="9587" y="8114"/>
                </a:lnTo>
                <a:lnTo>
                  <a:pt x="9587" y="9371"/>
                </a:lnTo>
                <a:close/>
                <a:moveTo>
                  <a:pt x="9587" y="6743"/>
                </a:moveTo>
                <a:lnTo>
                  <a:pt x="2888" y="6743"/>
                </a:lnTo>
                <a:lnTo>
                  <a:pt x="2888" y="5486"/>
                </a:lnTo>
                <a:lnTo>
                  <a:pt x="9587" y="5486"/>
                </a:lnTo>
                <a:lnTo>
                  <a:pt x="9587" y="6743"/>
                </a:lnTo>
                <a:close/>
                <a:moveTo>
                  <a:pt x="9587" y="4000"/>
                </a:moveTo>
                <a:lnTo>
                  <a:pt x="2888" y="4000"/>
                </a:lnTo>
                <a:lnTo>
                  <a:pt x="2888" y="2743"/>
                </a:lnTo>
                <a:lnTo>
                  <a:pt x="9587" y="2743"/>
                </a:lnTo>
                <a:lnTo>
                  <a:pt x="9587" y="4000"/>
                </a:lnTo>
                <a:close/>
                <a:moveTo>
                  <a:pt x="16287" y="18743"/>
                </a:moveTo>
                <a:lnTo>
                  <a:pt x="13630" y="18743"/>
                </a:lnTo>
                <a:lnTo>
                  <a:pt x="13630" y="16229"/>
                </a:lnTo>
                <a:lnTo>
                  <a:pt x="16287" y="16229"/>
                </a:lnTo>
                <a:lnTo>
                  <a:pt x="16287" y="18743"/>
                </a:lnTo>
                <a:close/>
                <a:moveTo>
                  <a:pt x="16287" y="14743"/>
                </a:moveTo>
                <a:lnTo>
                  <a:pt x="13630" y="14743"/>
                </a:lnTo>
                <a:lnTo>
                  <a:pt x="13630" y="12114"/>
                </a:lnTo>
                <a:lnTo>
                  <a:pt x="16287" y="12114"/>
                </a:lnTo>
                <a:lnTo>
                  <a:pt x="16287" y="14743"/>
                </a:lnTo>
                <a:close/>
                <a:moveTo>
                  <a:pt x="16287" y="10857"/>
                </a:moveTo>
                <a:lnTo>
                  <a:pt x="13630" y="10857"/>
                </a:lnTo>
                <a:lnTo>
                  <a:pt x="13630" y="8114"/>
                </a:lnTo>
                <a:lnTo>
                  <a:pt x="16287" y="8114"/>
                </a:lnTo>
                <a:lnTo>
                  <a:pt x="16287" y="10857"/>
                </a:lnTo>
                <a:close/>
                <a:moveTo>
                  <a:pt x="20329" y="18743"/>
                </a:moveTo>
                <a:lnTo>
                  <a:pt x="17557" y="18743"/>
                </a:lnTo>
                <a:lnTo>
                  <a:pt x="17557" y="16229"/>
                </a:lnTo>
                <a:lnTo>
                  <a:pt x="20329" y="16229"/>
                </a:lnTo>
                <a:lnTo>
                  <a:pt x="20329" y="18743"/>
                </a:lnTo>
                <a:close/>
                <a:moveTo>
                  <a:pt x="20329" y="14743"/>
                </a:moveTo>
                <a:lnTo>
                  <a:pt x="17557" y="14743"/>
                </a:lnTo>
                <a:lnTo>
                  <a:pt x="17557" y="12114"/>
                </a:lnTo>
                <a:lnTo>
                  <a:pt x="20329" y="12114"/>
                </a:lnTo>
                <a:lnTo>
                  <a:pt x="20329" y="14743"/>
                </a:lnTo>
                <a:close/>
                <a:moveTo>
                  <a:pt x="20329" y="10857"/>
                </a:moveTo>
                <a:lnTo>
                  <a:pt x="17557" y="10857"/>
                </a:lnTo>
                <a:lnTo>
                  <a:pt x="17557" y="8114"/>
                </a:lnTo>
                <a:lnTo>
                  <a:pt x="20329" y="8114"/>
                </a:lnTo>
                <a:lnTo>
                  <a:pt x="20329" y="10857"/>
                </a:ln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268" name="TextBox 74"/>
          <p:cNvSpPr txBox="1"/>
          <p:nvPr/>
        </p:nvSpPr>
        <p:spPr>
          <a:xfrm>
            <a:off x="10186025" y="3984226"/>
            <a:ext cx="1362406" cy="33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595959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1269" name="TextBox 75"/>
          <p:cNvSpPr txBox="1"/>
          <p:nvPr/>
        </p:nvSpPr>
        <p:spPr>
          <a:xfrm>
            <a:off x="10074292" y="2214570"/>
            <a:ext cx="1602322" cy="52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간략한 </a:t>
            </a:r>
          </a:p>
          <a:p>
            <a:pPr algn="ctr"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설명내용 추가</a:t>
            </a:r>
          </a:p>
        </p:txBody>
      </p:sp>
      <p:pic>
        <p:nvPicPr>
          <p:cNvPr id="1270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271" name="TextBox 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274" name="그림 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27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27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7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27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27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0" name="TextBox 1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grpSp>
        <p:nvGrpSpPr>
          <p:cNvPr id="1283" name="육각형 4"/>
          <p:cNvGrpSpPr/>
          <p:nvPr/>
        </p:nvGrpSpPr>
        <p:grpSpPr>
          <a:xfrm>
            <a:off x="7157960" y="2906382"/>
            <a:ext cx="923057" cy="795739"/>
            <a:chOff x="0" y="0"/>
            <a:chExt cx="923055" cy="795737"/>
          </a:xfrm>
        </p:grpSpPr>
        <p:sp>
          <p:nvSpPr>
            <p:cNvPr id="1281" name="Shape"/>
            <p:cNvSpPr/>
            <p:nvPr/>
          </p:nvSpPr>
          <p:spPr>
            <a:xfrm>
              <a:off x="0" y="0"/>
              <a:ext cx="923055" cy="79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82" name="01"/>
            <p:cNvSpPr txBox="1"/>
            <p:nvPr/>
          </p:nvSpPr>
          <p:spPr>
            <a:xfrm>
              <a:off x="188953" y="212448"/>
              <a:ext cx="54514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01</a:t>
              </a:r>
            </a:p>
          </p:txBody>
        </p:sp>
      </p:grpSp>
      <p:pic>
        <p:nvPicPr>
          <p:cNvPr id="1284" name="그림 9" descr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9" y="3051372"/>
            <a:ext cx="5578906" cy="29977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5" name="그림 10" descr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225" y="3167634"/>
            <a:ext cx="3929414" cy="2486407"/>
          </a:xfrm>
          <a:prstGeom prst="rect">
            <a:avLst/>
          </a:prstGeom>
          <a:ln w="12700">
            <a:miter lim="400000"/>
          </a:ln>
        </p:spPr>
      </p:pic>
      <p:sp>
        <p:nvSpPr>
          <p:cNvPr id="1286" name="직사각형 11"/>
          <p:cNvSpPr/>
          <p:nvPr/>
        </p:nvSpPr>
        <p:spPr>
          <a:xfrm>
            <a:off x="1902224" y="3187770"/>
            <a:ext cx="3929414" cy="2486407"/>
          </a:xfrm>
          <a:prstGeom prst="rect">
            <a:avLst/>
          </a:prstGeom>
          <a:solidFill>
            <a:srgbClr val="000000">
              <a:alpha val="2117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7" name="TextBox 12"/>
          <p:cNvSpPr txBox="1"/>
          <p:nvPr/>
        </p:nvSpPr>
        <p:spPr>
          <a:xfrm>
            <a:off x="2116470" y="3964263"/>
            <a:ext cx="2592282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ABOUT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COMPANY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IMAGE HERE</a:t>
            </a:r>
          </a:p>
        </p:txBody>
      </p:sp>
      <p:sp>
        <p:nvSpPr>
          <p:cNvPr id="1288" name="TextBox 13"/>
          <p:cNvSpPr txBox="1"/>
          <p:nvPr/>
        </p:nvSpPr>
        <p:spPr>
          <a:xfrm>
            <a:off x="8352539" y="2842722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289" name="TextBox 14"/>
          <p:cNvSpPr txBox="1"/>
          <p:nvPr/>
        </p:nvSpPr>
        <p:spPr>
          <a:xfrm>
            <a:off x="8352539" y="3134774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grpSp>
        <p:nvGrpSpPr>
          <p:cNvPr id="1292" name="육각형 15"/>
          <p:cNvGrpSpPr/>
          <p:nvPr/>
        </p:nvGrpSpPr>
        <p:grpSpPr>
          <a:xfrm>
            <a:off x="7157960" y="4033106"/>
            <a:ext cx="923057" cy="795739"/>
            <a:chOff x="0" y="0"/>
            <a:chExt cx="923055" cy="795737"/>
          </a:xfrm>
        </p:grpSpPr>
        <p:sp>
          <p:nvSpPr>
            <p:cNvPr id="1290" name="Shape"/>
            <p:cNvSpPr/>
            <p:nvPr/>
          </p:nvSpPr>
          <p:spPr>
            <a:xfrm>
              <a:off x="0" y="0"/>
              <a:ext cx="923055" cy="79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91" name="02"/>
            <p:cNvSpPr txBox="1"/>
            <p:nvPr/>
          </p:nvSpPr>
          <p:spPr>
            <a:xfrm>
              <a:off x="188953" y="212448"/>
              <a:ext cx="54514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1295" name="육각형 16"/>
          <p:cNvGrpSpPr/>
          <p:nvPr/>
        </p:nvGrpSpPr>
        <p:grpSpPr>
          <a:xfrm>
            <a:off x="7157960" y="5159830"/>
            <a:ext cx="923057" cy="795739"/>
            <a:chOff x="0" y="0"/>
            <a:chExt cx="923055" cy="795737"/>
          </a:xfrm>
        </p:grpSpPr>
        <p:sp>
          <p:nvSpPr>
            <p:cNvPr id="1293" name="Shape"/>
            <p:cNvSpPr/>
            <p:nvPr/>
          </p:nvSpPr>
          <p:spPr>
            <a:xfrm>
              <a:off x="0" y="0"/>
              <a:ext cx="923055" cy="79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294" name="03"/>
            <p:cNvSpPr txBox="1"/>
            <p:nvPr/>
          </p:nvSpPr>
          <p:spPr>
            <a:xfrm>
              <a:off x="188953" y="212448"/>
              <a:ext cx="54514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03</a:t>
              </a:r>
            </a:p>
          </p:txBody>
        </p:sp>
      </p:grpSp>
      <p:sp>
        <p:nvSpPr>
          <p:cNvPr id="1296" name="TextBox 17"/>
          <p:cNvSpPr txBox="1"/>
          <p:nvPr/>
        </p:nvSpPr>
        <p:spPr>
          <a:xfrm>
            <a:off x="8352539" y="3964263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297" name="TextBox 18"/>
          <p:cNvSpPr txBox="1"/>
          <p:nvPr/>
        </p:nvSpPr>
        <p:spPr>
          <a:xfrm>
            <a:off x="8352539" y="4256316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298" name="TextBox 19"/>
          <p:cNvSpPr txBox="1"/>
          <p:nvPr/>
        </p:nvSpPr>
        <p:spPr>
          <a:xfrm>
            <a:off x="8352539" y="5111379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299" name="TextBox 20"/>
          <p:cNvSpPr txBox="1"/>
          <p:nvPr/>
        </p:nvSpPr>
        <p:spPr>
          <a:xfrm>
            <a:off x="8352539" y="5403432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pic>
        <p:nvPicPr>
          <p:cNvPr id="1300" name="그림 21" descr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301" name="TextBox 22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304" name="그림 2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30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303" name="image3.png" descr="image3.png"/>
            <p:cNvPicPr>
              <a:picLocks noChangeAspect="1"/>
            </p:cNvPicPr>
            <p:nvPr/>
          </p:nvPicPr>
          <p:blipFill>
            <a:blip r:embed="rId5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30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30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0" name="TextBox 1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grpSp>
        <p:nvGrpSpPr>
          <p:cNvPr id="1313" name="육각형 4"/>
          <p:cNvGrpSpPr/>
          <p:nvPr/>
        </p:nvGrpSpPr>
        <p:grpSpPr>
          <a:xfrm>
            <a:off x="7157960" y="2906382"/>
            <a:ext cx="923057" cy="795739"/>
            <a:chOff x="0" y="0"/>
            <a:chExt cx="923055" cy="795737"/>
          </a:xfrm>
        </p:grpSpPr>
        <p:sp>
          <p:nvSpPr>
            <p:cNvPr id="1311" name="Shape"/>
            <p:cNvSpPr/>
            <p:nvPr/>
          </p:nvSpPr>
          <p:spPr>
            <a:xfrm>
              <a:off x="0" y="0"/>
              <a:ext cx="923055" cy="79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312" name="01"/>
            <p:cNvSpPr txBox="1"/>
            <p:nvPr/>
          </p:nvSpPr>
          <p:spPr>
            <a:xfrm>
              <a:off x="188953" y="212448"/>
              <a:ext cx="54514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01</a:t>
              </a:r>
            </a:p>
          </p:txBody>
        </p:sp>
      </p:grpSp>
      <p:pic>
        <p:nvPicPr>
          <p:cNvPr id="1314" name="그림 9" descr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9" y="3051372"/>
            <a:ext cx="5578906" cy="29977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5" name="그림 10" descr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225" y="3167634"/>
            <a:ext cx="3929414" cy="2486407"/>
          </a:xfrm>
          <a:prstGeom prst="rect">
            <a:avLst/>
          </a:prstGeom>
          <a:ln w="12700">
            <a:miter lim="400000"/>
          </a:ln>
        </p:spPr>
      </p:pic>
      <p:sp>
        <p:nvSpPr>
          <p:cNvPr id="1316" name="직사각형 11"/>
          <p:cNvSpPr/>
          <p:nvPr/>
        </p:nvSpPr>
        <p:spPr>
          <a:xfrm>
            <a:off x="1902224" y="3187770"/>
            <a:ext cx="3929414" cy="2486407"/>
          </a:xfrm>
          <a:prstGeom prst="rect">
            <a:avLst/>
          </a:prstGeom>
          <a:solidFill>
            <a:srgbClr val="000000">
              <a:alpha val="2117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17" name="TextBox 12"/>
          <p:cNvSpPr txBox="1"/>
          <p:nvPr/>
        </p:nvSpPr>
        <p:spPr>
          <a:xfrm>
            <a:off x="2116470" y="3964263"/>
            <a:ext cx="2592282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ABOUT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COMPANY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IMAGE HERE</a:t>
            </a:r>
          </a:p>
        </p:txBody>
      </p:sp>
      <p:sp>
        <p:nvSpPr>
          <p:cNvPr id="1318" name="TextBox 13"/>
          <p:cNvSpPr txBox="1"/>
          <p:nvPr/>
        </p:nvSpPr>
        <p:spPr>
          <a:xfrm>
            <a:off x="8352539" y="2842722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319" name="TextBox 14"/>
          <p:cNvSpPr txBox="1"/>
          <p:nvPr/>
        </p:nvSpPr>
        <p:spPr>
          <a:xfrm>
            <a:off x="8352539" y="3134774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grpSp>
        <p:nvGrpSpPr>
          <p:cNvPr id="1322" name="육각형 15"/>
          <p:cNvGrpSpPr/>
          <p:nvPr/>
        </p:nvGrpSpPr>
        <p:grpSpPr>
          <a:xfrm>
            <a:off x="7157960" y="4033106"/>
            <a:ext cx="923057" cy="795739"/>
            <a:chOff x="0" y="0"/>
            <a:chExt cx="923055" cy="795737"/>
          </a:xfrm>
        </p:grpSpPr>
        <p:sp>
          <p:nvSpPr>
            <p:cNvPr id="1320" name="Shape"/>
            <p:cNvSpPr/>
            <p:nvPr/>
          </p:nvSpPr>
          <p:spPr>
            <a:xfrm>
              <a:off x="0" y="0"/>
              <a:ext cx="923055" cy="79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321" name="02"/>
            <p:cNvSpPr txBox="1"/>
            <p:nvPr/>
          </p:nvSpPr>
          <p:spPr>
            <a:xfrm>
              <a:off x="188953" y="212448"/>
              <a:ext cx="54514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1325" name="육각형 16"/>
          <p:cNvGrpSpPr/>
          <p:nvPr/>
        </p:nvGrpSpPr>
        <p:grpSpPr>
          <a:xfrm>
            <a:off x="7157960" y="5159830"/>
            <a:ext cx="923057" cy="795739"/>
            <a:chOff x="0" y="0"/>
            <a:chExt cx="923055" cy="795737"/>
          </a:xfrm>
        </p:grpSpPr>
        <p:sp>
          <p:nvSpPr>
            <p:cNvPr id="1323" name="Shape"/>
            <p:cNvSpPr/>
            <p:nvPr/>
          </p:nvSpPr>
          <p:spPr>
            <a:xfrm>
              <a:off x="0" y="0"/>
              <a:ext cx="923055" cy="79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324" name="03"/>
            <p:cNvSpPr txBox="1"/>
            <p:nvPr/>
          </p:nvSpPr>
          <p:spPr>
            <a:xfrm>
              <a:off x="188953" y="212448"/>
              <a:ext cx="54514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03</a:t>
              </a:r>
            </a:p>
          </p:txBody>
        </p:sp>
      </p:grpSp>
      <p:sp>
        <p:nvSpPr>
          <p:cNvPr id="1326" name="TextBox 17"/>
          <p:cNvSpPr txBox="1"/>
          <p:nvPr/>
        </p:nvSpPr>
        <p:spPr>
          <a:xfrm>
            <a:off x="8352539" y="3964263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327" name="TextBox 18"/>
          <p:cNvSpPr txBox="1"/>
          <p:nvPr/>
        </p:nvSpPr>
        <p:spPr>
          <a:xfrm>
            <a:off x="8352539" y="4256316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328" name="TextBox 19"/>
          <p:cNvSpPr txBox="1"/>
          <p:nvPr/>
        </p:nvSpPr>
        <p:spPr>
          <a:xfrm>
            <a:off x="8352539" y="5111379"/>
            <a:ext cx="199545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26BF6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329" name="TextBox 20"/>
          <p:cNvSpPr txBox="1"/>
          <p:nvPr/>
        </p:nvSpPr>
        <p:spPr>
          <a:xfrm>
            <a:off x="8352539" y="5403432"/>
            <a:ext cx="276778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pic>
        <p:nvPicPr>
          <p:cNvPr id="1330" name="그림 21" descr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331" name="TextBox 22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334" name="그림 2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33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333" name="image3.png" descr="image3.png"/>
            <p:cNvPicPr>
              <a:picLocks noChangeAspect="1"/>
            </p:cNvPicPr>
            <p:nvPr/>
          </p:nvPicPr>
          <p:blipFill>
            <a:blip r:embed="rId5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3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33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33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0" name="TextBox 1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간략하게 설명해주세요</a:t>
            </a:r>
          </a:p>
        </p:txBody>
      </p:sp>
      <p:sp>
        <p:nvSpPr>
          <p:cNvPr id="1341" name="TextBox 4"/>
          <p:cNvSpPr txBox="1"/>
          <p:nvPr/>
        </p:nvSpPr>
        <p:spPr>
          <a:xfrm>
            <a:off x="977597" y="2750172"/>
            <a:ext cx="3036183" cy="602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3가지로 뽑을 수 있는 포인트만 </a:t>
            </a:r>
          </a:p>
          <a:p>
            <a:pPr>
              <a:defRPr sz="16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원 도형에 잘 넣어서 설명해주세요.</a:t>
            </a:r>
          </a:p>
        </p:txBody>
      </p:sp>
      <p:sp>
        <p:nvSpPr>
          <p:cNvPr id="1342" name="타원 9"/>
          <p:cNvSpPr/>
          <p:nvPr/>
        </p:nvSpPr>
        <p:spPr>
          <a:xfrm>
            <a:off x="5383029" y="1910553"/>
            <a:ext cx="1928515" cy="1928515"/>
          </a:xfrm>
          <a:prstGeom prst="ellipse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3" name="타원 10"/>
          <p:cNvSpPr/>
          <p:nvPr/>
        </p:nvSpPr>
        <p:spPr>
          <a:xfrm>
            <a:off x="7340978" y="1910553"/>
            <a:ext cx="1928515" cy="1928515"/>
          </a:xfrm>
          <a:prstGeom prst="ellipse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4" name="타원 11"/>
          <p:cNvSpPr/>
          <p:nvPr/>
        </p:nvSpPr>
        <p:spPr>
          <a:xfrm>
            <a:off x="9298926" y="1910553"/>
            <a:ext cx="1928516" cy="1928515"/>
          </a:xfrm>
          <a:prstGeom prst="ellipse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5" name="타원 12"/>
          <p:cNvSpPr/>
          <p:nvPr/>
        </p:nvSpPr>
        <p:spPr>
          <a:xfrm>
            <a:off x="5383029" y="4353891"/>
            <a:ext cx="1928515" cy="1928516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6" name="타원 13"/>
          <p:cNvSpPr/>
          <p:nvPr/>
        </p:nvSpPr>
        <p:spPr>
          <a:xfrm>
            <a:off x="7340978" y="4353891"/>
            <a:ext cx="1928515" cy="1928516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7" name="타원 14"/>
          <p:cNvSpPr/>
          <p:nvPr/>
        </p:nvSpPr>
        <p:spPr>
          <a:xfrm>
            <a:off x="9298926" y="4353891"/>
            <a:ext cx="1928516" cy="1928516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351" name="그룹 15"/>
          <p:cNvGrpSpPr/>
          <p:nvPr/>
        </p:nvGrpSpPr>
        <p:grpSpPr>
          <a:xfrm>
            <a:off x="6347285" y="3567269"/>
            <a:ext cx="3915900" cy="699928"/>
            <a:chOff x="0" y="0"/>
            <a:chExt cx="3915898" cy="699926"/>
          </a:xfrm>
        </p:grpSpPr>
        <p:sp>
          <p:nvSpPr>
            <p:cNvPr id="1348" name="직선 화살표 연결선 16"/>
            <p:cNvSpPr/>
            <p:nvPr/>
          </p:nvSpPr>
          <p:spPr>
            <a:xfrm flipH="1">
              <a:off x="0" y="0"/>
              <a:ext cx="1" cy="699927"/>
            </a:xfrm>
            <a:prstGeom prst="line">
              <a:avLst/>
            </a:prstGeom>
            <a:noFill/>
            <a:ln w="12700" cap="flat">
              <a:solidFill>
                <a:srgbClr val="126BF6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49" name="직선 화살표 연결선 17"/>
            <p:cNvSpPr/>
            <p:nvPr/>
          </p:nvSpPr>
          <p:spPr>
            <a:xfrm>
              <a:off x="1957949" y="0"/>
              <a:ext cx="1" cy="699927"/>
            </a:xfrm>
            <a:prstGeom prst="line">
              <a:avLst/>
            </a:prstGeom>
            <a:noFill/>
            <a:ln w="12700" cap="flat">
              <a:solidFill>
                <a:srgbClr val="126BF6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50" name="직선 화살표 연결선 18"/>
            <p:cNvSpPr/>
            <p:nvPr/>
          </p:nvSpPr>
          <p:spPr>
            <a:xfrm>
              <a:off x="3915898" y="0"/>
              <a:ext cx="1" cy="699927"/>
            </a:xfrm>
            <a:prstGeom prst="line">
              <a:avLst/>
            </a:prstGeom>
            <a:noFill/>
            <a:ln w="12700" cap="flat">
              <a:solidFill>
                <a:srgbClr val="126BF6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52" name="TextBox 19"/>
          <p:cNvSpPr txBox="1"/>
          <p:nvPr/>
        </p:nvSpPr>
        <p:spPr>
          <a:xfrm>
            <a:off x="5666083" y="2504991"/>
            <a:ext cx="1362407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5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01. 키워드 입력</a:t>
            </a:r>
          </a:p>
        </p:txBody>
      </p:sp>
      <p:sp>
        <p:nvSpPr>
          <p:cNvPr id="1353" name="TextBox 20"/>
          <p:cNvSpPr txBox="1"/>
          <p:nvPr/>
        </p:nvSpPr>
        <p:spPr>
          <a:xfrm>
            <a:off x="5666083" y="2822352"/>
            <a:ext cx="1362407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54" name="TextBox 21"/>
          <p:cNvSpPr txBox="1"/>
          <p:nvPr/>
        </p:nvSpPr>
        <p:spPr>
          <a:xfrm>
            <a:off x="5666083" y="4994359"/>
            <a:ext cx="1362407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키워드 입력</a:t>
            </a:r>
          </a:p>
        </p:txBody>
      </p:sp>
      <p:sp>
        <p:nvSpPr>
          <p:cNvPr id="1355" name="TextBox 22"/>
          <p:cNvSpPr txBox="1"/>
          <p:nvPr/>
        </p:nvSpPr>
        <p:spPr>
          <a:xfrm>
            <a:off x="5666083" y="5311721"/>
            <a:ext cx="1362407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56" name="TextBox 23"/>
          <p:cNvSpPr txBox="1"/>
          <p:nvPr/>
        </p:nvSpPr>
        <p:spPr>
          <a:xfrm>
            <a:off x="7624032" y="2504991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5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02. 키워드 입력</a:t>
            </a:r>
          </a:p>
        </p:txBody>
      </p:sp>
      <p:sp>
        <p:nvSpPr>
          <p:cNvPr id="1357" name="TextBox 24"/>
          <p:cNvSpPr txBox="1"/>
          <p:nvPr/>
        </p:nvSpPr>
        <p:spPr>
          <a:xfrm>
            <a:off x="7624032" y="2822352"/>
            <a:ext cx="1362406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58" name="TextBox 25"/>
          <p:cNvSpPr txBox="1"/>
          <p:nvPr/>
        </p:nvSpPr>
        <p:spPr>
          <a:xfrm>
            <a:off x="7624032" y="4994359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키워드 입력</a:t>
            </a:r>
          </a:p>
        </p:txBody>
      </p:sp>
      <p:sp>
        <p:nvSpPr>
          <p:cNvPr id="1359" name="TextBox 26"/>
          <p:cNvSpPr txBox="1"/>
          <p:nvPr/>
        </p:nvSpPr>
        <p:spPr>
          <a:xfrm>
            <a:off x="7624032" y="5311721"/>
            <a:ext cx="1362406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60" name="TextBox 27"/>
          <p:cNvSpPr txBox="1"/>
          <p:nvPr/>
        </p:nvSpPr>
        <p:spPr>
          <a:xfrm>
            <a:off x="9581981" y="2504991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5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03. 키워드 입력</a:t>
            </a:r>
          </a:p>
        </p:txBody>
      </p:sp>
      <p:sp>
        <p:nvSpPr>
          <p:cNvPr id="1361" name="TextBox 28"/>
          <p:cNvSpPr txBox="1"/>
          <p:nvPr/>
        </p:nvSpPr>
        <p:spPr>
          <a:xfrm>
            <a:off x="9581981" y="2822352"/>
            <a:ext cx="1362406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62" name="TextBox 29"/>
          <p:cNvSpPr txBox="1"/>
          <p:nvPr/>
        </p:nvSpPr>
        <p:spPr>
          <a:xfrm>
            <a:off x="9581981" y="4994359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키워드 입력</a:t>
            </a:r>
          </a:p>
        </p:txBody>
      </p:sp>
      <p:sp>
        <p:nvSpPr>
          <p:cNvPr id="1363" name="TextBox 30"/>
          <p:cNvSpPr txBox="1"/>
          <p:nvPr/>
        </p:nvSpPr>
        <p:spPr>
          <a:xfrm>
            <a:off x="9581981" y="5311721"/>
            <a:ext cx="1362406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pic>
        <p:nvPicPr>
          <p:cNvPr id="1364" name="그림 31" descr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365" name="TextBox 32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368" name="그림 3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36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367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사각형: 둥근 모서리 11"/>
          <p:cNvSpPr/>
          <p:nvPr/>
        </p:nvSpPr>
        <p:spPr>
          <a:xfrm>
            <a:off x="1227521" y="2802232"/>
            <a:ext cx="9736958" cy="2526535"/>
          </a:xfrm>
          <a:prstGeom prst="roundRect">
            <a:avLst>
              <a:gd name="adj" fmla="val 50000"/>
            </a:avLst>
          </a:prstGeom>
          <a:solidFill>
            <a:srgbClr val="F6F7FA"/>
          </a:solidFill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37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374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37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6" name="타원 1"/>
          <p:cNvSpPr/>
          <p:nvPr/>
        </p:nvSpPr>
        <p:spPr>
          <a:xfrm>
            <a:off x="1561598" y="3007616"/>
            <a:ext cx="2115766" cy="211576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7" name="타원 4"/>
          <p:cNvSpPr/>
          <p:nvPr/>
        </p:nvSpPr>
        <p:spPr>
          <a:xfrm>
            <a:off x="3879277" y="3007616"/>
            <a:ext cx="2115766" cy="211576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50800" dir="5400000" rotWithShape="0">
              <a:srgbClr val="E7E6E6"/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8" name="타원 9"/>
          <p:cNvSpPr/>
          <p:nvPr/>
        </p:nvSpPr>
        <p:spPr>
          <a:xfrm>
            <a:off x="6196957" y="3007616"/>
            <a:ext cx="2115765" cy="211576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50800" dir="5400000" rotWithShape="0">
              <a:srgbClr val="E7E6E6"/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9" name="타원 10"/>
          <p:cNvSpPr/>
          <p:nvPr/>
        </p:nvSpPr>
        <p:spPr>
          <a:xfrm>
            <a:off x="8514635" y="3007616"/>
            <a:ext cx="2115765" cy="211576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50800" dir="5400000" rotWithShape="0">
              <a:srgbClr val="E7E6E6"/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80" name="TextBox 12"/>
          <p:cNvSpPr txBox="1"/>
          <p:nvPr/>
        </p:nvSpPr>
        <p:spPr>
          <a:xfrm>
            <a:off x="2891829" y="1854954"/>
            <a:ext cx="6098307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r>
              <a:t>아래 내용을 포괄하는 세부 내용이 필요 시 간략하게 작성해 주세요</a:t>
            </a:r>
          </a:p>
        </p:txBody>
      </p:sp>
      <p:sp>
        <p:nvSpPr>
          <p:cNvPr id="1381" name="TextBox 13"/>
          <p:cNvSpPr txBox="1"/>
          <p:nvPr/>
        </p:nvSpPr>
        <p:spPr>
          <a:xfrm>
            <a:off x="1938279" y="3696108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키워드 입력</a:t>
            </a:r>
          </a:p>
        </p:txBody>
      </p:sp>
      <p:sp>
        <p:nvSpPr>
          <p:cNvPr id="1382" name="TextBox 14"/>
          <p:cNvSpPr txBox="1"/>
          <p:nvPr/>
        </p:nvSpPr>
        <p:spPr>
          <a:xfrm>
            <a:off x="1938279" y="4013470"/>
            <a:ext cx="1362406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83" name="TextBox 15"/>
          <p:cNvSpPr txBox="1"/>
          <p:nvPr/>
        </p:nvSpPr>
        <p:spPr>
          <a:xfrm>
            <a:off x="4255958" y="3696108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키워드 입력</a:t>
            </a:r>
          </a:p>
        </p:txBody>
      </p:sp>
      <p:sp>
        <p:nvSpPr>
          <p:cNvPr id="1384" name="TextBox 16"/>
          <p:cNvSpPr txBox="1"/>
          <p:nvPr/>
        </p:nvSpPr>
        <p:spPr>
          <a:xfrm>
            <a:off x="4255958" y="4013470"/>
            <a:ext cx="1362406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85" name="TextBox 17"/>
          <p:cNvSpPr txBox="1"/>
          <p:nvPr/>
        </p:nvSpPr>
        <p:spPr>
          <a:xfrm>
            <a:off x="6573636" y="3696108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키워드 입력</a:t>
            </a:r>
          </a:p>
        </p:txBody>
      </p:sp>
      <p:sp>
        <p:nvSpPr>
          <p:cNvPr id="1386" name="TextBox 18"/>
          <p:cNvSpPr txBox="1"/>
          <p:nvPr/>
        </p:nvSpPr>
        <p:spPr>
          <a:xfrm>
            <a:off x="6573636" y="4013470"/>
            <a:ext cx="1362406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sp>
        <p:nvSpPr>
          <p:cNvPr id="1387" name="TextBox 19"/>
          <p:cNvSpPr txBox="1"/>
          <p:nvPr/>
        </p:nvSpPr>
        <p:spPr>
          <a:xfrm>
            <a:off x="8891314" y="3696108"/>
            <a:ext cx="1362406" cy="33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키워드 입력</a:t>
            </a:r>
          </a:p>
        </p:txBody>
      </p:sp>
      <p:sp>
        <p:nvSpPr>
          <p:cNvPr id="1388" name="TextBox 20"/>
          <p:cNvSpPr txBox="1"/>
          <p:nvPr/>
        </p:nvSpPr>
        <p:spPr>
          <a:xfrm>
            <a:off x="8891314" y="4013470"/>
            <a:ext cx="1362406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설명내용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짧게 정리해주세요</a:t>
            </a:r>
          </a:p>
        </p:txBody>
      </p:sp>
      <p:grpSp>
        <p:nvGrpSpPr>
          <p:cNvPr id="1391" name="타원 21"/>
          <p:cNvGrpSpPr/>
          <p:nvPr/>
        </p:nvGrpSpPr>
        <p:grpSpPr>
          <a:xfrm>
            <a:off x="2469447" y="2628896"/>
            <a:ext cx="300068" cy="307342"/>
            <a:chOff x="0" y="-1"/>
            <a:chExt cx="300067" cy="307341"/>
          </a:xfrm>
        </p:grpSpPr>
        <p:sp>
          <p:nvSpPr>
            <p:cNvPr id="1389" name="Circle"/>
            <p:cNvSpPr/>
            <p:nvPr/>
          </p:nvSpPr>
          <p:spPr>
            <a:xfrm>
              <a:off x="0" y="3636"/>
              <a:ext cx="300067" cy="30006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390" name="1"/>
            <p:cNvSpPr txBox="1"/>
            <p:nvPr/>
          </p:nvSpPr>
          <p:spPr>
            <a:xfrm>
              <a:off x="89663" y="-1"/>
              <a:ext cx="12074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394" name="타원 22"/>
          <p:cNvGrpSpPr/>
          <p:nvPr/>
        </p:nvGrpSpPr>
        <p:grpSpPr>
          <a:xfrm>
            <a:off x="4787127" y="2628896"/>
            <a:ext cx="300068" cy="307342"/>
            <a:chOff x="0" y="-1"/>
            <a:chExt cx="300067" cy="307341"/>
          </a:xfrm>
        </p:grpSpPr>
        <p:sp>
          <p:nvSpPr>
            <p:cNvPr id="1392" name="Circle"/>
            <p:cNvSpPr/>
            <p:nvPr/>
          </p:nvSpPr>
          <p:spPr>
            <a:xfrm>
              <a:off x="0" y="3636"/>
              <a:ext cx="300067" cy="30006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393" name="2"/>
            <p:cNvSpPr txBox="1"/>
            <p:nvPr/>
          </p:nvSpPr>
          <p:spPr>
            <a:xfrm>
              <a:off x="89663" y="-1"/>
              <a:ext cx="12074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397" name="타원 23"/>
          <p:cNvGrpSpPr/>
          <p:nvPr/>
        </p:nvGrpSpPr>
        <p:grpSpPr>
          <a:xfrm>
            <a:off x="7104805" y="2628896"/>
            <a:ext cx="300068" cy="307342"/>
            <a:chOff x="0" y="-1"/>
            <a:chExt cx="300067" cy="307341"/>
          </a:xfrm>
        </p:grpSpPr>
        <p:sp>
          <p:nvSpPr>
            <p:cNvPr id="1395" name="Circle"/>
            <p:cNvSpPr/>
            <p:nvPr/>
          </p:nvSpPr>
          <p:spPr>
            <a:xfrm>
              <a:off x="0" y="3636"/>
              <a:ext cx="300067" cy="30006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396" name="3"/>
            <p:cNvSpPr txBox="1"/>
            <p:nvPr/>
          </p:nvSpPr>
          <p:spPr>
            <a:xfrm>
              <a:off x="89663" y="-1"/>
              <a:ext cx="12074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400" name="타원 24"/>
          <p:cNvGrpSpPr/>
          <p:nvPr/>
        </p:nvGrpSpPr>
        <p:grpSpPr>
          <a:xfrm>
            <a:off x="9422483" y="2628896"/>
            <a:ext cx="300068" cy="307342"/>
            <a:chOff x="0" y="-1"/>
            <a:chExt cx="300067" cy="307341"/>
          </a:xfrm>
        </p:grpSpPr>
        <p:sp>
          <p:nvSpPr>
            <p:cNvPr id="1398" name="Circle"/>
            <p:cNvSpPr/>
            <p:nvPr/>
          </p:nvSpPr>
          <p:spPr>
            <a:xfrm>
              <a:off x="0" y="3636"/>
              <a:ext cx="300067" cy="300067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399" name="4"/>
            <p:cNvSpPr txBox="1"/>
            <p:nvPr/>
          </p:nvSpPr>
          <p:spPr>
            <a:xfrm>
              <a:off x="89663" y="-1"/>
              <a:ext cx="12074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4</a:t>
              </a:r>
            </a:p>
          </p:txBody>
        </p:sp>
      </p:grpSp>
      <p:pic>
        <p:nvPicPr>
          <p:cNvPr id="1401" name="그림 26" descr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402" name="TextBox 2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405" name="그림 28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40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404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8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409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410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411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2" name="직사각형 1"/>
          <p:cNvSpPr/>
          <p:nvPr/>
        </p:nvSpPr>
        <p:spPr>
          <a:xfrm>
            <a:off x="1001198" y="2210765"/>
            <a:ext cx="10189604" cy="1155366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9" rIns="45719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13" name="직사각형 4"/>
          <p:cNvSpPr/>
          <p:nvPr/>
        </p:nvSpPr>
        <p:spPr>
          <a:xfrm>
            <a:off x="1001197" y="2210765"/>
            <a:ext cx="106962" cy="1155366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14" name="타원 10"/>
          <p:cNvSpPr/>
          <p:nvPr/>
        </p:nvSpPr>
        <p:spPr>
          <a:xfrm>
            <a:off x="1565421" y="2360677"/>
            <a:ext cx="855539" cy="8555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15" name="Freeform: Shape 139"/>
          <p:cNvSpPr/>
          <p:nvPr/>
        </p:nvSpPr>
        <p:spPr>
          <a:xfrm>
            <a:off x="1769330" y="2607618"/>
            <a:ext cx="442736" cy="398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483"/>
                </a:lnTo>
                <a:lnTo>
                  <a:pt x="13661" y="18483"/>
                </a:lnTo>
                <a:lnTo>
                  <a:pt x="11423" y="21016"/>
                </a:lnTo>
                <a:lnTo>
                  <a:pt x="10800" y="21600"/>
                </a:lnTo>
                <a:lnTo>
                  <a:pt x="10177" y="21016"/>
                </a:lnTo>
                <a:lnTo>
                  <a:pt x="7939" y="18483"/>
                </a:lnTo>
                <a:lnTo>
                  <a:pt x="0" y="18483"/>
                </a:lnTo>
                <a:lnTo>
                  <a:pt x="0" y="0"/>
                </a:lnTo>
                <a:close/>
                <a:moveTo>
                  <a:pt x="1654" y="1840"/>
                </a:moveTo>
                <a:lnTo>
                  <a:pt x="1654" y="16622"/>
                </a:lnTo>
                <a:lnTo>
                  <a:pt x="8601" y="16622"/>
                </a:lnTo>
                <a:lnTo>
                  <a:pt x="8912" y="16860"/>
                </a:lnTo>
                <a:lnTo>
                  <a:pt x="10781" y="19003"/>
                </a:lnTo>
                <a:lnTo>
                  <a:pt x="12649" y="16860"/>
                </a:lnTo>
                <a:lnTo>
                  <a:pt x="12960" y="16622"/>
                </a:lnTo>
                <a:lnTo>
                  <a:pt x="19907" y="16622"/>
                </a:lnTo>
                <a:lnTo>
                  <a:pt x="19907" y="1840"/>
                </a:lnTo>
                <a:lnTo>
                  <a:pt x="1654" y="1840"/>
                </a:lnTo>
                <a:close/>
                <a:moveTo>
                  <a:pt x="4982" y="4610"/>
                </a:moveTo>
                <a:lnTo>
                  <a:pt x="16599" y="4610"/>
                </a:lnTo>
                <a:lnTo>
                  <a:pt x="16599" y="6450"/>
                </a:lnTo>
                <a:lnTo>
                  <a:pt x="4982" y="6450"/>
                </a:lnTo>
                <a:lnTo>
                  <a:pt x="4982" y="4610"/>
                </a:lnTo>
                <a:close/>
                <a:moveTo>
                  <a:pt x="4982" y="8311"/>
                </a:moveTo>
                <a:lnTo>
                  <a:pt x="16599" y="8311"/>
                </a:lnTo>
                <a:lnTo>
                  <a:pt x="16599" y="10151"/>
                </a:lnTo>
                <a:lnTo>
                  <a:pt x="4982" y="10151"/>
                </a:lnTo>
                <a:lnTo>
                  <a:pt x="4982" y="8311"/>
                </a:lnTo>
                <a:close/>
                <a:moveTo>
                  <a:pt x="4982" y="11990"/>
                </a:moveTo>
                <a:lnTo>
                  <a:pt x="13291" y="11990"/>
                </a:lnTo>
                <a:lnTo>
                  <a:pt x="13291" y="13830"/>
                </a:lnTo>
                <a:lnTo>
                  <a:pt x="4982" y="13830"/>
                </a:lnTo>
                <a:lnTo>
                  <a:pt x="4982" y="1199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16" name="TextBox 12"/>
          <p:cNvSpPr txBox="1"/>
          <p:nvPr/>
        </p:nvSpPr>
        <p:spPr>
          <a:xfrm>
            <a:off x="3151301" y="2391885"/>
            <a:ext cx="2851793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/>
            </a:lvl1pPr>
          </a:lstStyle>
          <a:p>
            <a:r>
              <a:t>키워드를 입력해주세요</a:t>
            </a:r>
          </a:p>
        </p:txBody>
      </p:sp>
      <p:sp>
        <p:nvSpPr>
          <p:cNvPr id="1417" name="TextBox 13"/>
          <p:cNvSpPr txBox="1"/>
          <p:nvPr/>
        </p:nvSpPr>
        <p:spPr>
          <a:xfrm>
            <a:off x="3151300" y="2685051"/>
            <a:ext cx="7868144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200">
                <a:solidFill>
                  <a:srgbClr val="3B3838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내용을 상세하게 입력해주세요.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중요 내용을 칼라 포인트 해주세요. </a:t>
            </a:r>
            <a:r>
              <a:t>내용을 상세하게 입력해주세요. 내용을 상세하게 입력해주세요. 내용을 상세하게 입력해주세요. 내용을 상세하게 입력해주세요. </a:t>
            </a:r>
          </a:p>
        </p:txBody>
      </p:sp>
      <p:sp>
        <p:nvSpPr>
          <p:cNvPr id="1418" name="직사각형 14"/>
          <p:cNvSpPr/>
          <p:nvPr/>
        </p:nvSpPr>
        <p:spPr>
          <a:xfrm>
            <a:off x="1001198" y="3687355"/>
            <a:ext cx="10189604" cy="1155366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9" rIns="45719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19" name="직사각형 15"/>
          <p:cNvSpPr/>
          <p:nvPr/>
        </p:nvSpPr>
        <p:spPr>
          <a:xfrm>
            <a:off x="1001197" y="3687355"/>
            <a:ext cx="106962" cy="1155366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20" name="타원 16"/>
          <p:cNvSpPr/>
          <p:nvPr/>
        </p:nvSpPr>
        <p:spPr>
          <a:xfrm>
            <a:off x="1565421" y="3837268"/>
            <a:ext cx="855539" cy="8555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21" name="TextBox 17"/>
          <p:cNvSpPr txBox="1"/>
          <p:nvPr/>
        </p:nvSpPr>
        <p:spPr>
          <a:xfrm>
            <a:off x="3151301" y="3868475"/>
            <a:ext cx="2851793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/>
            </a:lvl1pPr>
          </a:lstStyle>
          <a:p>
            <a:r>
              <a:t>키워드를 입력해주세요</a:t>
            </a:r>
          </a:p>
        </p:txBody>
      </p:sp>
      <p:sp>
        <p:nvSpPr>
          <p:cNvPr id="1422" name="TextBox 18"/>
          <p:cNvSpPr txBox="1"/>
          <p:nvPr/>
        </p:nvSpPr>
        <p:spPr>
          <a:xfrm>
            <a:off x="3151300" y="4161640"/>
            <a:ext cx="7868144" cy="571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200">
                <a:solidFill>
                  <a:srgbClr val="3B3838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상세하게 입력해주세요. </a:t>
            </a:r>
            <a:r>
              <a:rPr>
                <a:solidFill>
                  <a:srgbClr val="126BF6"/>
                </a:solidFill>
                <a:latin typeface="+mj-lt"/>
                <a:ea typeface="+mj-ea"/>
                <a:cs typeface="+mj-cs"/>
                <a:sym typeface="Pretendard SemiBold"/>
              </a:rPr>
              <a:t>중요 내용을 칼라 포인트 해주세요. </a:t>
            </a:r>
            <a:r>
              <a:t>내용을 상세하게 입력해주세요. 내용을 상세하게 입력해주세요. 내용을 상세하게 입력해주세요. 내용을 상세하게 입력해주세요. 내용을 상세하게 입력해주세요. </a:t>
            </a:r>
          </a:p>
        </p:txBody>
      </p:sp>
      <p:sp>
        <p:nvSpPr>
          <p:cNvPr id="1423" name="Freeform: Shape 26"/>
          <p:cNvSpPr/>
          <p:nvPr/>
        </p:nvSpPr>
        <p:spPr>
          <a:xfrm>
            <a:off x="1814571" y="4065406"/>
            <a:ext cx="414256" cy="414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424" name="직사각형 20"/>
          <p:cNvSpPr/>
          <p:nvPr/>
        </p:nvSpPr>
        <p:spPr>
          <a:xfrm>
            <a:off x="1001198" y="5176525"/>
            <a:ext cx="10189604" cy="1155366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9" rIns="45719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25" name="직사각형 21"/>
          <p:cNvSpPr/>
          <p:nvPr/>
        </p:nvSpPr>
        <p:spPr>
          <a:xfrm>
            <a:off x="1001197" y="5176525"/>
            <a:ext cx="106962" cy="1155366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26" name="타원 22"/>
          <p:cNvSpPr/>
          <p:nvPr/>
        </p:nvSpPr>
        <p:spPr>
          <a:xfrm>
            <a:off x="1565421" y="5326438"/>
            <a:ext cx="855539" cy="8555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27" name="TextBox 23"/>
          <p:cNvSpPr txBox="1"/>
          <p:nvPr/>
        </p:nvSpPr>
        <p:spPr>
          <a:xfrm>
            <a:off x="3151301" y="5357645"/>
            <a:ext cx="2851793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/>
            </a:lvl1pPr>
          </a:lstStyle>
          <a:p>
            <a:r>
              <a:t>키워드를 입력해주세요</a:t>
            </a:r>
          </a:p>
        </p:txBody>
      </p:sp>
      <p:sp>
        <p:nvSpPr>
          <p:cNvPr id="1428" name="TextBox 24"/>
          <p:cNvSpPr txBox="1"/>
          <p:nvPr/>
        </p:nvSpPr>
        <p:spPr>
          <a:xfrm>
            <a:off x="3151300" y="5650812"/>
            <a:ext cx="7868144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200">
                <a:solidFill>
                  <a:srgbClr val="126BF6"/>
                </a:solidFill>
              </a:defRPr>
            </a:pPr>
            <a:r>
              <a:t>중요 내용을 칼라 포인트 해주세요. </a:t>
            </a:r>
            <a:r>
              <a:rPr>
                <a:solidFill>
                  <a:srgbClr val="3B3838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내용을 상세하게 입력해주세요. 내용을 상세하게 입력해주세요. 내용을 상세하게 입력해주세요. 내용을 상세하게 입력해주세요. 내용을 상세하게 입력해주세요. 내용을 상세하게 입력해주세요. </a:t>
            </a:r>
          </a:p>
        </p:txBody>
      </p:sp>
      <p:sp>
        <p:nvSpPr>
          <p:cNvPr id="1429" name="Freeform: Shape 27"/>
          <p:cNvSpPr/>
          <p:nvPr/>
        </p:nvSpPr>
        <p:spPr>
          <a:xfrm>
            <a:off x="1830290" y="5542838"/>
            <a:ext cx="332519" cy="4075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pic>
        <p:nvPicPr>
          <p:cNvPr id="1430" name="그림 26" descr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431" name="TextBox 2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434" name="그림 28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43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43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3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43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439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44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1" name="직사각형 1"/>
          <p:cNvSpPr/>
          <p:nvPr/>
        </p:nvSpPr>
        <p:spPr>
          <a:xfrm>
            <a:off x="3858329" y="2231084"/>
            <a:ext cx="7332473" cy="1155366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9" rIns="45719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42" name="자유형: 도형 4"/>
          <p:cNvSpPr/>
          <p:nvPr/>
        </p:nvSpPr>
        <p:spPr>
          <a:xfrm rot="5400000">
            <a:off x="1898830" y="1333452"/>
            <a:ext cx="1155366" cy="2950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897"/>
                </a:lnTo>
                <a:lnTo>
                  <a:pt x="8821" y="897"/>
                </a:lnTo>
                <a:lnTo>
                  <a:pt x="10800" y="0"/>
                </a:lnTo>
                <a:lnTo>
                  <a:pt x="12779" y="897"/>
                </a:lnTo>
                <a:lnTo>
                  <a:pt x="21600" y="897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43" name="타원 9"/>
          <p:cNvSpPr/>
          <p:nvPr/>
        </p:nvSpPr>
        <p:spPr>
          <a:xfrm>
            <a:off x="1362143" y="2350113"/>
            <a:ext cx="917311" cy="91730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44" name="TextBox 10"/>
          <p:cNvSpPr txBox="1"/>
          <p:nvPr/>
        </p:nvSpPr>
        <p:spPr>
          <a:xfrm>
            <a:off x="4492083" y="2437756"/>
            <a:ext cx="6347171" cy="82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인터뷰 내용을 상세하게 입력해주세요. 내용을 상세하게 입력해주세요. 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중요 내용을 볼드 포인트 해주세요. </a:t>
            </a:r>
            <a:r>
              <a:t>내용을 상세하게 입력해주세요. 내용을 상세하게 입력해주세요. 내용을 상세하게 입력해주세요. 내용을 상세하게 입력해주세요. </a:t>
            </a:r>
          </a:p>
        </p:txBody>
      </p:sp>
      <p:pic>
        <p:nvPicPr>
          <p:cNvPr id="1445" name="그림 11" descr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29766" y="2486947"/>
            <a:ext cx="622702" cy="622702"/>
          </a:xfrm>
          <a:prstGeom prst="rect">
            <a:avLst/>
          </a:prstGeom>
          <a:ln w="12700">
            <a:miter lim="400000"/>
          </a:ln>
        </p:spPr>
      </p:pic>
      <p:sp>
        <p:nvSpPr>
          <p:cNvPr id="1446" name="TextBox 12"/>
          <p:cNvSpPr txBox="1"/>
          <p:nvPr/>
        </p:nvSpPr>
        <p:spPr>
          <a:xfrm>
            <a:off x="2484538" y="2499802"/>
            <a:ext cx="98170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FFFFFF"/>
                </a:solidFill>
              </a:defRPr>
            </a:lvl1pPr>
          </a:lstStyle>
          <a:p>
            <a:r>
              <a:t>EMILY</a:t>
            </a:r>
          </a:p>
        </p:txBody>
      </p:sp>
      <p:sp>
        <p:nvSpPr>
          <p:cNvPr id="1447" name="TextBox 13"/>
          <p:cNvSpPr txBox="1"/>
          <p:nvPr/>
        </p:nvSpPr>
        <p:spPr>
          <a:xfrm>
            <a:off x="2484536" y="2819890"/>
            <a:ext cx="115127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29세 직장인</a:t>
            </a:r>
          </a:p>
        </p:txBody>
      </p:sp>
      <p:sp>
        <p:nvSpPr>
          <p:cNvPr id="1448" name="Freeform: Shape 33"/>
          <p:cNvSpPr/>
          <p:nvPr/>
        </p:nvSpPr>
        <p:spPr>
          <a:xfrm>
            <a:off x="4271700" y="2414579"/>
            <a:ext cx="217954" cy="145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79" y="0"/>
                </a:moveTo>
                <a:lnTo>
                  <a:pt x="5379" y="2692"/>
                </a:lnTo>
                <a:cubicBezTo>
                  <a:pt x="4366" y="2692"/>
                  <a:pt x="3523" y="3199"/>
                  <a:pt x="2827" y="4244"/>
                </a:cubicBezTo>
                <a:cubicBezTo>
                  <a:pt x="2130" y="5289"/>
                  <a:pt x="1793" y="6556"/>
                  <a:pt x="1793" y="8076"/>
                </a:cubicBezTo>
                <a:lnTo>
                  <a:pt x="9007" y="8076"/>
                </a:lnTo>
                <a:lnTo>
                  <a:pt x="9007" y="21600"/>
                </a:lnTo>
                <a:lnTo>
                  <a:pt x="0" y="21600"/>
                </a:lnTo>
                <a:lnTo>
                  <a:pt x="0" y="8108"/>
                </a:lnTo>
                <a:cubicBezTo>
                  <a:pt x="0" y="5859"/>
                  <a:pt x="527" y="3927"/>
                  <a:pt x="1582" y="2375"/>
                </a:cubicBezTo>
                <a:cubicBezTo>
                  <a:pt x="2595" y="792"/>
                  <a:pt x="3860" y="0"/>
                  <a:pt x="5379" y="0"/>
                </a:cubicBezTo>
                <a:close/>
                <a:moveTo>
                  <a:pt x="1772" y="10832"/>
                </a:moveTo>
                <a:lnTo>
                  <a:pt x="1772" y="18940"/>
                </a:lnTo>
                <a:lnTo>
                  <a:pt x="7172" y="18940"/>
                </a:lnTo>
                <a:lnTo>
                  <a:pt x="7172" y="10832"/>
                </a:lnTo>
                <a:lnTo>
                  <a:pt x="1772" y="10832"/>
                </a:lnTo>
                <a:close/>
                <a:moveTo>
                  <a:pt x="17972" y="0"/>
                </a:moveTo>
                <a:lnTo>
                  <a:pt x="17972" y="2692"/>
                </a:lnTo>
                <a:cubicBezTo>
                  <a:pt x="16959" y="2692"/>
                  <a:pt x="16116" y="3199"/>
                  <a:pt x="15419" y="4244"/>
                </a:cubicBezTo>
                <a:cubicBezTo>
                  <a:pt x="14723" y="5289"/>
                  <a:pt x="14386" y="6556"/>
                  <a:pt x="14386" y="8076"/>
                </a:cubicBezTo>
                <a:lnTo>
                  <a:pt x="21600" y="8076"/>
                </a:lnTo>
                <a:lnTo>
                  <a:pt x="21600" y="21600"/>
                </a:lnTo>
                <a:lnTo>
                  <a:pt x="12593" y="21600"/>
                </a:lnTo>
                <a:lnTo>
                  <a:pt x="12593" y="8108"/>
                </a:lnTo>
                <a:cubicBezTo>
                  <a:pt x="12593" y="5859"/>
                  <a:pt x="13120" y="3927"/>
                  <a:pt x="14175" y="2375"/>
                </a:cubicBezTo>
                <a:cubicBezTo>
                  <a:pt x="15187" y="792"/>
                  <a:pt x="16474" y="0"/>
                  <a:pt x="17972" y="0"/>
                </a:cubicBezTo>
                <a:close/>
                <a:moveTo>
                  <a:pt x="14365" y="10832"/>
                </a:moveTo>
                <a:lnTo>
                  <a:pt x="14365" y="18940"/>
                </a:lnTo>
                <a:lnTo>
                  <a:pt x="19765" y="18940"/>
                </a:lnTo>
                <a:lnTo>
                  <a:pt x="19765" y="10832"/>
                </a:lnTo>
                <a:lnTo>
                  <a:pt x="14365" y="10832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49" name="Freeform: Shape 34"/>
          <p:cNvSpPr/>
          <p:nvPr/>
        </p:nvSpPr>
        <p:spPr>
          <a:xfrm>
            <a:off x="8023490" y="2979933"/>
            <a:ext cx="218167" cy="145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" y="0"/>
                </a:moveTo>
                <a:lnTo>
                  <a:pt x="9019" y="0"/>
                </a:lnTo>
                <a:lnTo>
                  <a:pt x="9019" y="13504"/>
                </a:lnTo>
                <a:cubicBezTo>
                  <a:pt x="9019" y="15749"/>
                  <a:pt x="8492" y="17678"/>
                  <a:pt x="7439" y="19228"/>
                </a:cubicBezTo>
                <a:cubicBezTo>
                  <a:pt x="6385" y="20809"/>
                  <a:pt x="5121" y="21600"/>
                  <a:pt x="3625" y="21600"/>
                </a:cubicBezTo>
                <a:lnTo>
                  <a:pt x="3625" y="18912"/>
                </a:lnTo>
                <a:cubicBezTo>
                  <a:pt x="4636" y="18912"/>
                  <a:pt x="5479" y="18406"/>
                  <a:pt x="6174" y="17362"/>
                </a:cubicBezTo>
                <a:cubicBezTo>
                  <a:pt x="6870" y="16319"/>
                  <a:pt x="7207" y="15054"/>
                  <a:pt x="7207" y="13536"/>
                </a:cubicBezTo>
                <a:lnTo>
                  <a:pt x="0" y="13536"/>
                </a:lnTo>
                <a:lnTo>
                  <a:pt x="0" y="0"/>
                </a:lnTo>
                <a:close/>
                <a:moveTo>
                  <a:pt x="1812" y="2720"/>
                </a:moveTo>
                <a:lnTo>
                  <a:pt x="1812" y="10816"/>
                </a:lnTo>
                <a:lnTo>
                  <a:pt x="7207" y="10816"/>
                </a:lnTo>
                <a:lnTo>
                  <a:pt x="7207" y="2720"/>
                </a:lnTo>
                <a:lnTo>
                  <a:pt x="1812" y="2720"/>
                </a:lnTo>
                <a:close/>
                <a:moveTo>
                  <a:pt x="12602" y="0"/>
                </a:moveTo>
                <a:lnTo>
                  <a:pt x="21600" y="0"/>
                </a:lnTo>
                <a:lnTo>
                  <a:pt x="21600" y="13504"/>
                </a:lnTo>
                <a:cubicBezTo>
                  <a:pt x="21600" y="15749"/>
                  <a:pt x="21073" y="17678"/>
                  <a:pt x="20019" y="19228"/>
                </a:cubicBezTo>
                <a:cubicBezTo>
                  <a:pt x="18966" y="20809"/>
                  <a:pt x="17701" y="21600"/>
                  <a:pt x="16205" y="21600"/>
                </a:cubicBezTo>
                <a:lnTo>
                  <a:pt x="16205" y="18912"/>
                </a:lnTo>
                <a:cubicBezTo>
                  <a:pt x="17217" y="18912"/>
                  <a:pt x="18060" y="18406"/>
                  <a:pt x="18755" y="17362"/>
                </a:cubicBezTo>
                <a:cubicBezTo>
                  <a:pt x="19450" y="16319"/>
                  <a:pt x="19788" y="15054"/>
                  <a:pt x="19788" y="13536"/>
                </a:cubicBezTo>
                <a:lnTo>
                  <a:pt x="12581" y="13536"/>
                </a:lnTo>
                <a:lnTo>
                  <a:pt x="12581" y="0"/>
                </a:lnTo>
                <a:close/>
                <a:moveTo>
                  <a:pt x="14414" y="2720"/>
                </a:moveTo>
                <a:lnTo>
                  <a:pt x="14414" y="10816"/>
                </a:lnTo>
                <a:lnTo>
                  <a:pt x="19809" y="10816"/>
                </a:lnTo>
                <a:lnTo>
                  <a:pt x="19809" y="2720"/>
                </a:lnTo>
                <a:lnTo>
                  <a:pt x="14414" y="272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50" name="직사각형 16"/>
          <p:cNvSpPr/>
          <p:nvPr/>
        </p:nvSpPr>
        <p:spPr>
          <a:xfrm>
            <a:off x="3858329" y="3651827"/>
            <a:ext cx="7332473" cy="1155366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9" rIns="45719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51" name="자유형: 도형 17"/>
          <p:cNvSpPr/>
          <p:nvPr/>
        </p:nvSpPr>
        <p:spPr>
          <a:xfrm rot="5400000">
            <a:off x="1898830" y="2754194"/>
            <a:ext cx="1155366" cy="2950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897"/>
                </a:lnTo>
                <a:lnTo>
                  <a:pt x="8821" y="897"/>
                </a:lnTo>
                <a:lnTo>
                  <a:pt x="10800" y="0"/>
                </a:lnTo>
                <a:lnTo>
                  <a:pt x="12779" y="897"/>
                </a:lnTo>
                <a:lnTo>
                  <a:pt x="21600" y="897"/>
                </a:lnTo>
                <a:lnTo>
                  <a:pt x="21600" y="21600"/>
                </a:lnTo>
                <a:close/>
              </a:path>
            </a:pathLst>
          </a:cu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52" name="타원 18"/>
          <p:cNvSpPr/>
          <p:nvPr/>
        </p:nvSpPr>
        <p:spPr>
          <a:xfrm>
            <a:off x="1362143" y="3770855"/>
            <a:ext cx="917311" cy="91730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53" name="TextBox 19"/>
          <p:cNvSpPr txBox="1"/>
          <p:nvPr/>
        </p:nvSpPr>
        <p:spPr>
          <a:xfrm>
            <a:off x="4492083" y="3858497"/>
            <a:ext cx="6347171" cy="82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인터뷰 내용을 상세하게 입력해주세요. 내용을 상세하게 입력해주세요. 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중요 내용을 볼드 포인트 해주세요. </a:t>
            </a:r>
            <a:r>
              <a:t>내용을 상세하게 입력해주세요. 내용을 상세하게 입력해주세요. 내용을 상세하게 입력해주세요. </a:t>
            </a:r>
          </a:p>
        </p:txBody>
      </p:sp>
      <p:sp>
        <p:nvSpPr>
          <p:cNvPr id="1454" name="TextBox 20"/>
          <p:cNvSpPr txBox="1"/>
          <p:nvPr/>
        </p:nvSpPr>
        <p:spPr>
          <a:xfrm>
            <a:off x="2484538" y="3920544"/>
            <a:ext cx="98170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FFFFFF"/>
                </a:solidFill>
              </a:defRPr>
            </a:lvl1pPr>
          </a:lstStyle>
          <a:p>
            <a:r>
              <a:t>JASON</a:t>
            </a:r>
          </a:p>
        </p:txBody>
      </p:sp>
      <p:sp>
        <p:nvSpPr>
          <p:cNvPr id="1455" name="TextBox 21"/>
          <p:cNvSpPr txBox="1"/>
          <p:nvPr/>
        </p:nvSpPr>
        <p:spPr>
          <a:xfrm>
            <a:off x="2484536" y="4240631"/>
            <a:ext cx="115127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32세 직장인</a:t>
            </a:r>
          </a:p>
        </p:txBody>
      </p:sp>
      <p:sp>
        <p:nvSpPr>
          <p:cNvPr id="1456" name="Freeform: Shape 33"/>
          <p:cNvSpPr/>
          <p:nvPr/>
        </p:nvSpPr>
        <p:spPr>
          <a:xfrm>
            <a:off x="4271700" y="3835322"/>
            <a:ext cx="217954" cy="145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79" y="0"/>
                </a:moveTo>
                <a:lnTo>
                  <a:pt x="5379" y="2692"/>
                </a:lnTo>
                <a:cubicBezTo>
                  <a:pt x="4366" y="2692"/>
                  <a:pt x="3523" y="3199"/>
                  <a:pt x="2827" y="4244"/>
                </a:cubicBezTo>
                <a:cubicBezTo>
                  <a:pt x="2130" y="5289"/>
                  <a:pt x="1793" y="6556"/>
                  <a:pt x="1793" y="8076"/>
                </a:cubicBezTo>
                <a:lnTo>
                  <a:pt x="9007" y="8076"/>
                </a:lnTo>
                <a:lnTo>
                  <a:pt x="9007" y="21600"/>
                </a:lnTo>
                <a:lnTo>
                  <a:pt x="0" y="21600"/>
                </a:lnTo>
                <a:lnTo>
                  <a:pt x="0" y="8108"/>
                </a:lnTo>
                <a:cubicBezTo>
                  <a:pt x="0" y="5859"/>
                  <a:pt x="527" y="3927"/>
                  <a:pt x="1582" y="2375"/>
                </a:cubicBezTo>
                <a:cubicBezTo>
                  <a:pt x="2595" y="792"/>
                  <a:pt x="3860" y="0"/>
                  <a:pt x="5379" y="0"/>
                </a:cubicBezTo>
                <a:close/>
                <a:moveTo>
                  <a:pt x="1772" y="10832"/>
                </a:moveTo>
                <a:lnTo>
                  <a:pt x="1772" y="18940"/>
                </a:lnTo>
                <a:lnTo>
                  <a:pt x="7172" y="18940"/>
                </a:lnTo>
                <a:lnTo>
                  <a:pt x="7172" y="10832"/>
                </a:lnTo>
                <a:lnTo>
                  <a:pt x="1772" y="10832"/>
                </a:lnTo>
                <a:close/>
                <a:moveTo>
                  <a:pt x="17972" y="0"/>
                </a:moveTo>
                <a:lnTo>
                  <a:pt x="17972" y="2692"/>
                </a:lnTo>
                <a:cubicBezTo>
                  <a:pt x="16959" y="2692"/>
                  <a:pt x="16116" y="3199"/>
                  <a:pt x="15419" y="4244"/>
                </a:cubicBezTo>
                <a:cubicBezTo>
                  <a:pt x="14723" y="5289"/>
                  <a:pt x="14386" y="6556"/>
                  <a:pt x="14386" y="8076"/>
                </a:cubicBezTo>
                <a:lnTo>
                  <a:pt x="21600" y="8076"/>
                </a:lnTo>
                <a:lnTo>
                  <a:pt x="21600" y="21600"/>
                </a:lnTo>
                <a:lnTo>
                  <a:pt x="12593" y="21600"/>
                </a:lnTo>
                <a:lnTo>
                  <a:pt x="12593" y="8108"/>
                </a:lnTo>
                <a:cubicBezTo>
                  <a:pt x="12593" y="5859"/>
                  <a:pt x="13120" y="3927"/>
                  <a:pt x="14175" y="2375"/>
                </a:cubicBezTo>
                <a:cubicBezTo>
                  <a:pt x="15187" y="792"/>
                  <a:pt x="16474" y="0"/>
                  <a:pt x="17972" y="0"/>
                </a:cubicBezTo>
                <a:close/>
                <a:moveTo>
                  <a:pt x="14365" y="10832"/>
                </a:moveTo>
                <a:lnTo>
                  <a:pt x="14365" y="18940"/>
                </a:lnTo>
                <a:lnTo>
                  <a:pt x="19765" y="18940"/>
                </a:lnTo>
                <a:lnTo>
                  <a:pt x="19765" y="10832"/>
                </a:lnTo>
                <a:lnTo>
                  <a:pt x="14365" y="10832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57" name="Freeform: Shape 34"/>
          <p:cNvSpPr/>
          <p:nvPr/>
        </p:nvSpPr>
        <p:spPr>
          <a:xfrm>
            <a:off x="5895526" y="4400675"/>
            <a:ext cx="218167" cy="145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" y="0"/>
                </a:moveTo>
                <a:lnTo>
                  <a:pt x="9019" y="0"/>
                </a:lnTo>
                <a:lnTo>
                  <a:pt x="9019" y="13504"/>
                </a:lnTo>
                <a:cubicBezTo>
                  <a:pt x="9019" y="15749"/>
                  <a:pt x="8492" y="17678"/>
                  <a:pt x="7439" y="19228"/>
                </a:cubicBezTo>
                <a:cubicBezTo>
                  <a:pt x="6385" y="20809"/>
                  <a:pt x="5121" y="21600"/>
                  <a:pt x="3625" y="21600"/>
                </a:cubicBezTo>
                <a:lnTo>
                  <a:pt x="3625" y="18912"/>
                </a:lnTo>
                <a:cubicBezTo>
                  <a:pt x="4636" y="18912"/>
                  <a:pt x="5479" y="18406"/>
                  <a:pt x="6174" y="17362"/>
                </a:cubicBezTo>
                <a:cubicBezTo>
                  <a:pt x="6870" y="16319"/>
                  <a:pt x="7207" y="15054"/>
                  <a:pt x="7207" y="13536"/>
                </a:cubicBezTo>
                <a:lnTo>
                  <a:pt x="0" y="13536"/>
                </a:lnTo>
                <a:lnTo>
                  <a:pt x="0" y="0"/>
                </a:lnTo>
                <a:close/>
                <a:moveTo>
                  <a:pt x="1812" y="2720"/>
                </a:moveTo>
                <a:lnTo>
                  <a:pt x="1812" y="10816"/>
                </a:lnTo>
                <a:lnTo>
                  <a:pt x="7207" y="10816"/>
                </a:lnTo>
                <a:lnTo>
                  <a:pt x="7207" y="2720"/>
                </a:lnTo>
                <a:lnTo>
                  <a:pt x="1812" y="2720"/>
                </a:lnTo>
                <a:close/>
                <a:moveTo>
                  <a:pt x="12602" y="0"/>
                </a:moveTo>
                <a:lnTo>
                  <a:pt x="21600" y="0"/>
                </a:lnTo>
                <a:lnTo>
                  <a:pt x="21600" y="13504"/>
                </a:lnTo>
                <a:cubicBezTo>
                  <a:pt x="21600" y="15749"/>
                  <a:pt x="21073" y="17678"/>
                  <a:pt x="20019" y="19228"/>
                </a:cubicBezTo>
                <a:cubicBezTo>
                  <a:pt x="18966" y="20809"/>
                  <a:pt x="17701" y="21600"/>
                  <a:pt x="16205" y="21600"/>
                </a:cubicBezTo>
                <a:lnTo>
                  <a:pt x="16205" y="18912"/>
                </a:lnTo>
                <a:cubicBezTo>
                  <a:pt x="17217" y="18912"/>
                  <a:pt x="18060" y="18406"/>
                  <a:pt x="18755" y="17362"/>
                </a:cubicBezTo>
                <a:cubicBezTo>
                  <a:pt x="19450" y="16319"/>
                  <a:pt x="19788" y="15054"/>
                  <a:pt x="19788" y="13536"/>
                </a:cubicBezTo>
                <a:lnTo>
                  <a:pt x="12581" y="13536"/>
                </a:lnTo>
                <a:lnTo>
                  <a:pt x="12581" y="0"/>
                </a:lnTo>
                <a:close/>
                <a:moveTo>
                  <a:pt x="14414" y="2720"/>
                </a:moveTo>
                <a:lnTo>
                  <a:pt x="14414" y="10816"/>
                </a:lnTo>
                <a:lnTo>
                  <a:pt x="19809" y="10816"/>
                </a:lnTo>
                <a:lnTo>
                  <a:pt x="19809" y="2720"/>
                </a:lnTo>
                <a:lnTo>
                  <a:pt x="14414" y="272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58" name="직사각형 24"/>
          <p:cNvSpPr/>
          <p:nvPr/>
        </p:nvSpPr>
        <p:spPr>
          <a:xfrm>
            <a:off x="3858329" y="5066793"/>
            <a:ext cx="7332473" cy="1155366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9" rIns="45719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59" name="자유형: 도형 25"/>
          <p:cNvSpPr/>
          <p:nvPr/>
        </p:nvSpPr>
        <p:spPr>
          <a:xfrm rot="5400000">
            <a:off x="1898830" y="4169159"/>
            <a:ext cx="1155366" cy="2950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897"/>
                </a:lnTo>
                <a:lnTo>
                  <a:pt x="8821" y="897"/>
                </a:lnTo>
                <a:lnTo>
                  <a:pt x="10800" y="0"/>
                </a:lnTo>
                <a:lnTo>
                  <a:pt x="12779" y="897"/>
                </a:lnTo>
                <a:lnTo>
                  <a:pt x="21600" y="897"/>
                </a:lnTo>
                <a:lnTo>
                  <a:pt x="21600" y="21600"/>
                </a:lnTo>
                <a:close/>
              </a:path>
            </a:pathLst>
          </a:cu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60" name="타원 26"/>
          <p:cNvSpPr/>
          <p:nvPr/>
        </p:nvSpPr>
        <p:spPr>
          <a:xfrm>
            <a:off x="1362143" y="5185821"/>
            <a:ext cx="917311" cy="91730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61" name="TextBox 27"/>
          <p:cNvSpPr txBox="1"/>
          <p:nvPr/>
        </p:nvSpPr>
        <p:spPr>
          <a:xfrm>
            <a:off x="4492083" y="5273464"/>
            <a:ext cx="6347171" cy="82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인터뷰 내용을 상세하게 입력해주세요. 내용을 상세하게 입력해주세요. 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중요 내용을 볼드 포인트 해주세요. </a:t>
            </a:r>
            <a:r>
              <a:t>내용을 상세하게 입력해주세요. 내용을 상세하게 입력해주세요. 내용을 상세하게 입력해주세요. 내용을 상세하게 입력해주세요. </a:t>
            </a:r>
          </a:p>
        </p:txBody>
      </p:sp>
      <p:pic>
        <p:nvPicPr>
          <p:cNvPr id="1462" name="그림 28" descr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29766" y="5322654"/>
            <a:ext cx="622702" cy="622702"/>
          </a:xfrm>
          <a:prstGeom prst="rect">
            <a:avLst/>
          </a:prstGeom>
          <a:ln w="12700">
            <a:miter lim="400000"/>
          </a:ln>
        </p:spPr>
      </p:pic>
      <p:sp>
        <p:nvSpPr>
          <p:cNvPr id="1463" name="TextBox 29"/>
          <p:cNvSpPr txBox="1"/>
          <p:nvPr/>
        </p:nvSpPr>
        <p:spPr>
          <a:xfrm>
            <a:off x="2484538" y="5335509"/>
            <a:ext cx="115127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FFFFFF"/>
                </a:solidFill>
              </a:defRPr>
            </a:lvl1pPr>
          </a:lstStyle>
          <a:p>
            <a:r>
              <a:t>MICHEAL</a:t>
            </a:r>
          </a:p>
        </p:txBody>
      </p:sp>
      <p:sp>
        <p:nvSpPr>
          <p:cNvPr id="1464" name="TextBox 30"/>
          <p:cNvSpPr txBox="1"/>
          <p:nvPr/>
        </p:nvSpPr>
        <p:spPr>
          <a:xfrm>
            <a:off x="2484536" y="5655597"/>
            <a:ext cx="1151276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35세 주부</a:t>
            </a:r>
          </a:p>
        </p:txBody>
      </p:sp>
      <p:sp>
        <p:nvSpPr>
          <p:cNvPr id="1465" name="Freeform: Shape 33"/>
          <p:cNvSpPr/>
          <p:nvPr/>
        </p:nvSpPr>
        <p:spPr>
          <a:xfrm>
            <a:off x="4271700" y="5250288"/>
            <a:ext cx="217954" cy="145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79" y="0"/>
                </a:moveTo>
                <a:lnTo>
                  <a:pt x="5379" y="2692"/>
                </a:lnTo>
                <a:cubicBezTo>
                  <a:pt x="4366" y="2692"/>
                  <a:pt x="3523" y="3199"/>
                  <a:pt x="2827" y="4244"/>
                </a:cubicBezTo>
                <a:cubicBezTo>
                  <a:pt x="2130" y="5289"/>
                  <a:pt x="1793" y="6556"/>
                  <a:pt x="1793" y="8076"/>
                </a:cubicBezTo>
                <a:lnTo>
                  <a:pt x="9007" y="8076"/>
                </a:lnTo>
                <a:lnTo>
                  <a:pt x="9007" y="21600"/>
                </a:lnTo>
                <a:lnTo>
                  <a:pt x="0" y="21600"/>
                </a:lnTo>
                <a:lnTo>
                  <a:pt x="0" y="8108"/>
                </a:lnTo>
                <a:cubicBezTo>
                  <a:pt x="0" y="5859"/>
                  <a:pt x="527" y="3927"/>
                  <a:pt x="1582" y="2375"/>
                </a:cubicBezTo>
                <a:cubicBezTo>
                  <a:pt x="2595" y="792"/>
                  <a:pt x="3860" y="0"/>
                  <a:pt x="5379" y="0"/>
                </a:cubicBezTo>
                <a:close/>
                <a:moveTo>
                  <a:pt x="1772" y="10832"/>
                </a:moveTo>
                <a:lnTo>
                  <a:pt x="1772" y="18940"/>
                </a:lnTo>
                <a:lnTo>
                  <a:pt x="7172" y="18940"/>
                </a:lnTo>
                <a:lnTo>
                  <a:pt x="7172" y="10832"/>
                </a:lnTo>
                <a:lnTo>
                  <a:pt x="1772" y="10832"/>
                </a:lnTo>
                <a:close/>
                <a:moveTo>
                  <a:pt x="17972" y="0"/>
                </a:moveTo>
                <a:lnTo>
                  <a:pt x="17972" y="2692"/>
                </a:lnTo>
                <a:cubicBezTo>
                  <a:pt x="16959" y="2692"/>
                  <a:pt x="16116" y="3199"/>
                  <a:pt x="15419" y="4244"/>
                </a:cubicBezTo>
                <a:cubicBezTo>
                  <a:pt x="14723" y="5289"/>
                  <a:pt x="14386" y="6556"/>
                  <a:pt x="14386" y="8076"/>
                </a:cubicBezTo>
                <a:lnTo>
                  <a:pt x="21600" y="8076"/>
                </a:lnTo>
                <a:lnTo>
                  <a:pt x="21600" y="21600"/>
                </a:lnTo>
                <a:lnTo>
                  <a:pt x="12593" y="21600"/>
                </a:lnTo>
                <a:lnTo>
                  <a:pt x="12593" y="8108"/>
                </a:lnTo>
                <a:cubicBezTo>
                  <a:pt x="12593" y="5859"/>
                  <a:pt x="13120" y="3927"/>
                  <a:pt x="14175" y="2375"/>
                </a:cubicBezTo>
                <a:cubicBezTo>
                  <a:pt x="15187" y="792"/>
                  <a:pt x="16474" y="0"/>
                  <a:pt x="17972" y="0"/>
                </a:cubicBezTo>
                <a:close/>
                <a:moveTo>
                  <a:pt x="14365" y="10832"/>
                </a:moveTo>
                <a:lnTo>
                  <a:pt x="14365" y="18940"/>
                </a:lnTo>
                <a:lnTo>
                  <a:pt x="19765" y="18940"/>
                </a:lnTo>
                <a:lnTo>
                  <a:pt x="19765" y="10832"/>
                </a:lnTo>
                <a:lnTo>
                  <a:pt x="14365" y="10832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466" name="Freeform: Shape 34"/>
          <p:cNvSpPr/>
          <p:nvPr/>
        </p:nvSpPr>
        <p:spPr>
          <a:xfrm>
            <a:off x="8083780" y="5815641"/>
            <a:ext cx="218167" cy="145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" y="0"/>
                </a:moveTo>
                <a:lnTo>
                  <a:pt x="9019" y="0"/>
                </a:lnTo>
                <a:lnTo>
                  <a:pt x="9019" y="13504"/>
                </a:lnTo>
                <a:cubicBezTo>
                  <a:pt x="9019" y="15749"/>
                  <a:pt x="8492" y="17678"/>
                  <a:pt x="7439" y="19228"/>
                </a:cubicBezTo>
                <a:cubicBezTo>
                  <a:pt x="6385" y="20809"/>
                  <a:pt x="5121" y="21600"/>
                  <a:pt x="3625" y="21600"/>
                </a:cubicBezTo>
                <a:lnTo>
                  <a:pt x="3625" y="18912"/>
                </a:lnTo>
                <a:cubicBezTo>
                  <a:pt x="4636" y="18912"/>
                  <a:pt x="5479" y="18406"/>
                  <a:pt x="6174" y="17362"/>
                </a:cubicBezTo>
                <a:cubicBezTo>
                  <a:pt x="6870" y="16319"/>
                  <a:pt x="7207" y="15054"/>
                  <a:pt x="7207" y="13536"/>
                </a:cubicBezTo>
                <a:lnTo>
                  <a:pt x="0" y="13536"/>
                </a:lnTo>
                <a:lnTo>
                  <a:pt x="0" y="0"/>
                </a:lnTo>
                <a:close/>
                <a:moveTo>
                  <a:pt x="1812" y="2720"/>
                </a:moveTo>
                <a:lnTo>
                  <a:pt x="1812" y="10816"/>
                </a:lnTo>
                <a:lnTo>
                  <a:pt x="7207" y="10816"/>
                </a:lnTo>
                <a:lnTo>
                  <a:pt x="7207" y="2720"/>
                </a:lnTo>
                <a:lnTo>
                  <a:pt x="1812" y="2720"/>
                </a:lnTo>
                <a:close/>
                <a:moveTo>
                  <a:pt x="12602" y="0"/>
                </a:moveTo>
                <a:lnTo>
                  <a:pt x="21600" y="0"/>
                </a:lnTo>
                <a:lnTo>
                  <a:pt x="21600" y="13504"/>
                </a:lnTo>
                <a:cubicBezTo>
                  <a:pt x="21600" y="15749"/>
                  <a:pt x="21073" y="17678"/>
                  <a:pt x="20019" y="19228"/>
                </a:cubicBezTo>
                <a:cubicBezTo>
                  <a:pt x="18966" y="20809"/>
                  <a:pt x="17701" y="21600"/>
                  <a:pt x="16205" y="21600"/>
                </a:cubicBezTo>
                <a:lnTo>
                  <a:pt x="16205" y="18912"/>
                </a:lnTo>
                <a:cubicBezTo>
                  <a:pt x="17217" y="18912"/>
                  <a:pt x="18060" y="18406"/>
                  <a:pt x="18755" y="17362"/>
                </a:cubicBezTo>
                <a:cubicBezTo>
                  <a:pt x="19450" y="16319"/>
                  <a:pt x="19788" y="15054"/>
                  <a:pt x="19788" y="13536"/>
                </a:cubicBezTo>
                <a:lnTo>
                  <a:pt x="12581" y="13536"/>
                </a:lnTo>
                <a:lnTo>
                  <a:pt x="12581" y="0"/>
                </a:lnTo>
                <a:close/>
                <a:moveTo>
                  <a:pt x="14414" y="2720"/>
                </a:moveTo>
                <a:lnTo>
                  <a:pt x="14414" y="10816"/>
                </a:lnTo>
                <a:lnTo>
                  <a:pt x="19809" y="10816"/>
                </a:lnTo>
                <a:lnTo>
                  <a:pt x="19809" y="2720"/>
                </a:lnTo>
                <a:lnTo>
                  <a:pt x="14414" y="272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1467" name="그림 33" descr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492436" y="3863361"/>
            <a:ext cx="697360" cy="697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8" name="그림 35" descr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469" name="TextBox 36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472" name="그림 37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47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471" name="image3.png" descr="image3.png"/>
            <p:cNvPicPr>
              <a:picLocks noChangeAspect="1"/>
            </p:cNvPicPr>
            <p:nvPr/>
          </p:nvPicPr>
          <p:blipFill>
            <a:blip r:embed="rId5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47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477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498" name="그룹 79"/>
          <p:cNvGrpSpPr/>
          <p:nvPr/>
        </p:nvGrpSpPr>
        <p:grpSpPr>
          <a:xfrm>
            <a:off x="4617034" y="2146469"/>
            <a:ext cx="6019001" cy="4315698"/>
            <a:chOff x="0" y="0"/>
            <a:chExt cx="6019001" cy="4315698"/>
          </a:xfrm>
        </p:grpSpPr>
        <p:grpSp>
          <p:nvGrpSpPr>
            <p:cNvPr id="1480" name="그룹 59"/>
            <p:cNvGrpSpPr/>
            <p:nvPr/>
          </p:nvGrpSpPr>
          <p:grpSpPr>
            <a:xfrm>
              <a:off x="0" y="75075"/>
              <a:ext cx="731746" cy="731747"/>
              <a:chOff x="0" y="0"/>
              <a:chExt cx="731745" cy="731745"/>
            </a:xfrm>
          </p:grpSpPr>
          <p:sp>
            <p:nvSpPr>
              <p:cNvPr id="1478" name="타원 60"/>
              <p:cNvSpPr/>
              <p:nvPr/>
            </p:nvSpPr>
            <p:spPr>
              <a:xfrm>
                <a:off x="0" y="0"/>
                <a:ext cx="731745" cy="731745"/>
              </a:xfrm>
              <a:prstGeom prst="ellipse">
                <a:avLst/>
              </a:prstGeom>
              <a:solidFill>
                <a:srgbClr val="F6F7F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1479" name="Freeform: Shape 117"/>
              <p:cNvSpPr/>
              <p:nvPr/>
            </p:nvSpPr>
            <p:spPr>
              <a:xfrm>
                <a:off x="173109" y="225830"/>
                <a:ext cx="386515" cy="283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21" y="0"/>
                    </a:moveTo>
                    <a:lnTo>
                      <a:pt x="21600" y="1609"/>
                    </a:lnTo>
                    <a:lnTo>
                      <a:pt x="7458" y="20921"/>
                    </a:lnTo>
                    <a:lnTo>
                      <a:pt x="6869" y="21600"/>
                    </a:lnTo>
                    <a:lnTo>
                      <a:pt x="6279" y="20921"/>
                    </a:lnTo>
                    <a:lnTo>
                      <a:pt x="0" y="12346"/>
                    </a:lnTo>
                    <a:lnTo>
                      <a:pt x="1179" y="10737"/>
                    </a:lnTo>
                    <a:lnTo>
                      <a:pt x="6869" y="18583"/>
                    </a:lnTo>
                    <a:lnTo>
                      <a:pt x="204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sp>
          <p:nvSpPr>
            <p:cNvPr id="1481" name="TextBox 62"/>
            <p:cNvSpPr txBox="1"/>
            <p:nvPr/>
          </p:nvSpPr>
          <p:spPr>
            <a:xfrm>
              <a:off x="950574" y="0"/>
              <a:ext cx="2851793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defRPr sz="1600"/>
              </a:lvl1pPr>
            </a:lstStyle>
            <a:p>
              <a:r>
                <a:t>키워드를 입력해주세요</a:t>
              </a:r>
            </a:p>
          </p:txBody>
        </p:sp>
        <p:sp>
          <p:nvSpPr>
            <p:cNvPr id="1482" name="TextBox 63"/>
            <p:cNvSpPr txBox="1"/>
            <p:nvPr/>
          </p:nvSpPr>
          <p:spPr>
            <a:xfrm>
              <a:off x="950573" y="313485"/>
              <a:ext cx="5068428" cy="5715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900"/>
                </a:lnSpc>
                <a:spcBef>
                  <a:spcPts val="1000"/>
                </a:spcBef>
                <a:defRPr sz="1200">
                  <a:solidFill>
                    <a:srgbClr val="3B3838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상세하게 입력해주세요. 내용을 상세하게 입력해주세요. 내용을 상세하게 입력해주세요. 내용을 상세하게 입력해주세요. 내용을 상세하게 입력해주세요. </a:t>
              </a:r>
            </a:p>
          </p:txBody>
        </p:sp>
        <p:grpSp>
          <p:nvGrpSpPr>
            <p:cNvPr id="1485" name="그룹 64"/>
            <p:cNvGrpSpPr/>
            <p:nvPr/>
          </p:nvGrpSpPr>
          <p:grpSpPr>
            <a:xfrm>
              <a:off x="0" y="1218645"/>
              <a:ext cx="731746" cy="731747"/>
              <a:chOff x="0" y="0"/>
              <a:chExt cx="731745" cy="731745"/>
            </a:xfrm>
          </p:grpSpPr>
          <p:sp>
            <p:nvSpPr>
              <p:cNvPr id="1483" name="타원 65"/>
              <p:cNvSpPr/>
              <p:nvPr/>
            </p:nvSpPr>
            <p:spPr>
              <a:xfrm>
                <a:off x="0" y="0"/>
                <a:ext cx="731745" cy="731745"/>
              </a:xfrm>
              <a:prstGeom prst="ellipse">
                <a:avLst/>
              </a:prstGeom>
              <a:solidFill>
                <a:srgbClr val="F6F7F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1484" name="Freeform: Shape 117"/>
              <p:cNvSpPr/>
              <p:nvPr/>
            </p:nvSpPr>
            <p:spPr>
              <a:xfrm>
                <a:off x="173109" y="225830"/>
                <a:ext cx="386515" cy="283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21" y="0"/>
                    </a:moveTo>
                    <a:lnTo>
                      <a:pt x="21600" y="1609"/>
                    </a:lnTo>
                    <a:lnTo>
                      <a:pt x="7458" y="20921"/>
                    </a:lnTo>
                    <a:lnTo>
                      <a:pt x="6869" y="21600"/>
                    </a:lnTo>
                    <a:lnTo>
                      <a:pt x="6279" y="20921"/>
                    </a:lnTo>
                    <a:lnTo>
                      <a:pt x="0" y="12346"/>
                    </a:lnTo>
                    <a:lnTo>
                      <a:pt x="1179" y="10737"/>
                    </a:lnTo>
                    <a:lnTo>
                      <a:pt x="6869" y="18583"/>
                    </a:lnTo>
                    <a:lnTo>
                      <a:pt x="204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sp>
          <p:nvSpPr>
            <p:cNvPr id="1486" name="TextBox 67"/>
            <p:cNvSpPr txBox="1"/>
            <p:nvPr/>
          </p:nvSpPr>
          <p:spPr>
            <a:xfrm>
              <a:off x="950574" y="1143570"/>
              <a:ext cx="2851793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defRPr sz="1600"/>
              </a:lvl1pPr>
            </a:lstStyle>
            <a:p>
              <a:r>
                <a:t>키워드를 입력해주세요</a:t>
              </a:r>
            </a:p>
          </p:txBody>
        </p:sp>
        <p:sp>
          <p:nvSpPr>
            <p:cNvPr id="1487" name="TextBox 68"/>
            <p:cNvSpPr txBox="1"/>
            <p:nvPr/>
          </p:nvSpPr>
          <p:spPr>
            <a:xfrm>
              <a:off x="950573" y="1457056"/>
              <a:ext cx="5068428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900"/>
                </a:lnSpc>
                <a:spcBef>
                  <a:spcPts val="1000"/>
                </a:spcBef>
                <a:defRPr sz="1200">
                  <a:solidFill>
                    <a:srgbClr val="3B3838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상세하게 입력해주세요. 내용을 상세하게 입력해주세요. 내용을 상세하게 입력해주세요. 내용을 상세하게 입력해주세요. 내용을 상세하게 입력해주세요. </a:t>
              </a:r>
            </a:p>
          </p:txBody>
        </p:sp>
        <p:grpSp>
          <p:nvGrpSpPr>
            <p:cNvPr id="1490" name="그룹 69"/>
            <p:cNvGrpSpPr/>
            <p:nvPr/>
          </p:nvGrpSpPr>
          <p:grpSpPr>
            <a:xfrm>
              <a:off x="0" y="2362215"/>
              <a:ext cx="731746" cy="731747"/>
              <a:chOff x="0" y="0"/>
              <a:chExt cx="731745" cy="731745"/>
            </a:xfrm>
          </p:grpSpPr>
          <p:sp>
            <p:nvSpPr>
              <p:cNvPr id="1488" name="타원 70"/>
              <p:cNvSpPr/>
              <p:nvPr/>
            </p:nvSpPr>
            <p:spPr>
              <a:xfrm>
                <a:off x="0" y="0"/>
                <a:ext cx="731745" cy="731745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1489" name="Freeform: Shape 117"/>
              <p:cNvSpPr/>
              <p:nvPr/>
            </p:nvSpPr>
            <p:spPr>
              <a:xfrm>
                <a:off x="173109" y="225830"/>
                <a:ext cx="386515" cy="283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21" y="0"/>
                    </a:moveTo>
                    <a:lnTo>
                      <a:pt x="21600" y="1609"/>
                    </a:lnTo>
                    <a:lnTo>
                      <a:pt x="7458" y="20921"/>
                    </a:lnTo>
                    <a:lnTo>
                      <a:pt x="6869" y="21600"/>
                    </a:lnTo>
                    <a:lnTo>
                      <a:pt x="6279" y="20921"/>
                    </a:lnTo>
                    <a:lnTo>
                      <a:pt x="0" y="12346"/>
                    </a:lnTo>
                    <a:lnTo>
                      <a:pt x="1179" y="10737"/>
                    </a:lnTo>
                    <a:lnTo>
                      <a:pt x="6869" y="18583"/>
                    </a:lnTo>
                    <a:lnTo>
                      <a:pt x="204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sp>
          <p:nvSpPr>
            <p:cNvPr id="1491" name="TextBox 72"/>
            <p:cNvSpPr txBox="1"/>
            <p:nvPr/>
          </p:nvSpPr>
          <p:spPr>
            <a:xfrm>
              <a:off x="950574" y="2287140"/>
              <a:ext cx="2851793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defRPr sz="1600">
                  <a:solidFill>
                    <a:srgbClr val="126BF6"/>
                  </a:solidFill>
                </a:defRPr>
              </a:lvl1pPr>
            </a:lstStyle>
            <a:p>
              <a:r>
                <a:t>키워드를 입력해주세요</a:t>
              </a:r>
            </a:p>
          </p:txBody>
        </p:sp>
        <p:sp>
          <p:nvSpPr>
            <p:cNvPr id="1492" name="TextBox 73"/>
            <p:cNvSpPr txBox="1"/>
            <p:nvPr/>
          </p:nvSpPr>
          <p:spPr>
            <a:xfrm>
              <a:off x="950573" y="2600625"/>
              <a:ext cx="5068428" cy="5715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900"/>
                </a:lnSpc>
                <a:spcBef>
                  <a:spcPts val="1000"/>
                </a:spcBef>
                <a:defRPr sz="1200">
                  <a:solidFill>
                    <a:srgbClr val="3B3838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상세하게 입력해주세요. 내용을 상세하게 입력해주세요. 내용을 상세하게 입력해주세요. 내용을 상세하게 입력해주세요. 내용을 상세하게 입력해주세요. </a:t>
              </a:r>
            </a:p>
          </p:txBody>
        </p:sp>
        <p:grpSp>
          <p:nvGrpSpPr>
            <p:cNvPr id="1495" name="그룹 74"/>
            <p:cNvGrpSpPr/>
            <p:nvPr/>
          </p:nvGrpSpPr>
          <p:grpSpPr>
            <a:xfrm>
              <a:off x="0" y="3505786"/>
              <a:ext cx="731746" cy="731747"/>
              <a:chOff x="0" y="0"/>
              <a:chExt cx="731745" cy="731745"/>
            </a:xfrm>
          </p:grpSpPr>
          <p:sp>
            <p:nvSpPr>
              <p:cNvPr id="1493" name="타원 75"/>
              <p:cNvSpPr/>
              <p:nvPr/>
            </p:nvSpPr>
            <p:spPr>
              <a:xfrm>
                <a:off x="0" y="0"/>
                <a:ext cx="731745" cy="731745"/>
              </a:xfrm>
              <a:prstGeom prst="ellipse">
                <a:avLst/>
              </a:prstGeom>
              <a:solidFill>
                <a:srgbClr val="F6F7F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1494" name="Freeform: Shape 117"/>
              <p:cNvSpPr/>
              <p:nvPr/>
            </p:nvSpPr>
            <p:spPr>
              <a:xfrm>
                <a:off x="173109" y="225830"/>
                <a:ext cx="386515" cy="283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21" y="0"/>
                    </a:moveTo>
                    <a:lnTo>
                      <a:pt x="21600" y="1609"/>
                    </a:lnTo>
                    <a:lnTo>
                      <a:pt x="7458" y="20921"/>
                    </a:lnTo>
                    <a:lnTo>
                      <a:pt x="6869" y="21600"/>
                    </a:lnTo>
                    <a:lnTo>
                      <a:pt x="6279" y="20921"/>
                    </a:lnTo>
                    <a:lnTo>
                      <a:pt x="0" y="12346"/>
                    </a:lnTo>
                    <a:lnTo>
                      <a:pt x="1179" y="10737"/>
                    </a:lnTo>
                    <a:lnTo>
                      <a:pt x="6869" y="18583"/>
                    </a:lnTo>
                    <a:lnTo>
                      <a:pt x="204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sp>
          <p:nvSpPr>
            <p:cNvPr id="1496" name="TextBox 77"/>
            <p:cNvSpPr txBox="1"/>
            <p:nvPr/>
          </p:nvSpPr>
          <p:spPr>
            <a:xfrm>
              <a:off x="950574" y="3430711"/>
              <a:ext cx="2851793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defRPr sz="1600"/>
              </a:lvl1pPr>
            </a:lstStyle>
            <a:p>
              <a:r>
                <a:t>키워드를 입력해주세요</a:t>
              </a:r>
            </a:p>
          </p:txBody>
        </p:sp>
        <p:sp>
          <p:nvSpPr>
            <p:cNvPr id="1497" name="TextBox 78"/>
            <p:cNvSpPr txBox="1"/>
            <p:nvPr/>
          </p:nvSpPr>
          <p:spPr>
            <a:xfrm>
              <a:off x="950573" y="3744197"/>
              <a:ext cx="5068428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900"/>
                </a:lnSpc>
                <a:spcBef>
                  <a:spcPts val="1000"/>
                </a:spcBef>
                <a:defRPr sz="1200">
                  <a:solidFill>
                    <a:srgbClr val="3B3838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상세하게 입력해주세요. 내용을 상세하게 입력해주세요. 내용을 상세하게 입력해주세요. 내용을 상세하게 입력해주세요. 내용을 상세하게 입력해주세요. </a:t>
              </a:r>
            </a:p>
          </p:txBody>
        </p:sp>
      </p:grpSp>
      <p:sp>
        <p:nvSpPr>
          <p:cNvPr id="1499" name="TextBox 80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pic>
        <p:nvPicPr>
          <p:cNvPr id="1500" name="Picture 18" descr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84" y="2006834"/>
            <a:ext cx="2350448" cy="4647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1" name="그림 개체 틀 99" descr="그림 개체 틀 99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r="3"/>
          <a:stretch>
            <a:fillRect/>
          </a:stretch>
        </p:blipFill>
        <p:spPr>
          <a:xfrm>
            <a:off x="1660109" y="2156323"/>
            <a:ext cx="2008586" cy="4344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" y="0"/>
                </a:moveTo>
                <a:cubicBezTo>
                  <a:pt x="943" y="0"/>
                  <a:pt x="0" y="436"/>
                  <a:pt x="0" y="971"/>
                </a:cubicBezTo>
                <a:lnTo>
                  <a:pt x="0" y="20629"/>
                </a:lnTo>
                <a:cubicBezTo>
                  <a:pt x="0" y="21164"/>
                  <a:pt x="943" y="21600"/>
                  <a:pt x="2100" y="21600"/>
                </a:cubicBezTo>
                <a:lnTo>
                  <a:pt x="19500" y="21600"/>
                </a:lnTo>
                <a:cubicBezTo>
                  <a:pt x="20657" y="21600"/>
                  <a:pt x="21600" y="21164"/>
                  <a:pt x="21600" y="20629"/>
                </a:cubicBezTo>
                <a:lnTo>
                  <a:pt x="21600" y="971"/>
                </a:lnTo>
                <a:cubicBezTo>
                  <a:pt x="21600" y="436"/>
                  <a:pt x="20657" y="0"/>
                  <a:pt x="19500" y="0"/>
                </a:cubicBezTo>
                <a:lnTo>
                  <a:pt x="17136" y="0"/>
                </a:lnTo>
                <a:cubicBezTo>
                  <a:pt x="16937" y="0"/>
                  <a:pt x="16761" y="68"/>
                  <a:pt x="16730" y="160"/>
                </a:cubicBezTo>
                <a:lnTo>
                  <a:pt x="16662" y="357"/>
                </a:lnTo>
                <a:cubicBezTo>
                  <a:pt x="16570" y="601"/>
                  <a:pt x="16118" y="779"/>
                  <a:pt x="15582" y="779"/>
                </a:cubicBezTo>
                <a:lnTo>
                  <a:pt x="6026" y="779"/>
                </a:lnTo>
                <a:cubicBezTo>
                  <a:pt x="5490" y="779"/>
                  <a:pt x="5038" y="601"/>
                  <a:pt x="4947" y="357"/>
                </a:cubicBezTo>
                <a:lnTo>
                  <a:pt x="4878" y="160"/>
                </a:lnTo>
                <a:cubicBezTo>
                  <a:pt x="4848" y="68"/>
                  <a:pt x="4672" y="0"/>
                  <a:pt x="4473" y="0"/>
                </a:cubicBezTo>
                <a:lnTo>
                  <a:pt x="2100" y="0"/>
                </a:lnTo>
                <a:close/>
              </a:path>
            </a:pathLst>
          </a:custGeom>
        </p:spPr>
      </p:pic>
      <p:pic>
        <p:nvPicPr>
          <p:cNvPr id="1502" name="그림 4" descr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503" name="TextBox 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506" name="그림 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50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505" name="image3.png" descr="image3.png"/>
            <p:cNvPicPr>
              <a:picLocks noChangeAspect="1"/>
            </p:cNvPicPr>
            <p:nvPr/>
          </p:nvPicPr>
          <p:blipFill>
            <a:blip r:embed="rId5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51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51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51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533" name="그룹 27"/>
          <p:cNvGrpSpPr/>
          <p:nvPr/>
        </p:nvGrpSpPr>
        <p:grpSpPr>
          <a:xfrm>
            <a:off x="1282321" y="2391340"/>
            <a:ext cx="9627356" cy="3690534"/>
            <a:chOff x="-1" y="0"/>
            <a:chExt cx="9627356" cy="3690534"/>
          </a:xfrm>
        </p:grpSpPr>
        <p:sp>
          <p:nvSpPr>
            <p:cNvPr id="1513" name="자유형: 도형 1"/>
            <p:cNvSpPr/>
            <p:nvPr/>
          </p:nvSpPr>
          <p:spPr>
            <a:xfrm>
              <a:off x="-1" y="1155453"/>
              <a:ext cx="4612209" cy="490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99"/>
                  </a:lnTo>
                  <a:cubicBezTo>
                    <a:pt x="21600" y="12645"/>
                    <a:pt x="20590" y="21600"/>
                    <a:pt x="19345" y="21600"/>
                  </a:cubicBezTo>
                  <a:lnTo>
                    <a:pt x="2255" y="21600"/>
                  </a:lnTo>
                  <a:cubicBezTo>
                    <a:pt x="1010" y="21600"/>
                    <a:pt x="0" y="12645"/>
                    <a:pt x="0" y="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14" name="자유형: 도형 4"/>
            <p:cNvSpPr/>
            <p:nvPr/>
          </p:nvSpPr>
          <p:spPr>
            <a:xfrm>
              <a:off x="-1" y="0"/>
              <a:ext cx="4612209" cy="1155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55" y="0"/>
                  </a:moveTo>
                  <a:lnTo>
                    <a:pt x="19345" y="0"/>
                  </a:lnTo>
                  <a:cubicBezTo>
                    <a:pt x="20590" y="0"/>
                    <a:pt x="21600" y="3802"/>
                    <a:pt x="21600" y="8492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8492"/>
                  </a:lnTo>
                  <a:cubicBezTo>
                    <a:pt x="0" y="3802"/>
                    <a:pt x="1010" y="0"/>
                    <a:pt x="2255" y="0"/>
                  </a:cubicBezTo>
                  <a:close/>
                </a:path>
              </a:pathLst>
            </a:cu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15" name="타원 9"/>
            <p:cNvSpPr/>
            <p:nvPr/>
          </p:nvSpPr>
          <p:spPr>
            <a:xfrm>
              <a:off x="287518" y="261215"/>
              <a:ext cx="730407" cy="730407"/>
            </a:xfrm>
            <a:prstGeom prst="ellipse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16" name="TextBox 10"/>
            <p:cNvSpPr txBox="1"/>
            <p:nvPr/>
          </p:nvSpPr>
          <p:spPr>
            <a:xfrm>
              <a:off x="1158896" y="238804"/>
              <a:ext cx="3231690" cy="74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“ 인터뷰 내용을 상세하게 입력해주세요. </a:t>
              </a:r>
            </a:p>
            <a:p>
              <a:pPr>
                <a:lnSpc>
                  <a:spcPts val="1700"/>
                </a:lnSpc>
                <a:defRPr sz="1200"/>
              </a:pPr>
              <a:r>
                <a:t>   중요 내용을 볼드 포인트 해주세요. </a:t>
              </a: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내용을 상세히 </a:t>
              </a:r>
            </a:p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   입력해주세요. “</a:t>
              </a:r>
            </a:p>
          </p:txBody>
        </p:sp>
        <p:sp>
          <p:nvSpPr>
            <p:cNvPr id="1517" name="TextBox 11"/>
            <p:cNvSpPr txBox="1"/>
            <p:nvPr/>
          </p:nvSpPr>
          <p:spPr>
            <a:xfrm>
              <a:off x="382875" y="1246136"/>
              <a:ext cx="3846458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ts val="1700"/>
                </a:lnSpc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도출된 핵심 키워드를 작성해주세요</a:t>
              </a:r>
            </a:p>
          </p:txBody>
        </p:sp>
        <p:sp>
          <p:nvSpPr>
            <p:cNvPr id="1518" name="자유형: 도형 12"/>
            <p:cNvSpPr/>
            <p:nvPr/>
          </p:nvSpPr>
          <p:spPr>
            <a:xfrm>
              <a:off x="5015146" y="1155453"/>
              <a:ext cx="4612209" cy="490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99"/>
                  </a:lnTo>
                  <a:cubicBezTo>
                    <a:pt x="21600" y="12645"/>
                    <a:pt x="20590" y="21600"/>
                    <a:pt x="19345" y="21600"/>
                  </a:cubicBezTo>
                  <a:lnTo>
                    <a:pt x="2255" y="21600"/>
                  </a:lnTo>
                  <a:cubicBezTo>
                    <a:pt x="1010" y="21600"/>
                    <a:pt x="0" y="12645"/>
                    <a:pt x="0" y="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19" name="자유형: 도형 13"/>
            <p:cNvSpPr/>
            <p:nvPr/>
          </p:nvSpPr>
          <p:spPr>
            <a:xfrm>
              <a:off x="5015146" y="0"/>
              <a:ext cx="4612209" cy="1155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55" y="0"/>
                  </a:moveTo>
                  <a:lnTo>
                    <a:pt x="19345" y="0"/>
                  </a:lnTo>
                  <a:cubicBezTo>
                    <a:pt x="20590" y="0"/>
                    <a:pt x="21600" y="3802"/>
                    <a:pt x="21600" y="8492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8492"/>
                  </a:lnTo>
                  <a:cubicBezTo>
                    <a:pt x="0" y="3802"/>
                    <a:pt x="1010" y="0"/>
                    <a:pt x="2255" y="0"/>
                  </a:cubicBezTo>
                  <a:close/>
                </a:path>
              </a:pathLst>
            </a:cu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20" name="타원 14"/>
            <p:cNvSpPr/>
            <p:nvPr/>
          </p:nvSpPr>
          <p:spPr>
            <a:xfrm>
              <a:off x="5302665" y="261215"/>
              <a:ext cx="730407" cy="730407"/>
            </a:xfrm>
            <a:prstGeom prst="ellipse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21" name="TextBox 15"/>
            <p:cNvSpPr txBox="1"/>
            <p:nvPr/>
          </p:nvSpPr>
          <p:spPr>
            <a:xfrm>
              <a:off x="6174044" y="238804"/>
              <a:ext cx="3231690" cy="74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“ 인터뷰 내용을 상세하게 입력해주세요. </a:t>
              </a:r>
            </a:p>
            <a:p>
              <a:pPr>
                <a:lnSpc>
                  <a:spcPts val="1700"/>
                </a:lnSpc>
                <a:defRPr sz="1200"/>
              </a:pPr>
              <a:r>
                <a:t>   중요 내용을 볼드 포인트 해주세요. </a:t>
              </a: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내용을 상세히 </a:t>
              </a:r>
            </a:p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   입력해주세요. “</a:t>
              </a:r>
            </a:p>
          </p:txBody>
        </p:sp>
        <p:sp>
          <p:nvSpPr>
            <p:cNvPr id="1522" name="TextBox 16"/>
            <p:cNvSpPr txBox="1"/>
            <p:nvPr/>
          </p:nvSpPr>
          <p:spPr>
            <a:xfrm>
              <a:off x="5398022" y="1246136"/>
              <a:ext cx="3846458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ts val="1700"/>
                </a:lnSpc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도출된 핵심 키워드를 작성해주세요</a:t>
              </a:r>
            </a:p>
          </p:txBody>
        </p:sp>
        <p:sp>
          <p:nvSpPr>
            <p:cNvPr id="1523" name="자유형: 도형 17"/>
            <p:cNvSpPr/>
            <p:nvPr/>
          </p:nvSpPr>
          <p:spPr>
            <a:xfrm>
              <a:off x="-1" y="3199963"/>
              <a:ext cx="4612209" cy="490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99"/>
                  </a:lnTo>
                  <a:cubicBezTo>
                    <a:pt x="21600" y="12645"/>
                    <a:pt x="20590" y="21600"/>
                    <a:pt x="19345" y="21600"/>
                  </a:cubicBezTo>
                  <a:lnTo>
                    <a:pt x="2255" y="21600"/>
                  </a:lnTo>
                  <a:cubicBezTo>
                    <a:pt x="1010" y="21600"/>
                    <a:pt x="0" y="12645"/>
                    <a:pt x="0" y="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24" name="자유형: 도형 18"/>
            <p:cNvSpPr/>
            <p:nvPr/>
          </p:nvSpPr>
          <p:spPr>
            <a:xfrm>
              <a:off x="-1" y="2044511"/>
              <a:ext cx="4612209" cy="1155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55" y="0"/>
                  </a:moveTo>
                  <a:lnTo>
                    <a:pt x="19345" y="0"/>
                  </a:lnTo>
                  <a:cubicBezTo>
                    <a:pt x="20590" y="0"/>
                    <a:pt x="21600" y="3802"/>
                    <a:pt x="21600" y="8492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8492"/>
                  </a:lnTo>
                  <a:cubicBezTo>
                    <a:pt x="0" y="3802"/>
                    <a:pt x="1010" y="0"/>
                    <a:pt x="2255" y="0"/>
                  </a:cubicBezTo>
                  <a:close/>
                </a:path>
              </a:pathLst>
            </a:cu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25" name="타원 19"/>
            <p:cNvSpPr/>
            <p:nvPr/>
          </p:nvSpPr>
          <p:spPr>
            <a:xfrm>
              <a:off x="287518" y="2305727"/>
              <a:ext cx="730407" cy="730407"/>
            </a:xfrm>
            <a:prstGeom prst="ellipse">
              <a:avLst/>
            </a:prstGeom>
            <a:blipFill rotWithShape="1">
              <a:blip r:embed="rId4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26" name="TextBox 20"/>
            <p:cNvSpPr txBox="1"/>
            <p:nvPr/>
          </p:nvSpPr>
          <p:spPr>
            <a:xfrm>
              <a:off x="1158896" y="2283315"/>
              <a:ext cx="3231690" cy="74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“ 인터뷰 내용을 상세하게 입력해주세요. </a:t>
              </a:r>
            </a:p>
            <a:p>
              <a:pPr>
                <a:lnSpc>
                  <a:spcPts val="1700"/>
                </a:lnSpc>
                <a:defRPr sz="1200"/>
              </a:pPr>
              <a:r>
                <a:t>   중요 내용을 볼드 포인트 해주세요. </a:t>
              </a: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내용을 상세히 </a:t>
              </a:r>
            </a:p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   입력해주세요. “</a:t>
              </a:r>
            </a:p>
          </p:txBody>
        </p:sp>
        <p:sp>
          <p:nvSpPr>
            <p:cNvPr id="1527" name="TextBox 21"/>
            <p:cNvSpPr txBox="1"/>
            <p:nvPr/>
          </p:nvSpPr>
          <p:spPr>
            <a:xfrm>
              <a:off x="382875" y="3290647"/>
              <a:ext cx="3846458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ts val="1700"/>
                </a:lnSpc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도출된 핵심 키워드를 작성해주세요</a:t>
              </a:r>
            </a:p>
          </p:txBody>
        </p:sp>
        <p:sp>
          <p:nvSpPr>
            <p:cNvPr id="1528" name="자유형: 도형 22"/>
            <p:cNvSpPr/>
            <p:nvPr/>
          </p:nvSpPr>
          <p:spPr>
            <a:xfrm>
              <a:off x="5015146" y="3199963"/>
              <a:ext cx="4612209" cy="490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99"/>
                  </a:lnTo>
                  <a:cubicBezTo>
                    <a:pt x="21600" y="12645"/>
                    <a:pt x="20590" y="21600"/>
                    <a:pt x="19345" y="21600"/>
                  </a:cubicBezTo>
                  <a:lnTo>
                    <a:pt x="2255" y="21600"/>
                  </a:lnTo>
                  <a:cubicBezTo>
                    <a:pt x="1010" y="21600"/>
                    <a:pt x="0" y="12645"/>
                    <a:pt x="0" y="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29" name="자유형: 도형 23"/>
            <p:cNvSpPr/>
            <p:nvPr/>
          </p:nvSpPr>
          <p:spPr>
            <a:xfrm>
              <a:off x="5015146" y="2044511"/>
              <a:ext cx="4612209" cy="1155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55" y="0"/>
                  </a:moveTo>
                  <a:lnTo>
                    <a:pt x="19345" y="0"/>
                  </a:lnTo>
                  <a:cubicBezTo>
                    <a:pt x="20590" y="0"/>
                    <a:pt x="21600" y="3802"/>
                    <a:pt x="21600" y="8492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8492"/>
                  </a:lnTo>
                  <a:cubicBezTo>
                    <a:pt x="0" y="3802"/>
                    <a:pt x="1010" y="0"/>
                    <a:pt x="2255" y="0"/>
                  </a:cubicBezTo>
                  <a:close/>
                </a:path>
              </a:pathLst>
            </a:cu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30" name="타원 24"/>
            <p:cNvSpPr/>
            <p:nvPr/>
          </p:nvSpPr>
          <p:spPr>
            <a:xfrm>
              <a:off x="5302665" y="2305727"/>
              <a:ext cx="730407" cy="730407"/>
            </a:xfrm>
            <a:prstGeom prst="ellipse">
              <a:avLst/>
            </a:prstGeom>
            <a:blipFill rotWithShape="1">
              <a:blip r:embed="rId5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31" name="TextBox 25"/>
            <p:cNvSpPr txBox="1"/>
            <p:nvPr/>
          </p:nvSpPr>
          <p:spPr>
            <a:xfrm>
              <a:off x="6174044" y="2283315"/>
              <a:ext cx="3231690" cy="74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“ 인터뷰 내용을 상세하게 입력해주세요. </a:t>
              </a:r>
            </a:p>
            <a:p>
              <a:pPr>
                <a:lnSpc>
                  <a:spcPts val="1700"/>
                </a:lnSpc>
                <a:defRPr sz="1200"/>
              </a:pPr>
              <a:r>
                <a:t>   중요 내용을 볼드 포인트 해주세요. </a:t>
              </a:r>
              <a:r>
                <a:rPr>
                  <a:latin typeface="Pretendard Medium"/>
                  <a:ea typeface="Pretendard Medium"/>
                  <a:cs typeface="Pretendard Medium"/>
                  <a:sym typeface="Pretendard Medium"/>
                </a:rPr>
                <a:t>내용을 상세히 </a:t>
              </a:r>
            </a:p>
            <a:p>
              <a:pPr>
                <a:lnSpc>
                  <a:spcPts val="1700"/>
                </a:lnSpc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   입력해주세요. “</a:t>
              </a:r>
            </a:p>
          </p:txBody>
        </p:sp>
        <p:sp>
          <p:nvSpPr>
            <p:cNvPr id="1532" name="TextBox 26"/>
            <p:cNvSpPr txBox="1"/>
            <p:nvPr/>
          </p:nvSpPr>
          <p:spPr>
            <a:xfrm>
              <a:off x="5398022" y="3290647"/>
              <a:ext cx="3846458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ts val="1700"/>
                </a:lnSpc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도출된 핵심 키워드를 작성해주세요</a:t>
              </a:r>
            </a:p>
          </p:txBody>
        </p:sp>
      </p:grpSp>
      <p:pic>
        <p:nvPicPr>
          <p:cNvPr id="1534" name="그림 29" descr="그림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535" name="TextBox 30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538" name="그림 31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53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537" name="image3.png" descr="image3.png"/>
            <p:cNvPicPr>
              <a:picLocks noChangeAspect="1"/>
            </p:cNvPicPr>
            <p:nvPr/>
          </p:nvPicPr>
          <p:blipFill>
            <a:blip r:embed="rId7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41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542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543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544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5" name="Rectangle 57"/>
          <p:cNvSpPr txBox="1"/>
          <p:nvPr/>
        </p:nvSpPr>
        <p:spPr>
          <a:xfrm>
            <a:off x="7567059" y="2203655"/>
            <a:ext cx="2659601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2000">
                <a:solidFill>
                  <a:srgbClr val="151F95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546" name="TextBox 4"/>
          <p:cNvSpPr txBox="1"/>
          <p:nvPr/>
        </p:nvSpPr>
        <p:spPr>
          <a:xfrm>
            <a:off x="7689575" y="2631075"/>
            <a:ext cx="2537084" cy="73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대해서 핵심만 설명해주세요</a:t>
            </a:r>
          </a:p>
          <a:p>
            <a:pPr algn="r"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 algn="r"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547" name="Rectangle 57"/>
          <p:cNvSpPr txBox="1"/>
          <p:nvPr/>
        </p:nvSpPr>
        <p:spPr>
          <a:xfrm>
            <a:off x="1965340" y="2214005"/>
            <a:ext cx="2839177" cy="41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151F95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548" name="TextBox 10"/>
          <p:cNvSpPr txBox="1"/>
          <p:nvPr/>
        </p:nvSpPr>
        <p:spPr>
          <a:xfrm>
            <a:off x="1965341" y="2631075"/>
            <a:ext cx="2537084" cy="73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대해서 핵심만 설명해주세요</a:t>
            </a:r>
          </a:p>
          <a:p>
            <a:pPr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549" name="Rectangle 57"/>
          <p:cNvSpPr txBox="1"/>
          <p:nvPr/>
        </p:nvSpPr>
        <p:spPr>
          <a:xfrm>
            <a:off x="7567059" y="4911822"/>
            <a:ext cx="2659601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2000">
                <a:solidFill>
                  <a:srgbClr val="151F95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550" name="TextBox 12"/>
          <p:cNvSpPr txBox="1"/>
          <p:nvPr/>
        </p:nvSpPr>
        <p:spPr>
          <a:xfrm>
            <a:off x="7689575" y="5339241"/>
            <a:ext cx="2537084" cy="73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대해서 핵심만 설명해주세요</a:t>
            </a:r>
          </a:p>
          <a:p>
            <a:pPr algn="r"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 algn="r"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551" name="Rectangle 57"/>
          <p:cNvSpPr txBox="1"/>
          <p:nvPr/>
        </p:nvSpPr>
        <p:spPr>
          <a:xfrm>
            <a:off x="1965340" y="4922172"/>
            <a:ext cx="2839177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151F95"/>
                </a:solidFill>
              </a:defRPr>
            </a:lvl1pPr>
          </a:lstStyle>
          <a:p>
            <a:r>
              <a:t>키워드를 입력해주세요</a:t>
            </a:r>
          </a:p>
        </p:txBody>
      </p:sp>
      <p:sp>
        <p:nvSpPr>
          <p:cNvPr id="1552" name="TextBox 14"/>
          <p:cNvSpPr txBox="1"/>
          <p:nvPr/>
        </p:nvSpPr>
        <p:spPr>
          <a:xfrm>
            <a:off x="1965341" y="5339241"/>
            <a:ext cx="2537084" cy="73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 대해서 핵심만 설명해주세요</a:t>
            </a:r>
          </a:p>
          <a:p>
            <a:pPr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553" name="자유형: 도형 15"/>
          <p:cNvSpPr/>
          <p:nvPr/>
        </p:nvSpPr>
        <p:spPr>
          <a:xfrm>
            <a:off x="4509939" y="4147663"/>
            <a:ext cx="1587599" cy="15876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591" y="0"/>
                </a:lnTo>
                <a:lnTo>
                  <a:pt x="9642" y="1022"/>
                </a:lnTo>
                <a:cubicBezTo>
                  <a:pt x="10230" y="6814"/>
                  <a:pt x="14853" y="11413"/>
                  <a:pt x="20655" y="11965"/>
                </a:cubicBezTo>
                <a:lnTo>
                  <a:pt x="21600" y="12010"/>
                </a:lnTo>
                <a:lnTo>
                  <a:pt x="21600" y="21600"/>
                </a:lnTo>
                <a:lnTo>
                  <a:pt x="19735" y="21512"/>
                </a:lnTo>
                <a:cubicBezTo>
                  <a:pt x="9391" y="20527"/>
                  <a:pt x="1150" y="12328"/>
                  <a:pt x="101" y="2003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4" name="자유형: 도형 16"/>
          <p:cNvSpPr/>
          <p:nvPr/>
        </p:nvSpPr>
        <p:spPr>
          <a:xfrm>
            <a:off x="6131393" y="4147663"/>
            <a:ext cx="1587599" cy="15876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9" y="0"/>
                </a:moveTo>
                <a:lnTo>
                  <a:pt x="21600" y="0"/>
                </a:lnTo>
                <a:lnTo>
                  <a:pt x="21499" y="2003"/>
                </a:lnTo>
                <a:cubicBezTo>
                  <a:pt x="20450" y="12328"/>
                  <a:pt x="12209" y="20527"/>
                  <a:pt x="1865" y="21512"/>
                </a:cubicBezTo>
                <a:lnTo>
                  <a:pt x="0" y="21600"/>
                </a:lnTo>
                <a:lnTo>
                  <a:pt x="0" y="12010"/>
                </a:lnTo>
                <a:lnTo>
                  <a:pt x="945" y="11965"/>
                </a:lnTo>
                <a:cubicBezTo>
                  <a:pt x="6747" y="11413"/>
                  <a:pt x="11370" y="6814"/>
                  <a:pt x="11958" y="1022"/>
                </a:cubicBezTo>
                <a:lnTo>
                  <a:pt x="12009" y="0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5" name="자유형: 도형 17"/>
          <p:cNvSpPr/>
          <p:nvPr/>
        </p:nvSpPr>
        <p:spPr>
          <a:xfrm rot="5400000">
            <a:off x="6131366" y="2526183"/>
            <a:ext cx="1587652" cy="1587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88" y="19735"/>
                </a:lnTo>
                <a:cubicBezTo>
                  <a:pt x="1073" y="9391"/>
                  <a:pt x="9272" y="1150"/>
                  <a:pt x="19597" y="101"/>
                </a:cubicBezTo>
                <a:lnTo>
                  <a:pt x="21600" y="0"/>
                </a:lnTo>
                <a:lnTo>
                  <a:pt x="21600" y="9591"/>
                </a:lnTo>
                <a:lnTo>
                  <a:pt x="20578" y="9642"/>
                </a:lnTo>
                <a:cubicBezTo>
                  <a:pt x="14786" y="10230"/>
                  <a:pt x="10187" y="14853"/>
                  <a:pt x="9635" y="20655"/>
                </a:cubicBezTo>
                <a:lnTo>
                  <a:pt x="959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6" name="자유형: 도형 18"/>
          <p:cNvSpPr/>
          <p:nvPr/>
        </p:nvSpPr>
        <p:spPr>
          <a:xfrm rot="5400000">
            <a:off x="4509913" y="2526183"/>
            <a:ext cx="1587652" cy="1587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590" y="0"/>
                </a:lnTo>
                <a:lnTo>
                  <a:pt x="9635" y="945"/>
                </a:lnTo>
                <a:cubicBezTo>
                  <a:pt x="10187" y="6747"/>
                  <a:pt x="14786" y="11370"/>
                  <a:pt x="20578" y="11958"/>
                </a:cubicBezTo>
                <a:lnTo>
                  <a:pt x="21600" y="12009"/>
                </a:lnTo>
                <a:lnTo>
                  <a:pt x="21600" y="21600"/>
                </a:lnTo>
                <a:lnTo>
                  <a:pt x="19597" y="21499"/>
                </a:lnTo>
                <a:cubicBezTo>
                  <a:pt x="9272" y="20450"/>
                  <a:pt x="1073" y="12209"/>
                  <a:pt x="88" y="1865"/>
                </a:cubicBezTo>
                <a:lnTo>
                  <a:pt x="0" y="0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7" name="직선 연결선 19"/>
          <p:cNvSpPr/>
          <p:nvPr/>
        </p:nvSpPr>
        <p:spPr>
          <a:xfrm flipV="1">
            <a:off x="2042600" y="4113807"/>
            <a:ext cx="8125905" cy="17361"/>
          </a:xfrm>
          <a:prstGeom prst="line">
            <a:avLst/>
          </a:prstGeom>
          <a:ln w="12700">
            <a:solidFill>
              <a:srgbClr val="BFBFB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8" name="직선 연결선 20"/>
          <p:cNvSpPr/>
          <p:nvPr/>
        </p:nvSpPr>
        <p:spPr>
          <a:xfrm flipH="1">
            <a:off x="6112606" y="2025458"/>
            <a:ext cx="1" cy="4507027"/>
          </a:xfrm>
          <a:prstGeom prst="line">
            <a:avLst/>
          </a:prstGeom>
          <a:ln w="12700">
            <a:solidFill>
              <a:srgbClr val="BFBFB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9" name="Freeform: Shape 172"/>
          <p:cNvSpPr/>
          <p:nvPr/>
        </p:nvSpPr>
        <p:spPr>
          <a:xfrm>
            <a:off x="5015941" y="3105791"/>
            <a:ext cx="284371" cy="369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14450" y="0"/>
                </a:lnTo>
                <a:lnTo>
                  <a:pt x="14855" y="214"/>
                </a:lnTo>
                <a:lnTo>
                  <a:pt x="21322" y="5196"/>
                </a:lnTo>
                <a:lnTo>
                  <a:pt x="21600" y="5507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2173" y="1654"/>
                </a:moveTo>
                <a:lnTo>
                  <a:pt x="2173" y="19907"/>
                </a:lnTo>
                <a:lnTo>
                  <a:pt x="19427" y="19907"/>
                </a:lnTo>
                <a:lnTo>
                  <a:pt x="19427" y="6616"/>
                </a:lnTo>
                <a:lnTo>
                  <a:pt x="12960" y="6616"/>
                </a:lnTo>
                <a:lnTo>
                  <a:pt x="12960" y="1635"/>
                </a:lnTo>
                <a:lnTo>
                  <a:pt x="2173" y="1635"/>
                </a:lnTo>
                <a:close/>
                <a:moveTo>
                  <a:pt x="5406" y="8309"/>
                </a:moveTo>
                <a:lnTo>
                  <a:pt x="16194" y="8309"/>
                </a:lnTo>
                <a:lnTo>
                  <a:pt x="16194" y="9963"/>
                </a:lnTo>
                <a:lnTo>
                  <a:pt x="5406" y="9963"/>
                </a:lnTo>
                <a:lnTo>
                  <a:pt x="5406" y="8309"/>
                </a:lnTo>
                <a:close/>
                <a:moveTo>
                  <a:pt x="5406" y="11617"/>
                </a:moveTo>
                <a:lnTo>
                  <a:pt x="16194" y="11617"/>
                </a:lnTo>
                <a:lnTo>
                  <a:pt x="16194" y="13271"/>
                </a:lnTo>
                <a:lnTo>
                  <a:pt x="5406" y="13271"/>
                </a:lnTo>
                <a:lnTo>
                  <a:pt x="5406" y="11617"/>
                </a:lnTo>
                <a:close/>
                <a:moveTo>
                  <a:pt x="5406" y="14945"/>
                </a:moveTo>
                <a:lnTo>
                  <a:pt x="16194" y="14945"/>
                </a:lnTo>
                <a:lnTo>
                  <a:pt x="16194" y="16599"/>
                </a:lnTo>
                <a:lnTo>
                  <a:pt x="5406" y="16599"/>
                </a:lnTo>
                <a:lnTo>
                  <a:pt x="5406" y="14945"/>
                </a:lnTo>
                <a:close/>
                <a:moveTo>
                  <a:pt x="15107" y="2861"/>
                </a:moveTo>
                <a:lnTo>
                  <a:pt x="15107" y="4982"/>
                </a:lnTo>
                <a:lnTo>
                  <a:pt x="17861" y="4982"/>
                </a:lnTo>
                <a:lnTo>
                  <a:pt x="15107" y="286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60" name="Freeform: Shape 101"/>
          <p:cNvSpPr/>
          <p:nvPr/>
        </p:nvSpPr>
        <p:spPr>
          <a:xfrm>
            <a:off x="6879090" y="4787436"/>
            <a:ext cx="309381" cy="3235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34" y="0"/>
                </a:moveTo>
                <a:lnTo>
                  <a:pt x="5889" y="0"/>
                </a:lnTo>
                <a:lnTo>
                  <a:pt x="5889" y="946"/>
                </a:lnTo>
                <a:lnTo>
                  <a:pt x="15711" y="946"/>
                </a:lnTo>
                <a:lnTo>
                  <a:pt x="15711" y="0"/>
                </a:lnTo>
                <a:lnTo>
                  <a:pt x="17666" y="0"/>
                </a:lnTo>
                <a:lnTo>
                  <a:pt x="17666" y="946"/>
                </a:lnTo>
                <a:lnTo>
                  <a:pt x="21600" y="946"/>
                </a:lnTo>
                <a:lnTo>
                  <a:pt x="21600" y="21600"/>
                </a:lnTo>
                <a:lnTo>
                  <a:pt x="0" y="21600"/>
                </a:lnTo>
                <a:lnTo>
                  <a:pt x="0" y="924"/>
                </a:lnTo>
                <a:lnTo>
                  <a:pt x="3934" y="924"/>
                </a:lnTo>
                <a:lnTo>
                  <a:pt x="3934" y="0"/>
                </a:lnTo>
                <a:close/>
                <a:moveTo>
                  <a:pt x="1978" y="2816"/>
                </a:moveTo>
                <a:lnTo>
                  <a:pt x="1978" y="4685"/>
                </a:lnTo>
                <a:lnTo>
                  <a:pt x="19645" y="4685"/>
                </a:lnTo>
                <a:lnTo>
                  <a:pt x="19645" y="2816"/>
                </a:lnTo>
                <a:lnTo>
                  <a:pt x="17689" y="2816"/>
                </a:lnTo>
                <a:lnTo>
                  <a:pt x="17689" y="3761"/>
                </a:lnTo>
                <a:lnTo>
                  <a:pt x="15734" y="3761"/>
                </a:lnTo>
                <a:lnTo>
                  <a:pt x="15734" y="2816"/>
                </a:lnTo>
                <a:lnTo>
                  <a:pt x="5889" y="2816"/>
                </a:lnTo>
                <a:lnTo>
                  <a:pt x="5889" y="3761"/>
                </a:lnTo>
                <a:lnTo>
                  <a:pt x="3934" y="3761"/>
                </a:lnTo>
                <a:lnTo>
                  <a:pt x="3934" y="2816"/>
                </a:lnTo>
                <a:lnTo>
                  <a:pt x="1978" y="2816"/>
                </a:lnTo>
                <a:close/>
                <a:moveTo>
                  <a:pt x="1978" y="6555"/>
                </a:moveTo>
                <a:lnTo>
                  <a:pt x="1978" y="19686"/>
                </a:lnTo>
                <a:lnTo>
                  <a:pt x="19645" y="19686"/>
                </a:lnTo>
                <a:lnTo>
                  <a:pt x="19645" y="6555"/>
                </a:lnTo>
                <a:lnTo>
                  <a:pt x="1978" y="6555"/>
                </a:lnTo>
                <a:close/>
                <a:moveTo>
                  <a:pt x="14975" y="8666"/>
                </a:moveTo>
                <a:lnTo>
                  <a:pt x="16447" y="10074"/>
                </a:lnTo>
                <a:lnTo>
                  <a:pt x="10558" y="15705"/>
                </a:lnTo>
                <a:lnTo>
                  <a:pt x="9822" y="16299"/>
                </a:lnTo>
                <a:lnTo>
                  <a:pt x="9086" y="15705"/>
                </a:lnTo>
                <a:lnTo>
                  <a:pt x="6142" y="12890"/>
                </a:lnTo>
                <a:lnTo>
                  <a:pt x="7614" y="11482"/>
                </a:lnTo>
                <a:lnTo>
                  <a:pt x="9822" y="13659"/>
                </a:lnTo>
                <a:lnTo>
                  <a:pt x="14975" y="866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61" name="Freeform: Shape 163"/>
          <p:cNvSpPr/>
          <p:nvPr/>
        </p:nvSpPr>
        <p:spPr>
          <a:xfrm>
            <a:off x="4947908" y="4787436"/>
            <a:ext cx="365720" cy="253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654" y="3427"/>
                </a:moveTo>
                <a:lnTo>
                  <a:pt x="1654" y="19156"/>
                </a:lnTo>
                <a:lnTo>
                  <a:pt x="19907" y="19156"/>
                </a:lnTo>
                <a:lnTo>
                  <a:pt x="19907" y="3427"/>
                </a:lnTo>
                <a:lnTo>
                  <a:pt x="11248" y="11825"/>
                </a:lnTo>
                <a:lnTo>
                  <a:pt x="10781" y="12190"/>
                </a:lnTo>
                <a:lnTo>
                  <a:pt x="10314" y="11825"/>
                </a:lnTo>
                <a:lnTo>
                  <a:pt x="1654" y="3427"/>
                </a:lnTo>
                <a:close/>
                <a:moveTo>
                  <a:pt x="3581" y="2388"/>
                </a:moveTo>
                <a:lnTo>
                  <a:pt x="10800" y="9269"/>
                </a:lnTo>
                <a:lnTo>
                  <a:pt x="18019" y="2388"/>
                </a:lnTo>
                <a:lnTo>
                  <a:pt x="3581" y="238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62" name="Freeform: Shape 64"/>
          <p:cNvSpPr/>
          <p:nvPr/>
        </p:nvSpPr>
        <p:spPr>
          <a:xfrm>
            <a:off x="6895397" y="3105791"/>
            <a:ext cx="311976" cy="340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93"/>
                </a:moveTo>
                <a:lnTo>
                  <a:pt x="5895" y="12593"/>
                </a:lnTo>
                <a:lnTo>
                  <a:pt x="5895" y="21600"/>
                </a:lnTo>
                <a:lnTo>
                  <a:pt x="0" y="21600"/>
                </a:lnTo>
                <a:lnTo>
                  <a:pt x="0" y="12593"/>
                </a:lnTo>
                <a:close/>
                <a:moveTo>
                  <a:pt x="7852" y="6286"/>
                </a:moveTo>
                <a:lnTo>
                  <a:pt x="13748" y="6286"/>
                </a:lnTo>
                <a:lnTo>
                  <a:pt x="13748" y="21579"/>
                </a:lnTo>
                <a:lnTo>
                  <a:pt x="7852" y="21579"/>
                </a:lnTo>
                <a:lnTo>
                  <a:pt x="7852" y="6286"/>
                </a:lnTo>
                <a:close/>
                <a:moveTo>
                  <a:pt x="15705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5705" y="21600"/>
                </a:lnTo>
                <a:lnTo>
                  <a:pt x="1570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1563" name="그림 26" descr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564" name="TextBox 2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567" name="그림 28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56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566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7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57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572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57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4" name="Oval 17"/>
          <p:cNvSpPr/>
          <p:nvPr/>
        </p:nvSpPr>
        <p:spPr>
          <a:xfrm>
            <a:off x="8635299" y="2696933"/>
            <a:ext cx="2146851" cy="2146847"/>
          </a:xfrm>
          <a:prstGeom prst="ellipse">
            <a:avLst/>
          </a:prstGeom>
          <a:solidFill>
            <a:srgbClr val="126BF6">
              <a:alpha val="8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75" name="Oval 23"/>
          <p:cNvSpPr/>
          <p:nvPr/>
        </p:nvSpPr>
        <p:spPr>
          <a:xfrm>
            <a:off x="6895759" y="2696933"/>
            <a:ext cx="2146851" cy="2146847"/>
          </a:xfrm>
          <a:prstGeom prst="ellipse">
            <a:avLst/>
          </a:prstGeom>
          <a:solidFill>
            <a:srgbClr val="87B9FA">
              <a:alpha val="8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76" name="Oval 26"/>
          <p:cNvSpPr/>
          <p:nvPr/>
        </p:nvSpPr>
        <p:spPr>
          <a:xfrm>
            <a:off x="5139252" y="2696933"/>
            <a:ext cx="2146851" cy="2146847"/>
          </a:xfrm>
          <a:prstGeom prst="ellipse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77" name="Oval 29"/>
          <p:cNvSpPr/>
          <p:nvPr/>
        </p:nvSpPr>
        <p:spPr>
          <a:xfrm>
            <a:off x="3238487" y="2696933"/>
            <a:ext cx="2146850" cy="2146847"/>
          </a:xfrm>
          <a:prstGeom prst="ellipse">
            <a:avLst/>
          </a:prstGeom>
          <a:solidFill>
            <a:srgbClr val="87B9FA">
              <a:alpha val="8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78" name="Oval 32"/>
          <p:cNvSpPr/>
          <p:nvPr/>
        </p:nvSpPr>
        <p:spPr>
          <a:xfrm>
            <a:off x="1409852" y="2696933"/>
            <a:ext cx="2146850" cy="2146847"/>
          </a:xfrm>
          <a:prstGeom prst="ellipse">
            <a:avLst/>
          </a:prstGeom>
          <a:solidFill>
            <a:srgbClr val="126BF6">
              <a:alpha val="8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579" name="Freeform: Shape 33"/>
          <p:cNvSpPr/>
          <p:nvPr/>
        </p:nvSpPr>
        <p:spPr>
          <a:xfrm>
            <a:off x="7569874" y="3530134"/>
            <a:ext cx="783953" cy="5161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11" y="0"/>
                </a:moveTo>
                <a:lnTo>
                  <a:pt x="16533" y="0"/>
                </a:lnTo>
                <a:cubicBezTo>
                  <a:pt x="16976" y="0"/>
                  <a:pt x="17372" y="265"/>
                  <a:pt x="17720" y="770"/>
                </a:cubicBezTo>
                <a:cubicBezTo>
                  <a:pt x="18069" y="1275"/>
                  <a:pt x="18227" y="1876"/>
                  <a:pt x="18227" y="2574"/>
                </a:cubicBezTo>
                <a:cubicBezTo>
                  <a:pt x="18227" y="3247"/>
                  <a:pt x="18053" y="3849"/>
                  <a:pt x="17720" y="4378"/>
                </a:cubicBezTo>
                <a:cubicBezTo>
                  <a:pt x="17388" y="4907"/>
                  <a:pt x="16992" y="5147"/>
                  <a:pt x="16533" y="5147"/>
                </a:cubicBezTo>
                <a:lnTo>
                  <a:pt x="16533" y="3103"/>
                </a:lnTo>
                <a:cubicBezTo>
                  <a:pt x="16754" y="3103"/>
                  <a:pt x="16865" y="2935"/>
                  <a:pt x="16865" y="2598"/>
                </a:cubicBezTo>
                <a:cubicBezTo>
                  <a:pt x="16865" y="2261"/>
                  <a:pt x="16754" y="2093"/>
                  <a:pt x="16533" y="2093"/>
                </a:cubicBezTo>
                <a:lnTo>
                  <a:pt x="14426" y="2093"/>
                </a:lnTo>
                <a:lnTo>
                  <a:pt x="16279" y="8371"/>
                </a:lnTo>
                <a:cubicBezTo>
                  <a:pt x="16596" y="8274"/>
                  <a:pt x="16897" y="8250"/>
                  <a:pt x="17214" y="8250"/>
                </a:cubicBezTo>
                <a:cubicBezTo>
                  <a:pt x="18417" y="8250"/>
                  <a:pt x="19462" y="8900"/>
                  <a:pt x="20317" y="10199"/>
                </a:cubicBezTo>
                <a:cubicBezTo>
                  <a:pt x="21172" y="11498"/>
                  <a:pt x="21600" y="13085"/>
                  <a:pt x="21600" y="14913"/>
                </a:cubicBezTo>
                <a:cubicBezTo>
                  <a:pt x="21600" y="16741"/>
                  <a:pt x="21172" y="18329"/>
                  <a:pt x="20317" y="19628"/>
                </a:cubicBezTo>
                <a:cubicBezTo>
                  <a:pt x="19462" y="20927"/>
                  <a:pt x="18417" y="21576"/>
                  <a:pt x="17214" y="21576"/>
                </a:cubicBezTo>
                <a:cubicBezTo>
                  <a:pt x="16010" y="21576"/>
                  <a:pt x="14965" y="20927"/>
                  <a:pt x="14110" y="19628"/>
                </a:cubicBezTo>
                <a:cubicBezTo>
                  <a:pt x="13255" y="18329"/>
                  <a:pt x="12827" y="16741"/>
                  <a:pt x="12827" y="14913"/>
                </a:cubicBezTo>
                <a:cubicBezTo>
                  <a:pt x="12827" y="12339"/>
                  <a:pt x="13555" y="10415"/>
                  <a:pt x="15028" y="9140"/>
                </a:cubicBezTo>
                <a:lnTo>
                  <a:pt x="14601" y="7601"/>
                </a:lnTo>
                <a:lnTo>
                  <a:pt x="11307" y="14985"/>
                </a:lnTo>
                <a:lnTo>
                  <a:pt x="11053" y="15442"/>
                </a:lnTo>
                <a:lnTo>
                  <a:pt x="8773" y="15442"/>
                </a:lnTo>
                <a:cubicBezTo>
                  <a:pt x="8662" y="17150"/>
                  <a:pt x="8187" y="18617"/>
                  <a:pt x="7364" y="19796"/>
                </a:cubicBezTo>
                <a:cubicBezTo>
                  <a:pt x="6540" y="20999"/>
                  <a:pt x="5543" y="21600"/>
                  <a:pt x="4387" y="21600"/>
                </a:cubicBezTo>
                <a:cubicBezTo>
                  <a:pt x="3183" y="21600"/>
                  <a:pt x="2138" y="20951"/>
                  <a:pt x="1283" y="19652"/>
                </a:cubicBezTo>
                <a:cubicBezTo>
                  <a:pt x="428" y="18353"/>
                  <a:pt x="0" y="16765"/>
                  <a:pt x="0" y="14937"/>
                </a:cubicBezTo>
                <a:cubicBezTo>
                  <a:pt x="0" y="13109"/>
                  <a:pt x="428" y="11522"/>
                  <a:pt x="1283" y="10223"/>
                </a:cubicBezTo>
                <a:cubicBezTo>
                  <a:pt x="2138" y="8924"/>
                  <a:pt x="3183" y="8274"/>
                  <a:pt x="4387" y="8274"/>
                </a:cubicBezTo>
                <a:cubicBezTo>
                  <a:pt x="4830" y="8274"/>
                  <a:pt x="5257" y="8371"/>
                  <a:pt x="5653" y="8539"/>
                </a:cubicBezTo>
                <a:lnTo>
                  <a:pt x="7506" y="4618"/>
                </a:lnTo>
                <a:lnTo>
                  <a:pt x="7712" y="4161"/>
                </a:lnTo>
                <a:lnTo>
                  <a:pt x="13571" y="4161"/>
                </a:lnTo>
                <a:lnTo>
                  <a:pt x="12890" y="1732"/>
                </a:lnTo>
                <a:lnTo>
                  <a:pt x="12811" y="1539"/>
                </a:lnTo>
                <a:lnTo>
                  <a:pt x="12811" y="0"/>
                </a:lnTo>
                <a:close/>
                <a:moveTo>
                  <a:pt x="7918" y="7192"/>
                </a:moveTo>
                <a:lnTo>
                  <a:pt x="6904" y="9381"/>
                </a:lnTo>
                <a:cubicBezTo>
                  <a:pt x="7585" y="10151"/>
                  <a:pt x="8092" y="11137"/>
                  <a:pt x="8425" y="12339"/>
                </a:cubicBezTo>
                <a:lnTo>
                  <a:pt x="6904" y="12339"/>
                </a:lnTo>
                <a:cubicBezTo>
                  <a:pt x="6319" y="10968"/>
                  <a:pt x="5463" y="10295"/>
                  <a:pt x="4371" y="10295"/>
                </a:cubicBezTo>
                <a:cubicBezTo>
                  <a:pt x="3531" y="10295"/>
                  <a:pt x="2803" y="10752"/>
                  <a:pt x="2217" y="11642"/>
                </a:cubicBezTo>
                <a:cubicBezTo>
                  <a:pt x="1631" y="12532"/>
                  <a:pt x="1330" y="13638"/>
                  <a:pt x="1330" y="14913"/>
                </a:cubicBezTo>
                <a:cubicBezTo>
                  <a:pt x="1330" y="16188"/>
                  <a:pt x="1631" y="17294"/>
                  <a:pt x="2217" y="18184"/>
                </a:cubicBezTo>
                <a:cubicBezTo>
                  <a:pt x="2803" y="19074"/>
                  <a:pt x="3531" y="19531"/>
                  <a:pt x="4371" y="19531"/>
                </a:cubicBezTo>
                <a:cubicBezTo>
                  <a:pt x="5162" y="19531"/>
                  <a:pt x="5828" y="19147"/>
                  <a:pt x="6398" y="18353"/>
                </a:cubicBezTo>
                <a:cubicBezTo>
                  <a:pt x="6968" y="17559"/>
                  <a:pt x="7284" y="16597"/>
                  <a:pt x="7364" y="15442"/>
                </a:cubicBezTo>
                <a:lnTo>
                  <a:pt x="4022" y="15442"/>
                </a:lnTo>
                <a:lnTo>
                  <a:pt x="4022" y="13398"/>
                </a:lnTo>
                <a:lnTo>
                  <a:pt x="9676" y="13398"/>
                </a:lnTo>
                <a:lnTo>
                  <a:pt x="7918" y="7192"/>
                </a:lnTo>
                <a:close/>
                <a:moveTo>
                  <a:pt x="5384" y="1034"/>
                </a:moveTo>
                <a:lnTo>
                  <a:pt x="8757" y="1034"/>
                </a:lnTo>
                <a:lnTo>
                  <a:pt x="9438" y="3079"/>
                </a:lnTo>
                <a:lnTo>
                  <a:pt x="5384" y="3079"/>
                </a:lnTo>
                <a:lnTo>
                  <a:pt x="5384" y="1034"/>
                </a:lnTo>
                <a:close/>
                <a:moveTo>
                  <a:pt x="9090" y="6158"/>
                </a:moveTo>
                <a:lnTo>
                  <a:pt x="10863" y="12243"/>
                </a:lnTo>
                <a:lnTo>
                  <a:pt x="13571" y="6158"/>
                </a:lnTo>
                <a:lnTo>
                  <a:pt x="9090" y="6158"/>
                </a:lnTo>
                <a:close/>
                <a:moveTo>
                  <a:pt x="17198" y="10271"/>
                </a:moveTo>
                <a:cubicBezTo>
                  <a:pt x="17166" y="10271"/>
                  <a:pt x="17039" y="10295"/>
                  <a:pt x="16818" y="10343"/>
                </a:cubicBezTo>
                <a:lnTo>
                  <a:pt x="18132" y="15033"/>
                </a:lnTo>
                <a:lnTo>
                  <a:pt x="16944" y="15803"/>
                </a:lnTo>
                <a:lnTo>
                  <a:pt x="15551" y="11065"/>
                </a:lnTo>
                <a:cubicBezTo>
                  <a:pt x="14616" y="12003"/>
                  <a:pt x="14157" y="13278"/>
                  <a:pt x="14157" y="14913"/>
                </a:cubicBezTo>
                <a:cubicBezTo>
                  <a:pt x="14157" y="16188"/>
                  <a:pt x="14458" y="17294"/>
                  <a:pt x="15044" y="18184"/>
                </a:cubicBezTo>
                <a:cubicBezTo>
                  <a:pt x="15630" y="19074"/>
                  <a:pt x="16358" y="19531"/>
                  <a:pt x="17198" y="19531"/>
                </a:cubicBezTo>
                <a:cubicBezTo>
                  <a:pt x="18037" y="19531"/>
                  <a:pt x="18765" y="19074"/>
                  <a:pt x="19351" y="18184"/>
                </a:cubicBezTo>
                <a:cubicBezTo>
                  <a:pt x="19937" y="17294"/>
                  <a:pt x="20238" y="16188"/>
                  <a:pt x="20238" y="14913"/>
                </a:cubicBezTo>
                <a:cubicBezTo>
                  <a:pt x="20238" y="13638"/>
                  <a:pt x="19937" y="12532"/>
                  <a:pt x="19351" y="11642"/>
                </a:cubicBezTo>
                <a:cubicBezTo>
                  <a:pt x="18765" y="10752"/>
                  <a:pt x="18053" y="10271"/>
                  <a:pt x="17198" y="1027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580" name="Freeform: Shape 34"/>
          <p:cNvSpPr/>
          <p:nvPr/>
        </p:nvSpPr>
        <p:spPr>
          <a:xfrm>
            <a:off x="4067647" y="3481282"/>
            <a:ext cx="589113" cy="61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186" y="0"/>
                </a:moveTo>
                <a:lnTo>
                  <a:pt x="17997" y="0"/>
                </a:lnTo>
                <a:lnTo>
                  <a:pt x="17997" y="4328"/>
                </a:lnTo>
                <a:lnTo>
                  <a:pt x="21600" y="4328"/>
                </a:lnTo>
                <a:lnTo>
                  <a:pt x="21600" y="18142"/>
                </a:lnTo>
                <a:lnTo>
                  <a:pt x="7207" y="18142"/>
                </a:lnTo>
                <a:lnTo>
                  <a:pt x="7207" y="19011"/>
                </a:lnTo>
                <a:cubicBezTo>
                  <a:pt x="7207" y="19739"/>
                  <a:pt x="6954" y="20346"/>
                  <a:pt x="6427" y="20852"/>
                </a:cubicBezTo>
                <a:cubicBezTo>
                  <a:pt x="5901" y="21357"/>
                  <a:pt x="5268" y="21600"/>
                  <a:pt x="4510" y="21600"/>
                </a:cubicBezTo>
                <a:cubicBezTo>
                  <a:pt x="3751" y="21600"/>
                  <a:pt x="3119" y="21357"/>
                  <a:pt x="2592" y="20852"/>
                </a:cubicBezTo>
                <a:cubicBezTo>
                  <a:pt x="2065" y="20346"/>
                  <a:pt x="1812" y="19739"/>
                  <a:pt x="1812" y="19011"/>
                </a:cubicBezTo>
                <a:lnTo>
                  <a:pt x="1812" y="18142"/>
                </a:lnTo>
                <a:lnTo>
                  <a:pt x="0" y="18142"/>
                </a:lnTo>
                <a:lnTo>
                  <a:pt x="0" y="2589"/>
                </a:lnTo>
                <a:lnTo>
                  <a:pt x="5416" y="2589"/>
                </a:lnTo>
                <a:lnTo>
                  <a:pt x="5416" y="4328"/>
                </a:lnTo>
                <a:lnTo>
                  <a:pt x="7207" y="4328"/>
                </a:lnTo>
                <a:lnTo>
                  <a:pt x="7207" y="0"/>
                </a:lnTo>
                <a:close/>
                <a:moveTo>
                  <a:pt x="1791" y="4308"/>
                </a:moveTo>
                <a:lnTo>
                  <a:pt x="1791" y="16382"/>
                </a:lnTo>
                <a:lnTo>
                  <a:pt x="3582" y="16382"/>
                </a:lnTo>
                <a:lnTo>
                  <a:pt x="3582" y="4288"/>
                </a:lnTo>
                <a:lnTo>
                  <a:pt x="1791" y="4288"/>
                </a:lnTo>
                <a:close/>
                <a:moveTo>
                  <a:pt x="3582" y="18121"/>
                </a:moveTo>
                <a:lnTo>
                  <a:pt x="3582" y="18991"/>
                </a:lnTo>
                <a:cubicBezTo>
                  <a:pt x="3582" y="19234"/>
                  <a:pt x="3667" y="19456"/>
                  <a:pt x="3835" y="19618"/>
                </a:cubicBezTo>
                <a:cubicBezTo>
                  <a:pt x="4004" y="19780"/>
                  <a:pt x="4215" y="19861"/>
                  <a:pt x="4489" y="19861"/>
                </a:cubicBezTo>
                <a:cubicBezTo>
                  <a:pt x="4741" y="19861"/>
                  <a:pt x="4973" y="19780"/>
                  <a:pt x="5142" y="19618"/>
                </a:cubicBezTo>
                <a:cubicBezTo>
                  <a:pt x="5310" y="19456"/>
                  <a:pt x="5395" y="19254"/>
                  <a:pt x="5395" y="18991"/>
                </a:cubicBezTo>
                <a:lnTo>
                  <a:pt x="5395" y="18121"/>
                </a:lnTo>
                <a:lnTo>
                  <a:pt x="3582" y="18121"/>
                </a:lnTo>
                <a:close/>
                <a:moveTo>
                  <a:pt x="5374" y="6027"/>
                </a:moveTo>
                <a:lnTo>
                  <a:pt x="5374" y="16382"/>
                </a:lnTo>
                <a:lnTo>
                  <a:pt x="19767" y="16382"/>
                </a:lnTo>
                <a:lnTo>
                  <a:pt x="19767" y="6027"/>
                </a:lnTo>
                <a:lnTo>
                  <a:pt x="17975" y="6027"/>
                </a:lnTo>
                <a:lnTo>
                  <a:pt x="17975" y="7766"/>
                </a:lnTo>
                <a:lnTo>
                  <a:pt x="7165" y="7766"/>
                </a:lnTo>
                <a:lnTo>
                  <a:pt x="7165" y="6027"/>
                </a:lnTo>
                <a:lnTo>
                  <a:pt x="5374" y="6027"/>
                </a:lnTo>
                <a:close/>
                <a:moveTo>
                  <a:pt x="8071" y="9485"/>
                </a:moveTo>
                <a:lnTo>
                  <a:pt x="9862" y="9485"/>
                </a:lnTo>
                <a:lnTo>
                  <a:pt x="9862" y="11205"/>
                </a:lnTo>
                <a:lnTo>
                  <a:pt x="8071" y="11205"/>
                </a:lnTo>
                <a:lnTo>
                  <a:pt x="8071" y="9485"/>
                </a:lnTo>
                <a:close/>
                <a:moveTo>
                  <a:pt x="8071" y="12944"/>
                </a:moveTo>
                <a:lnTo>
                  <a:pt x="9862" y="12944"/>
                </a:lnTo>
                <a:lnTo>
                  <a:pt x="9862" y="14663"/>
                </a:lnTo>
                <a:lnTo>
                  <a:pt x="8071" y="14663"/>
                </a:lnTo>
                <a:lnTo>
                  <a:pt x="8071" y="12944"/>
                </a:lnTo>
                <a:close/>
                <a:moveTo>
                  <a:pt x="8977" y="1719"/>
                </a:moveTo>
                <a:lnTo>
                  <a:pt x="8977" y="6027"/>
                </a:lnTo>
                <a:lnTo>
                  <a:pt x="16163" y="6027"/>
                </a:lnTo>
                <a:lnTo>
                  <a:pt x="16163" y="1719"/>
                </a:lnTo>
                <a:lnTo>
                  <a:pt x="8977" y="1719"/>
                </a:lnTo>
                <a:close/>
                <a:moveTo>
                  <a:pt x="11675" y="9485"/>
                </a:moveTo>
                <a:lnTo>
                  <a:pt x="13466" y="9485"/>
                </a:lnTo>
                <a:lnTo>
                  <a:pt x="13466" y="11205"/>
                </a:lnTo>
                <a:lnTo>
                  <a:pt x="11675" y="11205"/>
                </a:lnTo>
                <a:lnTo>
                  <a:pt x="11675" y="9485"/>
                </a:lnTo>
                <a:close/>
                <a:moveTo>
                  <a:pt x="11675" y="12944"/>
                </a:moveTo>
                <a:lnTo>
                  <a:pt x="13466" y="12944"/>
                </a:lnTo>
                <a:lnTo>
                  <a:pt x="13466" y="14663"/>
                </a:lnTo>
                <a:lnTo>
                  <a:pt x="11675" y="14663"/>
                </a:lnTo>
                <a:lnTo>
                  <a:pt x="11675" y="12944"/>
                </a:lnTo>
                <a:close/>
                <a:moveTo>
                  <a:pt x="15278" y="9485"/>
                </a:moveTo>
                <a:lnTo>
                  <a:pt x="17069" y="9485"/>
                </a:lnTo>
                <a:lnTo>
                  <a:pt x="17069" y="11205"/>
                </a:lnTo>
                <a:lnTo>
                  <a:pt x="15278" y="11205"/>
                </a:lnTo>
                <a:lnTo>
                  <a:pt x="15278" y="9485"/>
                </a:lnTo>
                <a:close/>
                <a:moveTo>
                  <a:pt x="15278" y="12944"/>
                </a:moveTo>
                <a:lnTo>
                  <a:pt x="17069" y="12944"/>
                </a:lnTo>
                <a:lnTo>
                  <a:pt x="17069" y="14663"/>
                </a:lnTo>
                <a:lnTo>
                  <a:pt x="15278" y="14663"/>
                </a:lnTo>
                <a:lnTo>
                  <a:pt x="15278" y="1294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581" name="Freeform: Shape 35"/>
          <p:cNvSpPr/>
          <p:nvPr/>
        </p:nvSpPr>
        <p:spPr>
          <a:xfrm>
            <a:off x="2239010" y="3443925"/>
            <a:ext cx="490672" cy="6868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2" h="21600" extrusionOk="0">
                <a:moveTo>
                  <a:pt x="7394" y="669"/>
                </a:moveTo>
                <a:cubicBezTo>
                  <a:pt x="8023" y="217"/>
                  <a:pt x="8779" y="0"/>
                  <a:pt x="9685" y="0"/>
                </a:cubicBezTo>
                <a:cubicBezTo>
                  <a:pt x="10591" y="0"/>
                  <a:pt x="11347" y="217"/>
                  <a:pt x="11976" y="669"/>
                </a:cubicBezTo>
                <a:cubicBezTo>
                  <a:pt x="12605" y="1121"/>
                  <a:pt x="12907" y="1663"/>
                  <a:pt x="12907" y="2314"/>
                </a:cubicBezTo>
                <a:lnTo>
                  <a:pt x="12907" y="5296"/>
                </a:lnTo>
                <a:cubicBezTo>
                  <a:pt x="13763" y="5043"/>
                  <a:pt x="14619" y="5043"/>
                  <a:pt x="15450" y="5296"/>
                </a:cubicBezTo>
                <a:cubicBezTo>
                  <a:pt x="16130" y="5495"/>
                  <a:pt x="16658" y="5838"/>
                  <a:pt x="17061" y="6363"/>
                </a:cubicBezTo>
                <a:cubicBezTo>
                  <a:pt x="17867" y="6109"/>
                  <a:pt x="18672" y="6109"/>
                  <a:pt x="19478" y="6363"/>
                </a:cubicBezTo>
                <a:cubicBezTo>
                  <a:pt x="20686" y="6688"/>
                  <a:pt x="21366" y="7320"/>
                  <a:pt x="21492" y="8297"/>
                </a:cubicBezTo>
                <a:cubicBezTo>
                  <a:pt x="21492" y="8333"/>
                  <a:pt x="21492" y="8369"/>
                  <a:pt x="21492" y="8387"/>
                </a:cubicBezTo>
                <a:lnTo>
                  <a:pt x="21492" y="8495"/>
                </a:lnTo>
                <a:cubicBezTo>
                  <a:pt x="21492" y="8532"/>
                  <a:pt x="21492" y="8568"/>
                  <a:pt x="21492" y="8586"/>
                </a:cubicBezTo>
                <a:lnTo>
                  <a:pt x="21492" y="16195"/>
                </a:lnTo>
                <a:cubicBezTo>
                  <a:pt x="21492" y="17678"/>
                  <a:pt x="20762" y="18943"/>
                  <a:pt x="19277" y="20009"/>
                </a:cubicBezTo>
                <a:cubicBezTo>
                  <a:pt x="17791" y="21076"/>
                  <a:pt x="16029" y="21600"/>
                  <a:pt x="13965" y="21600"/>
                </a:cubicBezTo>
                <a:lnTo>
                  <a:pt x="8351" y="21600"/>
                </a:lnTo>
                <a:cubicBezTo>
                  <a:pt x="6689" y="21600"/>
                  <a:pt x="5204" y="21239"/>
                  <a:pt x="3844" y="20534"/>
                </a:cubicBezTo>
                <a:cubicBezTo>
                  <a:pt x="2485" y="19829"/>
                  <a:pt x="1579" y="18907"/>
                  <a:pt x="1100" y="17786"/>
                </a:cubicBezTo>
                <a:lnTo>
                  <a:pt x="295" y="15852"/>
                </a:lnTo>
                <a:lnTo>
                  <a:pt x="295" y="15798"/>
                </a:lnTo>
                <a:cubicBezTo>
                  <a:pt x="-7" y="15093"/>
                  <a:pt x="-83" y="14388"/>
                  <a:pt x="93" y="13683"/>
                </a:cubicBezTo>
                <a:cubicBezTo>
                  <a:pt x="370" y="12598"/>
                  <a:pt x="1100" y="11785"/>
                  <a:pt x="2309" y="11279"/>
                </a:cubicBezTo>
                <a:cubicBezTo>
                  <a:pt x="2435" y="11207"/>
                  <a:pt x="2661" y="11134"/>
                  <a:pt x="2988" y="11044"/>
                </a:cubicBezTo>
                <a:lnTo>
                  <a:pt x="169" y="4537"/>
                </a:lnTo>
                <a:cubicBezTo>
                  <a:pt x="-108" y="3922"/>
                  <a:pt x="-33" y="3344"/>
                  <a:pt x="395" y="2784"/>
                </a:cubicBezTo>
                <a:cubicBezTo>
                  <a:pt x="823" y="2223"/>
                  <a:pt x="1453" y="1844"/>
                  <a:pt x="2309" y="1645"/>
                </a:cubicBezTo>
                <a:cubicBezTo>
                  <a:pt x="3165" y="1446"/>
                  <a:pt x="3970" y="1500"/>
                  <a:pt x="4751" y="1808"/>
                </a:cubicBezTo>
                <a:cubicBezTo>
                  <a:pt x="5531" y="2115"/>
                  <a:pt x="6060" y="2567"/>
                  <a:pt x="6337" y="3181"/>
                </a:cubicBezTo>
                <a:lnTo>
                  <a:pt x="6463" y="3470"/>
                </a:lnTo>
                <a:lnTo>
                  <a:pt x="6463" y="2314"/>
                </a:lnTo>
                <a:cubicBezTo>
                  <a:pt x="6463" y="1663"/>
                  <a:pt x="6765" y="1121"/>
                  <a:pt x="7394" y="669"/>
                </a:cubicBezTo>
                <a:close/>
                <a:moveTo>
                  <a:pt x="11296" y="11659"/>
                </a:moveTo>
                <a:cubicBezTo>
                  <a:pt x="11246" y="11695"/>
                  <a:pt x="11195" y="11713"/>
                  <a:pt x="11170" y="11713"/>
                </a:cubicBezTo>
                <a:lnTo>
                  <a:pt x="4323" y="12345"/>
                </a:lnTo>
                <a:lnTo>
                  <a:pt x="4247" y="12400"/>
                </a:lnTo>
                <a:lnTo>
                  <a:pt x="4172" y="12345"/>
                </a:lnTo>
                <a:cubicBezTo>
                  <a:pt x="3945" y="12382"/>
                  <a:pt x="3668" y="12454"/>
                  <a:pt x="3366" y="12580"/>
                </a:cubicBezTo>
                <a:cubicBezTo>
                  <a:pt x="2737" y="12833"/>
                  <a:pt x="2359" y="13285"/>
                  <a:pt x="2233" y="13936"/>
                </a:cubicBezTo>
                <a:cubicBezTo>
                  <a:pt x="2107" y="14424"/>
                  <a:pt x="2133" y="14912"/>
                  <a:pt x="2359" y="15436"/>
                </a:cubicBezTo>
                <a:lnTo>
                  <a:pt x="3165" y="17370"/>
                </a:lnTo>
                <a:cubicBezTo>
                  <a:pt x="3517" y="18166"/>
                  <a:pt x="4172" y="18816"/>
                  <a:pt x="5103" y="19323"/>
                </a:cubicBezTo>
                <a:cubicBezTo>
                  <a:pt x="6035" y="19829"/>
                  <a:pt x="7117" y="20064"/>
                  <a:pt x="8326" y="20064"/>
                </a:cubicBezTo>
                <a:lnTo>
                  <a:pt x="13965" y="20064"/>
                </a:lnTo>
                <a:cubicBezTo>
                  <a:pt x="15450" y="20064"/>
                  <a:pt x="16709" y="19684"/>
                  <a:pt x="17766" y="18925"/>
                </a:cubicBezTo>
                <a:cubicBezTo>
                  <a:pt x="18823" y="18166"/>
                  <a:pt x="19352" y="17262"/>
                  <a:pt x="19352" y="16195"/>
                </a:cubicBezTo>
                <a:lnTo>
                  <a:pt x="19352" y="12237"/>
                </a:lnTo>
                <a:cubicBezTo>
                  <a:pt x="18370" y="12978"/>
                  <a:pt x="17212" y="13159"/>
                  <a:pt x="15853" y="12761"/>
                </a:cubicBezTo>
                <a:cubicBezTo>
                  <a:pt x="15400" y="12635"/>
                  <a:pt x="15022" y="12436"/>
                  <a:pt x="14720" y="12183"/>
                </a:cubicBezTo>
                <a:cubicBezTo>
                  <a:pt x="14821" y="12671"/>
                  <a:pt x="14670" y="13123"/>
                  <a:pt x="14317" y="13538"/>
                </a:cubicBezTo>
                <a:cubicBezTo>
                  <a:pt x="13914" y="14026"/>
                  <a:pt x="13260" y="14370"/>
                  <a:pt x="12379" y="14605"/>
                </a:cubicBezTo>
                <a:lnTo>
                  <a:pt x="12303" y="14659"/>
                </a:lnTo>
                <a:lnTo>
                  <a:pt x="8351" y="15382"/>
                </a:lnTo>
                <a:lnTo>
                  <a:pt x="8628" y="15762"/>
                </a:lnTo>
                <a:cubicBezTo>
                  <a:pt x="8754" y="15888"/>
                  <a:pt x="8829" y="16015"/>
                  <a:pt x="8829" y="16141"/>
                </a:cubicBezTo>
                <a:cubicBezTo>
                  <a:pt x="8829" y="16340"/>
                  <a:pt x="8728" y="16503"/>
                  <a:pt x="8502" y="16665"/>
                </a:cubicBezTo>
                <a:cubicBezTo>
                  <a:pt x="8275" y="16828"/>
                  <a:pt x="7998" y="16900"/>
                  <a:pt x="7696" y="16900"/>
                </a:cubicBezTo>
                <a:cubicBezTo>
                  <a:pt x="7293" y="16900"/>
                  <a:pt x="6991" y="16756"/>
                  <a:pt x="6765" y="16467"/>
                </a:cubicBezTo>
                <a:lnTo>
                  <a:pt x="5833" y="15219"/>
                </a:lnTo>
                <a:cubicBezTo>
                  <a:pt x="5733" y="15093"/>
                  <a:pt x="5707" y="14966"/>
                  <a:pt x="5707" y="14840"/>
                </a:cubicBezTo>
                <a:cubicBezTo>
                  <a:pt x="5707" y="14460"/>
                  <a:pt x="5984" y="14207"/>
                  <a:pt x="6513" y="14117"/>
                </a:cubicBezTo>
                <a:lnTo>
                  <a:pt x="11749" y="13159"/>
                </a:lnTo>
                <a:cubicBezTo>
                  <a:pt x="12102" y="13068"/>
                  <a:pt x="12379" y="12924"/>
                  <a:pt x="12555" y="12725"/>
                </a:cubicBezTo>
                <a:cubicBezTo>
                  <a:pt x="12656" y="12598"/>
                  <a:pt x="12656" y="12436"/>
                  <a:pt x="12580" y="12237"/>
                </a:cubicBezTo>
                <a:cubicBezTo>
                  <a:pt x="12505" y="12038"/>
                  <a:pt x="12353" y="11894"/>
                  <a:pt x="12102" y="11785"/>
                </a:cubicBezTo>
                <a:cubicBezTo>
                  <a:pt x="11825" y="11659"/>
                  <a:pt x="11573" y="11622"/>
                  <a:pt x="11296" y="11659"/>
                </a:cubicBezTo>
                <a:close/>
                <a:moveTo>
                  <a:pt x="9685" y="1536"/>
                </a:moveTo>
                <a:cubicBezTo>
                  <a:pt x="8980" y="1536"/>
                  <a:pt x="8602" y="1789"/>
                  <a:pt x="8602" y="2314"/>
                </a:cubicBezTo>
                <a:lnTo>
                  <a:pt x="8602" y="8676"/>
                </a:lnTo>
                <a:lnTo>
                  <a:pt x="7671" y="8676"/>
                </a:lnTo>
                <a:lnTo>
                  <a:pt x="6463" y="8911"/>
                </a:lnTo>
                <a:lnTo>
                  <a:pt x="4323" y="3651"/>
                </a:lnTo>
                <a:cubicBezTo>
                  <a:pt x="4222" y="3434"/>
                  <a:pt x="4046" y="3272"/>
                  <a:pt x="3794" y="3163"/>
                </a:cubicBezTo>
                <a:cubicBezTo>
                  <a:pt x="3542" y="3055"/>
                  <a:pt x="3240" y="3037"/>
                  <a:pt x="2963" y="3091"/>
                </a:cubicBezTo>
                <a:cubicBezTo>
                  <a:pt x="2661" y="3145"/>
                  <a:pt x="2460" y="3254"/>
                  <a:pt x="2334" y="3452"/>
                </a:cubicBezTo>
                <a:cubicBezTo>
                  <a:pt x="2208" y="3651"/>
                  <a:pt x="2183" y="3832"/>
                  <a:pt x="2258" y="4031"/>
                </a:cubicBezTo>
                <a:lnTo>
                  <a:pt x="5002" y="10682"/>
                </a:lnTo>
                <a:lnTo>
                  <a:pt x="9433" y="10303"/>
                </a:lnTo>
                <a:cubicBezTo>
                  <a:pt x="9433" y="9978"/>
                  <a:pt x="9534" y="9688"/>
                  <a:pt x="9710" y="9435"/>
                </a:cubicBezTo>
                <a:lnTo>
                  <a:pt x="10793" y="7411"/>
                </a:lnTo>
                <a:lnTo>
                  <a:pt x="10793" y="2296"/>
                </a:lnTo>
                <a:cubicBezTo>
                  <a:pt x="10767" y="1789"/>
                  <a:pt x="10390" y="1536"/>
                  <a:pt x="9685" y="1536"/>
                </a:cubicBezTo>
                <a:close/>
                <a:moveTo>
                  <a:pt x="14191" y="6652"/>
                </a:moveTo>
                <a:cubicBezTo>
                  <a:pt x="13738" y="6652"/>
                  <a:pt x="13436" y="6814"/>
                  <a:pt x="13260" y="7140"/>
                </a:cubicBezTo>
                <a:lnTo>
                  <a:pt x="11649" y="10032"/>
                </a:lnTo>
                <a:lnTo>
                  <a:pt x="11649" y="10122"/>
                </a:lnTo>
                <a:cubicBezTo>
                  <a:pt x="11649" y="10158"/>
                  <a:pt x="11623" y="10176"/>
                  <a:pt x="11573" y="10176"/>
                </a:cubicBezTo>
                <a:cubicBezTo>
                  <a:pt x="12278" y="10176"/>
                  <a:pt x="12958" y="10357"/>
                  <a:pt x="13587" y="10701"/>
                </a:cubicBezTo>
                <a:cubicBezTo>
                  <a:pt x="13587" y="10664"/>
                  <a:pt x="13612" y="10628"/>
                  <a:pt x="13663" y="10610"/>
                </a:cubicBezTo>
                <a:lnTo>
                  <a:pt x="14141" y="9797"/>
                </a:lnTo>
                <a:lnTo>
                  <a:pt x="14141" y="9743"/>
                </a:lnTo>
                <a:lnTo>
                  <a:pt x="14670" y="8676"/>
                </a:lnTo>
                <a:lnTo>
                  <a:pt x="15198" y="7718"/>
                </a:lnTo>
                <a:cubicBezTo>
                  <a:pt x="15324" y="7519"/>
                  <a:pt x="15349" y="7339"/>
                  <a:pt x="15223" y="7140"/>
                </a:cubicBezTo>
                <a:cubicBezTo>
                  <a:pt x="15123" y="6941"/>
                  <a:pt x="14921" y="6796"/>
                  <a:pt x="14644" y="6706"/>
                </a:cubicBezTo>
                <a:cubicBezTo>
                  <a:pt x="14519" y="6652"/>
                  <a:pt x="14367" y="6652"/>
                  <a:pt x="14191" y="6652"/>
                </a:cubicBezTo>
                <a:close/>
                <a:moveTo>
                  <a:pt x="18270" y="7700"/>
                </a:moveTo>
                <a:cubicBezTo>
                  <a:pt x="18093" y="7700"/>
                  <a:pt x="17968" y="7718"/>
                  <a:pt x="17867" y="7754"/>
                </a:cubicBezTo>
                <a:cubicBezTo>
                  <a:pt x="17590" y="7845"/>
                  <a:pt x="17388" y="7989"/>
                  <a:pt x="17263" y="8188"/>
                </a:cubicBezTo>
                <a:cubicBezTo>
                  <a:pt x="17263" y="8260"/>
                  <a:pt x="17237" y="8278"/>
                  <a:pt x="17187" y="8278"/>
                </a:cubicBezTo>
                <a:lnTo>
                  <a:pt x="16105" y="10303"/>
                </a:lnTo>
                <a:cubicBezTo>
                  <a:pt x="15802" y="10809"/>
                  <a:pt x="15979" y="11171"/>
                  <a:pt x="16633" y="11369"/>
                </a:cubicBezTo>
                <a:cubicBezTo>
                  <a:pt x="16910" y="11442"/>
                  <a:pt x="17162" y="11424"/>
                  <a:pt x="17439" y="11351"/>
                </a:cubicBezTo>
                <a:cubicBezTo>
                  <a:pt x="17716" y="11279"/>
                  <a:pt x="17917" y="11116"/>
                  <a:pt x="18043" y="10899"/>
                </a:cubicBezTo>
                <a:lnTo>
                  <a:pt x="19251" y="8785"/>
                </a:lnTo>
                <a:cubicBezTo>
                  <a:pt x="19302" y="8712"/>
                  <a:pt x="19327" y="8622"/>
                  <a:pt x="19327" y="8495"/>
                </a:cubicBezTo>
                <a:cubicBezTo>
                  <a:pt x="19327" y="8134"/>
                  <a:pt x="19100" y="7899"/>
                  <a:pt x="18647" y="7772"/>
                </a:cubicBezTo>
                <a:cubicBezTo>
                  <a:pt x="18546" y="7718"/>
                  <a:pt x="18421" y="7700"/>
                  <a:pt x="18270" y="77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582" name="Freeform: Shape 36"/>
          <p:cNvSpPr/>
          <p:nvPr/>
        </p:nvSpPr>
        <p:spPr>
          <a:xfrm>
            <a:off x="5916609" y="3492777"/>
            <a:ext cx="589113" cy="589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205" y="0"/>
                </a:lnTo>
                <a:lnTo>
                  <a:pt x="16205" y="5395"/>
                </a:lnTo>
                <a:lnTo>
                  <a:pt x="21600" y="5395"/>
                </a:lnTo>
                <a:lnTo>
                  <a:pt x="21600" y="21600"/>
                </a:lnTo>
                <a:lnTo>
                  <a:pt x="5395" y="21600"/>
                </a:lnTo>
                <a:lnTo>
                  <a:pt x="5395" y="16205"/>
                </a:lnTo>
                <a:lnTo>
                  <a:pt x="0" y="16205"/>
                </a:lnTo>
                <a:lnTo>
                  <a:pt x="0" y="0"/>
                </a:lnTo>
                <a:close/>
                <a:moveTo>
                  <a:pt x="1812" y="1791"/>
                </a:moveTo>
                <a:lnTo>
                  <a:pt x="1812" y="14372"/>
                </a:lnTo>
                <a:lnTo>
                  <a:pt x="5922" y="14372"/>
                </a:lnTo>
                <a:lnTo>
                  <a:pt x="14414" y="5879"/>
                </a:lnTo>
                <a:lnTo>
                  <a:pt x="14414" y="1770"/>
                </a:lnTo>
                <a:lnTo>
                  <a:pt x="1812" y="1770"/>
                </a:lnTo>
                <a:close/>
                <a:moveTo>
                  <a:pt x="6301" y="3603"/>
                </a:moveTo>
                <a:lnTo>
                  <a:pt x="8092" y="3603"/>
                </a:lnTo>
                <a:lnTo>
                  <a:pt x="8092" y="4510"/>
                </a:lnTo>
                <a:lnTo>
                  <a:pt x="10789" y="4510"/>
                </a:lnTo>
                <a:lnTo>
                  <a:pt x="10789" y="6301"/>
                </a:lnTo>
                <a:lnTo>
                  <a:pt x="9841" y="6301"/>
                </a:lnTo>
                <a:cubicBezTo>
                  <a:pt x="9736" y="7397"/>
                  <a:pt x="9441" y="8324"/>
                  <a:pt x="8998" y="9104"/>
                </a:cubicBezTo>
                <a:lnTo>
                  <a:pt x="8998" y="10789"/>
                </a:lnTo>
                <a:cubicBezTo>
                  <a:pt x="8556" y="10789"/>
                  <a:pt x="8071" y="10747"/>
                  <a:pt x="7544" y="10684"/>
                </a:cubicBezTo>
                <a:cubicBezTo>
                  <a:pt x="6491" y="11358"/>
                  <a:pt x="5184" y="11696"/>
                  <a:pt x="3604" y="11696"/>
                </a:cubicBezTo>
                <a:lnTo>
                  <a:pt x="3604" y="9904"/>
                </a:lnTo>
                <a:cubicBezTo>
                  <a:pt x="4194" y="9904"/>
                  <a:pt x="4720" y="9862"/>
                  <a:pt x="5184" y="9799"/>
                </a:cubicBezTo>
                <a:cubicBezTo>
                  <a:pt x="4130" y="9083"/>
                  <a:pt x="3604" y="8219"/>
                  <a:pt x="3604" y="7207"/>
                </a:cubicBezTo>
                <a:lnTo>
                  <a:pt x="5395" y="7207"/>
                </a:lnTo>
                <a:cubicBezTo>
                  <a:pt x="5395" y="7628"/>
                  <a:pt x="5690" y="7987"/>
                  <a:pt x="6301" y="8324"/>
                </a:cubicBezTo>
                <a:cubicBezTo>
                  <a:pt x="6533" y="8471"/>
                  <a:pt x="6786" y="8598"/>
                  <a:pt x="7081" y="8724"/>
                </a:cubicBezTo>
                <a:cubicBezTo>
                  <a:pt x="7607" y="8155"/>
                  <a:pt x="7924" y="7355"/>
                  <a:pt x="8029" y="6301"/>
                </a:cubicBezTo>
                <a:lnTo>
                  <a:pt x="3582" y="6301"/>
                </a:lnTo>
                <a:lnTo>
                  <a:pt x="3582" y="4510"/>
                </a:lnTo>
                <a:lnTo>
                  <a:pt x="6280" y="4510"/>
                </a:lnTo>
                <a:lnTo>
                  <a:pt x="6280" y="3603"/>
                </a:lnTo>
                <a:close/>
                <a:moveTo>
                  <a:pt x="15678" y="7186"/>
                </a:moveTo>
                <a:lnTo>
                  <a:pt x="7186" y="15678"/>
                </a:lnTo>
                <a:lnTo>
                  <a:pt x="7186" y="19788"/>
                </a:lnTo>
                <a:lnTo>
                  <a:pt x="19767" y="19788"/>
                </a:lnTo>
                <a:lnTo>
                  <a:pt x="19767" y="7207"/>
                </a:lnTo>
                <a:lnTo>
                  <a:pt x="15678" y="7207"/>
                </a:lnTo>
                <a:close/>
                <a:moveTo>
                  <a:pt x="14393" y="8872"/>
                </a:moveTo>
                <a:lnTo>
                  <a:pt x="15236" y="11401"/>
                </a:lnTo>
                <a:lnTo>
                  <a:pt x="17027" y="16795"/>
                </a:lnTo>
                <a:lnTo>
                  <a:pt x="17090" y="16964"/>
                </a:lnTo>
                <a:lnTo>
                  <a:pt x="17090" y="17975"/>
                </a:lnTo>
                <a:lnTo>
                  <a:pt x="15299" y="17975"/>
                </a:lnTo>
                <a:lnTo>
                  <a:pt x="15299" y="17090"/>
                </a:lnTo>
                <a:lnTo>
                  <a:pt x="13508" y="17090"/>
                </a:lnTo>
                <a:lnTo>
                  <a:pt x="13508" y="17975"/>
                </a:lnTo>
                <a:lnTo>
                  <a:pt x="11717" y="17975"/>
                </a:lnTo>
                <a:lnTo>
                  <a:pt x="11717" y="16964"/>
                </a:lnTo>
                <a:lnTo>
                  <a:pt x="11780" y="16795"/>
                </a:lnTo>
                <a:lnTo>
                  <a:pt x="13571" y="11401"/>
                </a:lnTo>
                <a:lnTo>
                  <a:pt x="14393" y="8872"/>
                </a:lnTo>
                <a:close/>
                <a:moveTo>
                  <a:pt x="14393" y="14498"/>
                </a:moveTo>
                <a:lnTo>
                  <a:pt x="14161" y="15278"/>
                </a:lnTo>
                <a:lnTo>
                  <a:pt x="14604" y="15278"/>
                </a:lnTo>
                <a:lnTo>
                  <a:pt x="14393" y="1449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583" name="Freeform: Shape 37"/>
          <p:cNvSpPr/>
          <p:nvPr/>
        </p:nvSpPr>
        <p:spPr>
          <a:xfrm>
            <a:off x="9441467" y="3441051"/>
            <a:ext cx="539685" cy="689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5" y="0"/>
                </a:moveTo>
                <a:lnTo>
                  <a:pt x="20013" y="864"/>
                </a:lnTo>
                <a:cubicBezTo>
                  <a:pt x="21071" y="3744"/>
                  <a:pt x="21600" y="7164"/>
                  <a:pt x="21600" y="11142"/>
                </a:cubicBezTo>
                <a:cubicBezTo>
                  <a:pt x="21600" y="14022"/>
                  <a:pt x="20818" y="16146"/>
                  <a:pt x="19277" y="17532"/>
                </a:cubicBezTo>
                <a:cubicBezTo>
                  <a:pt x="18058" y="18648"/>
                  <a:pt x="16470" y="19206"/>
                  <a:pt x="14561" y="19206"/>
                </a:cubicBezTo>
                <a:cubicBezTo>
                  <a:pt x="13204" y="19206"/>
                  <a:pt x="11778" y="18792"/>
                  <a:pt x="10259" y="17964"/>
                </a:cubicBezTo>
                <a:cubicBezTo>
                  <a:pt x="9937" y="17802"/>
                  <a:pt x="9592" y="17604"/>
                  <a:pt x="9224" y="17388"/>
                </a:cubicBezTo>
                <a:cubicBezTo>
                  <a:pt x="8856" y="17172"/>
                  <a:pt x="8557" y="16974"/>
                  <a:pt x="8327" y="16830"/>
                </a:cubicBezTo>
                <a:cubicBezTo>
                  <a:pt x="8097" y="16686"/>
                  <a:pt x="7982" y="16596"/>
                  <a:pt x="7982" y="16560"/>
                </a:cubicBezTo>
                <a:lnTo>
                  <a:pt x="8971" y="15264"/>
                </a:lnTo>
                <a:cubicBezTo>
                  <a:pt x="9224" y="15390"/>
                  <a:pt x="9592" y="15624"/>
                  <a:pt x="10098" y="15930"/>
                </a:cubicBezTo>
                <a:cubicBezTo>
                  <a:pt x="10605" y="16254"/>
                  <a:pt x="11019" y="16506"/>
                  <a:pt x="11364" y="16704"/>
                </a:cubicBezTo>
                <a:cubicBezTo>
                  <a:pt x="12560" y="17352"/>
                  <a:pt x="13618" y="17658"/>
                  <a:pt x="14561" y="17658"/>
                </a:cubicBezTo>
                <a:cubicBezTo>
                  <a:pt x="15872" y="17658"/>
                  <a:pt x="16953" y="17280"/>
                  <a:pt x="17805" y="16506"/>
                </a:cubicBezTo>
                <a:cubicBezTo>
                  <a:pt x="19024" y="15390"/>
                  <a:pt x="19645" y="13590"/>
                  <a:pt x="19645" y="11124"/>
                </a:cubicBezTo>
                <a:cubicBezTo>
                  <a:pt x="19645" y="7668"/>
                  <a:pt x="19185" y="4626"/>
                  <a:pt x="18288" y="1998"/>
                </a:cubicBezTo>
                <a:cubicBezTo>
                  <a:pt x="17137" y="2358"/>
                  <a:pt x="15366" y="2754"/>
                  <a:pt x="12951" y="3222"/>
                </a:cubicBezTo>
                <a:cubicBezTo>
                  <a:pt x="10535" y="3690"/>
                  <a:pt x="8833" y="4050"/>
                  <a:pt x="7867" y="4302"/>
                </a:cubicBezTo>
                <a:cubicBezTo>
                  <a:pt x="5935" y="4842"/>
                  <a:pt x="4509" y="5526"/>
                  <a:pt x="3566" y="6318"/>
                </a:cubicBezTo>
                <a:cubicBezTo>
                  <a:pt x="2507" y="7254"/>
                  <a:pt x="1978" y="8460"/>
                  <a:pt x="1978" y="9972"/>
                </a:cubicBezTo>
                <a:cubicBezTo>
                  <a:pt x="1978" y="11196"/>
                  <a:pt x="2714" y="12204"/>
                  <a:pt x="4187" y="13050"/>
                </a:cubicBezTo>
                <a:cubicBezTo>
                  <a:pt x="4647" y="13302"/>
                  <a:pt x="5176" y="13536"/>
                  <a:pt x="5774" y="13716"/>
                </a:cubicBezTo>
                <a:cubicBezTo>
                  <a:pt x="7614" y="11376"/>
                  <a:pt x="10351" y="8676"/>
                  <a:pt x="13986" y="5598"/>
                </a:cubicBezTo>
                <a:lnTo>
                  <a:pt x="15458" y="6660"/>
                </a:lnTo>
                <a:cubicBezTo>
                  <a:pt x="9891" y="11304"/>
                  <a:pt x="6510" y="15048"/>
                  <a:pt x="5268" y="17892"/>
                </a:cubicBezTo>
                <a:cubicBezTo>
                  <a:pt x="4900" y="18720"/>
                  <a:pt x="4739" y="19494"/>
                  <a:pt x="4785" y="20196"/>
                </a:cubicBezTo>
                <a:cubicBezTo>
                  <a:pt x="4785" y="20322"/>
                  <a:pt x="4808" y="20538"/>
                  <a:pt x="4877" y="20826"/>
                </a:cubicBezTo>
                <a:cubicBezTo>
                  <a:pt x="4946" y="21114"/>
                  <a:pt x="4946" y="21366"/>
                  <a:pt x="4900" y="21600"/>
                </a:cubicBezTo>
                <a:lnTo>
                  <a:pt x="2944" y="21402"/>
                </a:lnTo>
                <a:lnTo>
                  <a:pt x="2829" y="20250"/>
                </a:lnTo>
                <a:cubicBezTo>
                  <a:pt x="2737" y="19350"/>
                  <a:pt x="2921" y="18396"/>
                  <a:pt x="3381" y="17370"/>
                </a:cubicBezTo>
                <a:cubicBezTo>
                  <a:pt x="3704" y="16668"/>
                  <a:pt x="4164" y="15894"/>
                  <a:pt x="4739" y="15066"/>
                </a:cubicBezTo>
                <a:cubicBezTo>
                  <a:pt x="4118" y="14850"/>
                  <a:pt x="3542" y="14580"/>
                  <a:pt x="3013" y="14292"/>
                </a:cubicBezTo>
                <a:cubicBezTo>
                  <a:pt x="1012" y="13176"/>
                  <a:pt x="0" y="11736"/>
                  <a:pt x="0" y="9972"/>
                </a:cubicBezTo>
                <a:cubicBezTo>
                  <a:pt x="0" y="8046"/>
                  <a:pt x="713" y="6480"/>
                  <a:pt x="2139" y="5274"/>
                </a:cubicBezTo>
                <a:cubicBezTo>
                  <a:pt x="3289" y="4320"/>
                  <a:pt x="4969" y="3510"/>
                  <a:pt x="7177" y="2880"/>
                </a:cubicBezTo>
                <a:cubicBezTo>
                  <a:pt x="8327" y="2592"/>
                  <a:pt x="10236" y="2196"/>
                  <a:pt x="12951" y="1710"/>
                </a:cubicBezTo>
                <a:cubicBezTo>
                  <a:pt x="15642" y="1206"/>
                  <a:pt x="17551" y="774"/>
                  <a:pt x="18656" y="396"/>
                </a:cubicBezTo>
                <a:lnTo>
                  <a:pt x="1964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1584" name="Content Placeholder 12"/>
          <p:cNvSpPr txBox="1"/>
          <p:nvPr/>
        </p:nvSpPr>
        <p:spPr>
          <a:xfrm>
            <a:off x="1508745" y="5439295"/>
            <a:ext cx="177652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 내용을 핵심만 정리해서 설명해주세요.  </a:t>
            </a:r>
          </a:p>
        </p:txBody>
      </p:sp>
      <p:sp>
        <p:nvSpPr>
          <p:cNvPr id="1585" name="Text Placeholder 13"/>
          <p:cNvSpPr txBox="1"/>
          <p:nvPr/>
        </p:nvSpPr>
        <p:spPr>
          <a:xfrm>
            <a:off x="1508745" y="5084259"/>
            <a:ext cx="177652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b="1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키워드</a:t>
            </a:r>
          </a:p>
        </p:txBody>
      </p:sp>
      <p:sp>
        <p:nvSpPr>
          <p:cNvPr id="1586" name="Content Placeholder 12"/>
          <p:cNvSpPr txBox="1"/>
          <p:nvPr/>
        </p:nvSpPr>
        <p:spPr>
          <a:xfrm>
            <a:off x="3368101" y="5439295"/>
            <a:ext cx="1776522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 내용을 핵심만 정리해서 설명해주세요.  </a:t>
            </a:r>
          </a:p>
        </p:txBody>
      </p:sp>
      <p:sp>
        <p:nvSpPr>
          <p:cNvPr id="1587" name="Text Placeholder 13"/>
          <p:cNvSpPr txBox="1"/>
          <p:nvPr/>
        </p:nvSpPr>
        <p:spPr>
          <a:xfrm>
            <a:off x="3368101" y="5084259"/>
            <a:ext cx="177652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b="1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키워드</a:t>
            </a:r>
          </a:p>
        </p:txBody>
      </p:sp>
      <p:sp>
        <p:nvSpPr>
          <p:cNvPr id="1588" name="Content Placeholder 12"/>
          <p:cNvSpPr txBox="1"/>
          <p:nvPr/>
        </p:nvSpPr>
        <p:spPr>
          <a:xfrm>
            <a:off x="5349798" y="5439295"/>
            <a:ext cx="177652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 내용을 핵심만 정리해서 설명해주세요.  </a:t>
            </a:r>
          </a:p>
        </p:txBody>
      </p:sp>
      <p:sp>
        <p:nvSpPr>
          <p:cNvPr id="1589" name="Text Placeholder 13"/>
          <p:cNvSpPr txBox="1"/>
          <p:nvPr/>
        </p:nvSpPr>
        <p:spPr>
          <a:xfrm>
            <a:off x="5349798" y="5084259"/>
            <a:ext cx="177652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b="1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키워드</a:t>
            </a:r>
          </a:p>
        </p:txBody>
      </p:sp>
      <p:sp>
        <p:nvSpPr>
          <p:cNvPr id="1590" name="Content Placeholder 12"/>
          <p:cNvSpPr txBox="1"/>
          <p:nvPr/>
        </p:nvSpPr>
        <p:spPr>
          <a:xfrm>
            <a:off x="7154851" y="5439295"/>
            <a:ext cx="177652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 내용을 핵심만 정리해서 설명해주세요.  </a:t>
            </a:r>
          </a:p>
        </p:txBody>
      </p:sp>
      <p:sp>
        <p:nvSpPr>
          <p:cNvPr id="1591" name="Text Placeholder 13"/>
          <p:cNvSpPr txBox="1"/>
          <p:nvPr/>
        </p:nvSpPr>
        <p:spPr>
          <a:xfrm>
            <a:off x="7154851" y="5084259"/>
            <a:ext cx="177652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b="1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키워드</a:t>
            </a:r>
          </a:p>
        </p:txBody>
      </p:sp>
      <p:sp>
        <p:nvSpPr>
          <p:cNvPr id="1592" name="Content Placeholder 12"/>
          <p:cNvSpPr txBox="1"/>
          <p:nvPr/>
        </p:nvSpPr>
        <p:spPr>
          <a:xfrm>
            <a:off x="8959905" y="5439295"/>
            <a:ext cx="177652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포인트 내용을 핵심만 정리해서 설명해주세요.  </a:t>
            </a:r>
          </a:p>
        </p:txBody>
      </p:sp>
      <p:sp>
        <p:nvSpPr>
          <p:cNvPr id="1593" name="Text Placeholder 13"/>
          <p:cNvSpPr txBox="1"/>
          <p:nvPr/>
        </p:nvSpPr>
        <p:spPr>
          <a:xfrm>
            <a:off x="8959905" y="5084259"/>
            <a:ext cx="177652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b="1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키워드</a:t>
            </a:r>
          </a:p>
        </p:txBody>
      </p:sp>
      <p:pic>
        <p:nvPicPr>
          <p:cNvPr id="1594" name="그림 28" descr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595" name="TextBox 2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598" name="그림 3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59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597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1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602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603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604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05" name="Picture 18" descr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239" y="2073487"/>
            <a:ext cx="2245970" cy="44411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6" name="그림 개체 틀 10" descr="그림 개체 틀 10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r="5"/>
          <a:stretch>
            <a:fillRect/>
          </a:stretch>
        </p:blipFill>
        <p:spPr>
          <a:xfrm>
            <a:off x="5128073" y="2215300"/>
            <a:ext cx="1931592" cy="4128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9" y="0"/>
                </a:moveTo>
                <a:cubicBezTo>
                  <a:pt x="943" y="0"/>
                  <a:pt x="0" y="435"/>
                  <a:pt x="0" y="970"/>
                </a:cubicBezTo>
                <a:lnTo>
                  <a:pt x="0" y="20628"/>
                </a:lnTo>
                <a:cubicBezTo>
                  <a:pt x="0" y="21163"/>
                  <a:pt x="943" y="21600"/>
                  <a:pt x="2099" y="21600"/>
                </a:cubicBezTo>
                <a:lnTo>
                  <a:pt x="19501" y="21600"/>
                </a:lnTo>
                <a:cubicBezTo>
                  <a:pt x="20657" y="21600"/>
                  <a:pt x="21600" y="21163"/>
                  <a:pt x="21600" y="20628"/>
                </a:cubicBezTo>
                <a:lnTo>
                  <a:pt x="21600" y="970"/>
                </a:lnTo>
                <a:cubicBezTo>
                  <a:pt x="21600" y="435"/>
                  <a:pt x="20657" y="0"/>
                  <a:pt x="19501" y="0"/>
                </a:cubicBezTo>
                <a:lnTo>
                  <a:pt x="17135" y="0"/>
                </a:lnTo>
                <a:cubicBezTo>
                  <a:pt x="16936" y="0"/>
                  <a:pt x="16762" y="68"/>
                  <a:pt x="16731" y="160"/>
                </a:cubicBezTo>
                <a:lnTo>
                  <a:pt x="16660" y="357"/>
                </a:lnTo>
                <a:cubicBezTo>
                  <a:pt x="16569" y="601"/>
                  <a:pt x="16118" y="779"/>
                  <a:pt x="15582" y="779"/>
                </a:cubicBezTo>
                <a:lnTo>
                  <a:pt x="6027" y="779"/>
                </a:lnTo>
                <a:cubicBezTo>
                  <a:pt x="5491" y="779"/>
                  <a:pt x="5040" y="601"/>
                  <a:pt x="4948" y="357"/>
                </a:cubicBezTo>
                <a:lnTo>
                  <a:pt x="4877" y="160"/>
                </a:lnTo>
                <a:cubicBezTo>
                  <a:pt x="4847" y="68"/>
                  <a:pt x="4673" y="0"/>
                  <a:pt x="4474" y="0"/>
                </a:cubicBezTo>
                <a:lnTo>
                  <a:pt x="2099" y="0"/>
                </a:lnTo>
                <a:close/>
              </a:path>
            </a:pathLst>
          </a:custGeom>
        </p:spPr>
      </p:pic>
      <p:sp>
        <p:nvSpPr>
          <p:cNvPr id="1607" name="Text Placeholder 9"/>
          <p:cNvSpPr txBox="1"/>
          <p:nvPr/>
        </p:nvSpPr>
        <p:spPr>
          <a:xfrm>
            <a:off x="8662059" y="2652798"/>
            <a:ext cx="2296161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t>핵심 키워드 03</a:t>
            </a:r>
          </a:p>
        </p:txBody>
      </p:sp>
      <p:sp>
        <p:nvSpPr>
          <p:cNvPr id="1608" name="Text Placeholder 10"/>
          <p:cNvSpPr txBox="1"/>
          <p:nvPr/>
        </p:nvSpPr>
        <p:spPr>
          <a:xfrm>
            <a:off x="8662059" y="3011070"/>
            <a:ext cx="2296161" cy="62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100"/>
              </a:lnSpc>
              <a:spcBef>
                <a:spcPts val="1000"/>
              </a:spcBef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키워드에 맞는 세부내용을 핵심만 간결하게 작성해주세요.  </a:t>
            </a:r>
          </a:p>
        </p:txBody>
      </p:sp>
      <p:sp>
        <p:nvSpPr>
          <p:cNvPr id="1609" name="Text Placeholder 13"/>
          <p:cNvSpPr txBox="1"/>
          <p:nvPr/>
        </p:nvSpPr>
        <p:spPr>
          <a:xfrm>
            <a:off x="8662059" y="4705435"/>
            <a:ext cx="2296161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t>핵심 키워드 04</a:t>
            </a:r>
          </a:p>
        </p:txBody>
      </p:sp>
      <p:sp>
        <p:nvSpPr>
          <p:cNvPr id="1610" name="Text Placeholder 14"/>
          <p:cNvSpPr txBox="1"/>
          <p:nvPr/>
        </p:nvSpPr>
        <p:spPr>
          <a:xfrm>
            <a:off x="8662059" y="5063706"/>
            <a:ext cx="2296161" cy="62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100"/>
              </a:lnSpc>
              <a:spcBef>
                <a:spcPts val="1000"/>
              </a:spcBef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키워드에 맞는 세부내용을 핵심만 간결하게 작성해주세요.  </a:t>
            </a:r>
          </a:p>
        </p:txBody>
      </p:sp>
      <p:sp>
        <p:nvSpPr>
          <p:cNvPr id="1611" name="Oval 19"/>
          <p:cNvSpPr/>
          <p:nvPr/>
        </p:nvSpPr>
        <p:spPr>
          <a:xfrm>
            <a:off x="7859534" y="2649120"/>
            <a:ext cx="678795" cy="678793"/>
          </a:xfrm>
          <a:prstGeom prst="ellipse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612" name="Oval 20"/>
          <p:cNvSpPr/>
          <p:nvPr/>
        </p:nvSpPr>
        <p:spPr>
          <a:xfrm>
            <a:off x="7859534" y="4701756"/>
            <a:ext cx="678795" cy="678793"/>
          </a:xfrm>
          <a:prstGeom prst="ellipse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613" name="Freeform 82"/>
          <p:cNvSpPr/>
          <p:nvPr/>
        </p:nvSpPr>
        <p:spPr>
          <a:xfrm>
            <a:off x="8050655" y="4931205"/>
            <a:ext cx="295955" cy="264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92" y="0"/>
                </a:moveTo>
                <a:cubicBezTo>
                  <a:pt x="2308" y="0"/>
                  <a:pt x="2308" y="0"/>
                  <a:pt x="2308" y="0"/>
                </a:cubicBezTo>
                <a:cubicBezTo>
                  <a:pt x="740" y="0"/>
                  <a:pt x="0" y="1268"/>
                  <a:pt x="0" y="2584"/>
                </a:cubicBezTo>
                <a:cubicBezTo>
                  <a:pt x="0" y="16822"/>
                  <a:pt x="0" y="16822"/>
                  <a:pt x="0" y="16822"/>
                </a:cubicBezTo>
                <a:cubicBezTo>
                  <a:pt x="0" y="18187"/>
                  <a:pt x="740" y="19455"/>
                  <a:pt x="2308" y="19455"/>
                </a:cubicBezTo>
                <a:cubicBezTo>
                  <a:pt x="6576" y="19455"/>
                  <a:pt x="6576" y="19455"/>
                  <a:pt x="6576" y="19455"/>
                </a:cubicBezTo>
                <a:cubicBezTo>
                  <a:pt x="6576" y="16822"/>
                  <a:pt x="6576" y="16822"/>
                  <a:pt x="6576" y="16822"/>
                </a:cubicBezTo>
                <a:cubicBezTo>
                  <a:pt x="1916" y="16822"/>
                  <a:pt x="1916" y="16822"/>
                  <a:pt x="1916" y="16822"/>
                </a:cubicBezTo>
                <a:cubicBezTo>
                  <a:pt x="1916" y="6046"/>
                  <a:pt x="1916" y="6046"/>
                  <a:pt x="1916" y="6046"/>
                </a:cubicBezTo>
                <a:cubicBezTo>
                  <a:pt x="19292" y="6046"/>
                  <a:pt x="19292" y="6046"/>
                  <a:pt x="19292" y="6046"/>
                </a:cubicBezTo>
                <a:cubicBezTo>
                  <a:pt x="19292" y="16822"/>
                  <a:pt x="19292" y="16822"/>
                  <a:pt x="19292" y="16822"/>
                </a:cubicBezTo>
                <a:cubicBezTo>
                  <a:pt x="15024" y="16822"/>
                  <a:pt x="15024" y="16822"/>
                  <a:pt x="15024" y="16822"/>
                </a:cubicBezTo>
                <a:cubicBezTo>
                  <a:pt x="15024" y="19455"/>
                  <a:pt x="15024" y="19455"/>
                  <a:pt x="15024" y="19455"/>
                </a:cubicBezTo>
                <a:cubicBezTo>
                  <a:pt x="19292" y="19455"/>
                  <a:pt x="19292" y="19455"/>
                  <a:pt x="19292" y="19455"/>
                </a:cubicBezTo>
                <a:cubicBezTo>
                  <a:pt x="20468" y="19455"/>
                  <a:pt x="21600" y="18187"/>
                  <a:pt x="21600" y="16822"/>
                </a:cubicBezTo>
                <a:cubicBezTo>
                  <a:pt x="21600" y="2584"/>
                  <a:pt x="21600" y="2584"/>
                  <a:pt x="21600" y="2584"/>
                </a:cubicBezTo>
                <a:cubicBezTo>
                  <a:pt x="21600" y="1268"/>
                  <a:pt x="20468" y="0"/>
                  <a:pt x="19292" y="0"/>
                </a:cubicBezTo>
                <a:close/>
                <a:moveTo>
                  <a:pt x="2700" y="3901"/>
                </a:moveTo>
                <a:cubicBezTo>
                  <a:pt x="2308" y="3901"/>
                  <a:pt x="1916" y="3462"/>
                  <a:pt x="1916" y="3023"/>
                </a:cubicBezTo>
                <a:cubicBezTo>
                  <a:pt x="1916" y="2584"/>
                  <a:pt x="2308" y="2194"/>
                  <a:pt x="2700" y="2194"/>
                </a:cubicBezTo>
                <a:cubicBezTo>
                  <a:pt x="3092" y="2194"/>
                  <a:pt x="3440" y="2584"/>
                  <a:pt x="3440" y="3023"/>
                </a:cubicBezTo>
                <a:cubicBezTo>
                  <a:pt x="3440" y="3462"/>
                  <a:pt x="3092" y="3901"/>
                  <a:pt x="2700" y="3901"/>
                </a:cubicBezTo>
                <a:close/>
                <a:moveTo>
                  <a:pt x="5052" y="3901"/>
                </a:moveTo>
                <a:cubicBezTo>
                  <a:pt x="4660" y="3901"/>
                  <a:pt x="4224" y="3462"/>
                  <a:pt x="4224" y="3023"/>
                </a:cubicBezTo>
                <a:cubicBezTo>
                  <a:pt x="4224" y="2584"/>
                  <a:pt x="4660" y="2194"/>
                  <a:pt x="5052" y="2194"/>
                </a:cubicBezTo>
                <a:cubicBezTo>
                  <a:pt x="5400" y="2194"/>
                  <a:pt x="5748" y="2584"/>
                  <a:pt x="5748" y="3023"/>
                </a:cubicBezTo>
                <a:cubicBezTo>
                  <a:pt x="5748" y="3462"/>
                  <a:pt x="5400" y="3901"/>
                  <a:pt x="5052" y="3901"/>
                </a:cubicBezTo>
                <a:close/>
                <a:moveTo>
                  <a:pt x="19292" y="3901"/>
                </a:moveTo>
                <a:cubicBezTo>
                  <a:pt x="6576" y="3901"/>
                  <a:pt x="6576" y="3901"/>
                  <a:pt x="6576" y="3901"/>
                </a:cubicBezTo>
                <a:cubicBezTo>
                  <a:pt x="6576" y="2584"/>
                  <a:pt x="6576" y="2584"/>
                  <a:pt x="6576" y="2584"/>
                </a:cubicBezTo>
                <a:cubicBezTo>
                  <a:pt x="19292" y="2584"/>
                  <a:pt x="19292" y="2584"/>
                  <a:pt x="19292" y="2584"/>
                </a:cubicBezTo>
                <a:lnTo>
                  <a:pt x="19292" y="3901"/>
                </a:lnTo>
                <a:close/>
                <a:moveTo>
                  <a:pt x="10800" y="8630"/>
                </a:moveTo>
                <a:cubicBezTo>
                  <a:pt x="5400" y="14676"/>
                  <a:pt x="5400" y="14676"/>
                  <a:pt x="5400" y="14676"/>
                </a:cubicBezTo>
                <a:cubicBezTo>
                  <a:pt x="8884" y="14676"/>
                  <a:pt x="8884" y="14676"/>
                  <a:pt x="8884" y="14676"/>
                </a:cubicBezTo>
                <a:cubicBezTo>
                  <a:pt x="8884" y="21600"/>
                  <a:pt x="8884" y="21600"/>
                  <a:pt x="8884" y="21600"/>
                </a:cubicBezTo>
                <a:cubicBezTo>
                  <a:pt x="12716" y="21600"/>
                  <a:pt x="12716" y="21600"/>
                  <a:pt x="12716" y="21600"/>
                </a:cubicBezTo>
                <a:cubicBezTo>
                  <a:pt x="12716" y="14676"/>
                  <a:pt x="12716" y="14676"/>
                  <a:pt x="12716" y="14676"/>
                </a:cubicBezTo>
                <a:cubicBezTo>
                  <a:pt x="15808" y="14676"/>
                  <a:pt x="15808" y="14676"/>
                  <a:pt x="15808" y="14676"/>
                </a:cubicBezTo>
                <a:lnTo>
                  <a:pt x="10800" y="863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1614" name="Freeform 97"/>
          <p:cNvSpPr/>
          <p:nvPr/>
        </p:nvSpPr>
        <p:spPr>
          <a:xfrm>
            <a:off x="8050655" y="2834503"/>
            <a:ext cx="295954" cy="2538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16" y="11740"/>
                </a:moveTo>
                <a:cubicBezTo>
                  <a:pt x="11932" y="11740"/>
                  <a:pt x="11932" y="11740"/>
                  <a:pt x="11932" y="11740"/>
                </a:cubicBezTo>
                <a:cubicBezTo>
                  <a:pt x="11932" y="13976"/>
                  <a:pt x="11932" y="13976"/>
                  <a:pt x="11932" y="13976"/>
                </a:cubicBezTo>
                <a:cubicBezTo>
                  <a:pt x="21600" y="13976"/>
                  <a:pt x="21600" y="13976"/>
                  <a:pt x="21600" y="13976"/>
                </a:cubicBezTo>
                <a:cubicBezTo>
                  <a:pt x="21600" y="13976"/>
                  <a:pt x="21600" y="8538"/>
                  <a:pt x="21208" y="6760"/>
                </a:cubicBezTo>
                <a:cubicBezTo>
                  <a:pt x="21208" y="4930"/>
                  <a:pt x="20816" y="4066"/>
                  <a:pt x="19292" y="4066"/>
                </a:cubicBezTo>
                <a:cubicBezTo>
                  <a:pt x="15808" y="4066"/>
                  <a:pt x="15808" y="4066"/>
                  <a:pt x="15808" y="4066"/>
                </a:cubicBezTo>
                <a:cubicBezTo>
                  <a:pt x="15024" y="2694"/>
                  <a:pt x="14676" y="1372"/>
                  <a:pt x="14676" y="1372"/>
                </a:cubicBezTo>
                <a:cubicBezTo>
                  <a:pt x="14284" y="457"/>
                  <a:pt x="13892" y="0"/>
                  <a:pt x="13065" y="0"/>
                </a:cubicBezTo>
                <a:cubicBezTo>
                  <a:pt x="8448" y="0"/>
                  <a:pt x="8448" y="0"/>
                  <a:pt x="8448" y="0"/>
                </a:cubicBezTo>
                <a:cubicBezTo>
                  <a:pt x="7708" y="0"/>
                  <a:pt x="7316" y="457"/>
                  <a:pt x="7316" y="1372"/>
                </a:cubicBezTo>
                <a:cubicBezTo>
                  <a:pt x="6924" y="1372"/>
                  <a:pt x="6532" y="2694"/>
                  <a:pt x="5792" y="4066"/>
                </a:cubicBezTo>
                <a:cubicBezTo>
                  <a:pt x="2308" y="4066"/>
                  <a:pt x="2308" y="4066"/>
                  <a:pt x="2308" y="4066"/>
                </a:cubicBezTo>
                <a:cubicBezTo>
                  <a:pt x="740" y="4066"/>
                  <a:pt x="392" y="4930"/>
                  <a:pt x="392" y="6760"/>
                </a:cubicBezTo>
                <a:cubicBezTo>
                  <a:pt x="0" y="8538"/>
                  <a:pt x="0" y="13976"/>
                  <a:pt x="0" y="13976"/>
                </a:cubicBezTo>
                <a:cubicBezTo>
                  <a:pt x="10016" y="13976"/>
                  <a:pt x="10016" y="13976"/>
                  <a:pt x="10016" y="13976"/>
                </a:cubicBezTo>
                <a:lnTo>
                  <a:pt x="10016" y="11740"/>
                </a:lnTo>
                <a:close/>
                <a:moveTo>
                  <a:pt x="8100" y="2694"/>
                </a:moveTo>
                <a:cubicBezTo>
                  <a:pt x="8448" y="2236"/>
                  <a:pt x="8448" y="1830"/>
                  <a:pt x="9232" y="1830"/>
                </a:cubicBezTo>
                <a:cubicBezTo>
                  <a:pt x="12368" y="1830"/>
                  <a:pt x="12368" y="1830"/>
                  <a:pt x="12368" y="1830"/>
                </a:cubicBezTo>
                <a:cubicBezTo>
                  <a:pt x="13065" y="1830"/>
                  <a:pt x="13065" y="2236"/>
                  <a:pt x="13456" y="2694"/>
                </a:cubicBezTo>
                <a:cubicBezTo>
                  <a:pt x="13456" y="2694"/>
                  <a:pt x="13892" y="3608"/>
                  <a:pt x="13892" y="4066"/>
                </a:cubicBezTo>
                <a:cubicBezTo>
                  <a:pt x="7708" y="4066"/>
                  <a:pt x="7708" y="4066"/>
                  <a:pt x="7708" y="4066"/>
                </a:cubicBezTo>
                <a:cubicBezTo>
                  <a:pt x="8100" y="3608"/>
                  <a:pt x="8100" y="2694"/>
                  <a:pt x="8100" y="2694"/>
                </a:cubicBezTo>
                <a:close/>
                <a:moveTo>
                  <a:pt x="11932" y="18042"/>
                </a:moveTo>
                <a:cubicBezTo>
                  <a:pt x="10016" y="18042"/>
                  <a:pt x="10016" y="18042"/>
                  <a:pt x="10016" y="18042"/>
                </a:cubicBezTo>
                <a:cubicBezTo>
                  <a:pt x="10016" y="15349"/>
                  <a:pt x="10016" y="15349"/>
                  <a:pt x="10016" y="15349"/>
                </a:cubicBezTo>
                <a:cubicBezTo>
                  <a:pt x="392" y="15349"/>
                  <a:pt x="392" y="15349"/>
                  <a:pt x="392" y="15349"/>
                </a:cubicBezTo>
                <a:cubicBezTo>
                  <a:pt x="392" y="15349"/>
                  <a:pt x="740" y="17585"/>
                  <a:pt x="740" y="19364"/>
                </a:cubicBezTo>
                <a:cubicBezTo>
                  <a:pt x="740" y="20279"/>
                  <a:pt x="1132" y="21600"/>
                  <a:pt x="2700" y="21600"/>
                </a:cubicBezTo>
                <a:cubicBezTo>
                  <a:pt x="18900" y="21600"/>
                  <a:pt x="18900" y="21600"/>
                  <a:pt x="18900" y="21600"/>
                </a:cubicBezTo>
                <a:cubicBezTo>
                  <a:pt x="20424" y="21600"/>
                  <a:pt x="20816" y="20279"/>
                  <a:pt x="20816" y="19364"/>
                </a:cubicBezTo>
                <a:cubicBezTo>
                  <a:pt x="20816" y="17585"/>
                  <a:pt x="21208" y="15349"/>
                  <a:pt x="21208" y="15349"/>
                </a:cubicBezTo>
                <a:cubicBezTo>
                  <a:pt x="11932" y="15349"/>
                  <a:pt x="11932" y="15349"/>
                  <a:pt x="11932" y="15349"/>
                </a:cubicBezTo>
                <a:lnTo>
                  <a:pt x="11932" y="1804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1615" name="Text Placeholder 7"/>
          <p:cNvSpPr txBox="1"/>
          <p:nvPr/>
        </p:nvSpPr>
        <p:spPr>
          <a:xfrm>
            <a:off x="1130082" y="2652798"/>
            <a:ext cx="2296161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t>핵심 키워드 01</a:t>
            </a:r>
          </a:p>
        </p:txBody>
      </p:sp>
      <p:sp>
        <p:nvSpPr>
          <p:cNvPr id="1616" name="Text Placeholder 8"/>
          <p:cNvSpPr txBox="1"/>
          <p:nvPr/>
        </p:nvSpPr>
        <p:spPr>
          <a:xfrm>
            <a:off x="1130082" y="3011070"/>
            <a:ext cx="2296161" cy="62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lnSpc>
                <a:spcPts val="2100"/>
              </a:lnSpc>
              <a:spcBef>
                <a:spcPts val="1000"/>
              </a:spcBef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키워드에 맞는 세부내용을 핵심만 간결하게 작성해주세요.  </a:t>
            </a:r>
          </a:p>
        </p:txBody>
      </p:sp>
      <p:sp>
        <p:nvSpPr>
          <p:cNvPr id="1617" name="Text Placeholder 11"/>
          <p:cNvSpPr txBox="1"/>
          <p:nvPr/>
        </p:nvSpPr>
        <p:spPr>
          <a:xfrm>
            <a:off x="1130082" y="4705435"/>
            <a:ext cx="2296161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t>핵심 키워드 02</a:t>
            </a:r>
          </a:p>
        </p:txBody>
      </p:sp>
      <p:sp>
        <p:nvSpPr>
          <p:cNvPr id="1618" name="Text Placeholder 12"/>
          <p:cNvSpPr txBox="1"/>
          <p:nvPr/>
        </p:nvSpPr>
        <p:spPr>
          <a:xfrm>
            <a:off x="1130082" y="5063706"/>
            <a:ext cx="2296161" cy="62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lnSpc>
                <a:spcPts val="2100"/>
              </a:lnSpc>
              <a:spcBef>
                <a:spcPts val="1000"/>
              </a:spcBef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키워드에 맞는 세부내용을 핵심만 간결하게 작성해주세요.  </a:t>
            </a:r>
          </a:p>
        </p:txBody>
      </p:sp>
      <p:sp>
        <p:nvSpPr>
          <p:cNvPr id="1619" name="Oval 17"/>
          <p:cNvSpPr/>
          <p:nvPr/>
        </p:nvSpPr>
        <p:spPr>
          <a:xfrm>
            <a:off x="3549975" y="2649120"/>
            <a:ext cx="678795" cy="678793"/>
          </a:xfrm>
          <a:prstGeom prst="ellipse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620" name="Oval 18"/>
          <p:cNvSpPr/>
          <p:nvPr/>
        </p:nvSpPr>
        <p:spPr>
          <a:xfrm>
            <a:off x="3549975" y="4701756"/>
            <a:ext cx="678795" cy="678793"/>
          </a:xfrm>
          <a:prstGeom prst="ellipse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621" name="Freeform 24"/>
          <p:cNvSpPr/>
          <p:nvPr/>
        </p:nvSpPr>
        <p:spPr>
          <a:xfrm>
            <a:off x="3741094" y="4897018"/>
            <a:ext cx="295956" cy="234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141"/>
                </a:moveTo>
                <a:cubicBezTo>
                  <a:pt x="8840" y="8141"/>
                  <a:pt x="7708" y="9552"/>
                  <a:pt x="7708" y="11994"/>
                </a:cubicBezTo>
                <a:cubicBezTo>
                  <a:pt x="7708" y="14436"/>
                  <a:pt x="8840" y="15847"/>
                  <a:pt x="10800" y="15847"/>
                </a:cubicBezTo>
                <a:cubicBezTo>
                  <a:pt x="12716" y="15847"/>
                  <a:pt x="13892" y="14436"/>
                  <a:pt x="13892" y="11994"/>
                </a:cubicBezTo>
                <a:cubicBezTo>
                  <a:pt x="13892" y="9552"/>
                  <a:pt x="12716" y="8141"/>
                  <a:pt x="10800" y="8141"/>
                </a:cubicBezTo>
                <a:close/>
                <a:moveTo>
                  <a:pt x="19248" y="3799"/>
                </a:moveTo>
                <a:cubicBezTo>
                  <a:pt x="16940" y="3799"/>
                  <a:pt x="16940" y="3799"/>
                  <a:pt x="16940" y="3799"/>
                </a:cubicBezTo>
                <a:cubicBezTo>
                  <a:pt x="16548" y="3799"/>
                  <a:pt x="16200" y="3799"/>
                  <a:pt x="15808" y="3311"/>
                </a:cubicBezTo>
                <a:cubicBezTo>
                  <a:pt x="15416" y="434"/>
                  <a:pt x="15416" y="434"/>
                  <a:pt x="15416" y="434"/>
                </a:cubicBezTo>
                <a:cubicBezTo>
                  <a:pt x="15024" y="434"/>
                  <a:pt x="14632" y="0"/>
                  <a:pt x="14240" y="0"/>
                </a:cubicBezTo>
                <a:cubicBezTo>
                  <a:pt x="6924" y="0"/>
                  <a:pt x="6924" y="0"/>
                  <a:pt x="6924" y="0"/>
                </a:cubicBezTo>
                <a:cubicBezTo>
                  <a:pt x="6924" y="0"/>
                  <a:pt x="6532" y="434"/>
                  <a:pt x="6184" y="434"/>
                </a:cubicBezTo>
                <a:cubicBezTo>
                  <a:pt x="5356" y="3311"/>
                  <a:pt x="5356" y="3311"/>
                  <a:pt x="5356" y="3311"/>
                </a:cubicBezTo>
                <a:cubicBezTo>
                  <a:pt x="5356" y="3799"/>
                  <a:pt x="5008" y="3799"/>
                  <a:pt x="4616" y="3799"/>
                </a:cubicBezTo>
                <a:cubicBezTo>
                  <a:pt x="2308" y="3799"/>
                  <a:pt x="2308" y="3799"/>
                  <a:pt x="2308" y="3799"/>
                </a:cubicBezTo>
                <a:cubicBezTo>
                  <a:pt x="740" y="3799"/>
                  <a:pt x="0" y="5264"/>
                  <a:pt x="0" y="6675"/>
                </a:cubicBezTo>
                <a:cubicBezTo>
                  <a:pt x="0" y="18724"/>
                  <a:pt x="0" y="18724"/>
                  <a:pt x="0" y="18724"/>
                </a:cubicBezTo>
                <a:cubicBezTo>
                  <a:pt x="0" y="20189"/>
                  <a:pt x="740" y="21600"/>
                  <a:pt x="2308" y="21600"/>
                </a:cubicBezTo>
                <a:cubicBezTo>
                  <a:pt x="19248" y="21600"/>
                  <a:pt x="19248" y="21600"/>
                  <a:pt x="19248" y="21600"/>
                </a:cubicBezTo>
                <a:cubicBezTo>
                  <a:pt x="20468" y="21600"/>
                  <a:pt x="21600" y="20189"/>
                  <a:pt x="21600" y="18724"/>
                </a:cubicBezTo>
                <a:cubicBezTo>
                  <a:pt x="21600" y="6675"/>
                  <a:pt x="21600" y="6675"/>
                  <a:pt x="21600" y="6675"/>
                </a:cubicBezTo>
                <a:cubicBezTo>
                  <a:pt x="21600" y="5264"/>
                  <a:pt x="20468" y="3799"/>
                  <a:pt x="19248" y="3799"/>
                </a:cubicBezTo>
                <a:close/>
                <a:moveTo>
                  <a:pt x="10800" y="18724"/>
                </a:moveTo>
                <a:cubicBezTo>
                  <a:pt x="7708" y="18724"/>
                  <a:pt x="5356" y="15847"/>
                  <a:pt x="5356" y="11994"/>
                </a:cubicBezTo>
                <a:cubicBezTo>
                  <a:pt x="5356" y="8141"/>
                  <a:pt x="7708" y="5264"/>
                  <a:pt x="10800" y="5264"/>
                </a:cubicBezTo>
                <a:cubicBezTo>
                  <a:pt x="13892" y="5264"/>
                  <a:pt x="16200" y="8141"/>
                  <a:pt x="16200" y="11994"/>
                </a:cubicBezTo>
                <a:cubicBezTo>
                  <a:pt x="16200" y="15847"/>
                  <a:pt x="13892" y="18724"/>
                  <a:pt x="10800" y="18724"/>
                </a:cubicBezTo>
                <a:close/>
                <a:moveTo>
                  <a:pt x="18508" y="8629"/>
                </a:moveTo>
                <a:cubicBezTo>
                  <a:pt x="18116" y="8629"/>
                  <a:pt x="17724" y="8141"/>
                  <a:pt x="17724" y="7652"/>
                </a:cubicBezTo>
                <a:cubicBezTo>
                  <a:pt x="17724" y="7164"/>
                  <a:pt x="18116" y="6675"/>
                  <a:pt x="18508" y="6675"/>
                </a:cubicBezTo>
                <a:cubicBezTo>
                  <a:pt x="18856" y="6675"/>
                  <a:pt x="19248" y="7164"/>
                  <a:pt x="19248" y="7652"/>
                </a:cubicBezTo>
                <a:cubicBezTo>
                  <a:pt x="19248" y="8141"/>
                  <a:pt x="18856" y="8629"/>
                  <a:pt x="18508" y="862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1622" name="Freeform 75"/>
          <p:cNvSpPr/>
          <p:nvPr/>
        </p:nvSpPr>
        <p:spPr>
          <a:xfrm>
            <a:off x="3741096" y="2869684"/>
            <a:ext cx="295955" cy="237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92" y="0"/>
                </a:moveTo>
                <a:cubicBezTo>
                  <a:pt x="2308" y="0"/>
                  <a:pt x="2308" y="0"/>
                  <a:pt x="2308" y="0"/>
                </a:cubicBezTo>
                <a:cubicBezTo>
                  <a:pt x="740" y="0"/>
                  <a:pt x="0" y="974"/>
                  <a:pt x="0" y="2382"/>
                </a:cubicBezTo>
                <a:cubicBezTo>
                  <a:pt x="0" y="18731"/>
                  <a:pt x="0" y="18731"/>
                  <a:pt x="0" y="18731"/>
                </a:cubicBezTo>
                <a:cubicBezTo>
                  <a:pt x="0" y="20192"/>
                  <a:pt x="740" y="21600"/>
                  <a:pt x="2308" y="21600"/>
                </a:cubicBezTo>
                <a:cubicBezTo>
                  <a:pt x="19292" y="21600"/>
                  <a:pt x="19292" y="21600"/>
                  <a:pt x="19292" y="21600"/>
                </a:cubicBezTo>
                <a:cubicBezTo>
                  <a:pt x="20468" y="21600"/>
                  <a:pt x="21600" y="20192"/>
                  <a:pt x="21600" y="18731"/>
                </a:cubicBezTo>
                <a:cubicBezTo>
                  <a:pt x="21600" y="2382"/>
                  <a:pt x="21600" y="2382"/>
                  <a:pt x="21600" y="2382"/>
                </a:cubicBezTo>
                <a:cubicBezTo>
                  <a:pt x="21600" y="974"/>
                  <a:pt x="20468" y="0"/>
                  <a:pt x="19292" y="0"/>
                </a:cubicBezTo>
                <a:close/>
                <a:moveTo>
                  <a:pt x="19292" y="18731"/>
                </a:moveTo>
                <a:cubicBezTo>
                  <a:pt x="2308" y="18731"/>
                  <a:pt x="2308" y="18731"/>
                  <a:pt x="2308" y="18731"/>
                </a:cubicBezTo>
                <a:cubicBezTo>
                  <a:pt x="2308" y="2382"/>
                  <a:pt x="2308" y="2382"/>
                  <a:pt x="2308" y="2382"/>
                </a:cubicBezTo>
                <a:cubicBezTo>
                  <a:pt x="19292" y="2382"/>
                  <a:pt x="19292" y="2382"/>
                  <a:pt x="19292" y="2382"/>
                </a:cubicBezTo>
                <a:lnTo>
                  <a:pt x="19292" y="18731"/>
                </a:lnTo>
                <a:close/>
                <a:moveTo>
                  <a:pt x="9668" y="13480"/>
                </a:moveTo>
                <a:cubicBezTo>
                  <a:pt x="4224" y="13480"/>
                  <a:pt x="4224" y="13480"/>
                  <a:pt x="4224" y="13480"/>
                </a:cubicBezTo>
                <a:cubicBezTo>
                  <a:pt x="4224" y="15862"/>
                  <a:pt x="4224" y="15862"/>
                  <a:pt x="4224" y="15862"/>
                </a:cubicBezTo>
                <a:cubicBezTo>
                  <a:pt x="9668" y="15862"/>
                  <a:pt x="9668" y="15862"/>
                  <a:pt x="9668" y="15862"/>
                </a:cubicBezTo>
                <a:lnTo>
                  <a:pt x="9668" y="13480"/>
                </a:lnTo>
                <a:close/>
                <a:moveTo>
                  <a:pt x="9668" y="9636"/>
                </a:moveTo>
                <a:cubicBezTo>
                  <a:pt x="4224" y="9636"/>
                  <a:pt x="4224" y="9636"/>
                  <a:pt x="4224" y="9636"/>
                </a:cubicBezTo>
                <a:cubicBezTo>
                  <a:pt x="4224" y="12018"/>
                  <a:pt x="4224" y="12018"/>
                  <a:pt x="4224" y="12018"/>
                </a:cubicBezTo>
                <a:cubicBezTo>
                  <a:pt x="9668" y="12018"/>
                  <a:pt x="9668" y="12018"/>
                  <a:pt x="9668" y="12018"/>
                </a:cubicBezTo>
                <a:lnTo>
                  <a:pt x="9668" y="9636"/>
                </a:lnTo>
                <a:close/>
                <a:moveTo>
                  <a:pt x="9668" y="5305"/>
                </a:moveTo>
                <a:cubicBezTo>
                  <a:pt x="4224" y="5305"/>
                  <a:pt x="4224" y="5305"/>
                  <a:pt x="4224" y="5305"/>
                </a:cubicBezTo>
                <a:cubicBezTo>
                  <a:pt x="4224" y="7741"/>
                  <a:pt x="4224" y="7741"/>
                  <a:pt x="4224" y="7741"/>
                </a:cubicBezTo>
                <a:cubicBezTo>
                  <a:pt x="9668" y="7741"/>
                  <a:pt x="9668" y="7741"/>
                  <a:pt x="9668" y="7741"/>
                </a:cubicBezTo>
                <a:lnTo>
                  <a:pt x="9668" y="5305"/>
                </a:lnTo>
                <a:close/>
                <a:moveTo>
                  <a:pt x="16940" y="13913"/>
                </a:moveTo>
                <a:cubicBezTo>
                  <a:pt x="16940" y="13913"/>
                  <a:pt x="15416" y="13480"/>
                  <a:pt x="15416" y="12505"/>
                </a:cubicBezTo>
                <a:cubicBezTo>
                  <a:pt x="15416" y="11044"/>
                  <a:pt x="16592" y="10611"/>
                  <a:pt x="16592" y="8174"/>
                </a:cubicBezTo>
                <a:cubicBezTo>
                  <a:pt x="16592" y="6767"/>
                  <a:pt x="16200" y="5305"/>
                  <a:pt x="14632" y="5305"/>
                </a:cubicBezTo>
                <a:cubicBezTo>
                  <a:pt x="13108" y="5305"/>
                  <a:pt x="12716" y="6767"/>
                  <a:pt x="12716" y="8174"/>
                </a:cubicBezTo>
                <a:cubicBezTo>
                  <a:pt x="12716" y="10611"/>
                  <a:pt x="13892" y="11044"/>
                  <a:pt x="13892" y="12505"/>
                </a:cubicBezTo>
                <a:cubicBezTo>
                  <a:pt x="13892" y="13480"/>
                  <a:pt x="11976" y="13913"/>
                  <a:pt x="11976" y="13913"/>
                </a:cubicBezTo>
                <a:lnTo>
                  <a:pt x="11976" y="15862"/>
                </a:lnTo>
                <a:cubicBezTo>
                  <a:pt x="17332" y="15862"/>
                  <a:pt x="17332" y="15862"/>
                  <a:pt x="17332" y="15862"/>
                </a:cubicBezTo>
                <a:cubicBezTo>
                  <a:pt x="17332" y="15862"/>
                  <a:pt x="17332" y="13913"/>
                  <a:pt x="16940" y="1391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pic>
        <p:nvPicPr>
          <p:cNvPr id="1623" name="그림 4" descr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624" name="TextBox 2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627" name="그림 28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62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626" name="image3.png" descr="image3.png"/>
            <p:cNvPicPr>
              <a:picLocks noChangeAspect="1"/>
            </p:cNvPicPr>
            <p:nvPr/>
          </p:nvPicPr>
          <p:blipFill>
            <a:blip r:embed="rId5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3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63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63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3" name="TextBox 1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grpSp>
        <p:nvGrpSpPr>
          <p:cNvPr id="1636" name="직사각형 4"/>
          <p:cNvGrpSpPr/>
          <p:nvPr/>
        </p:nvGrpSpPr>
        <p:grpSpPr>
          <a:xfrm>
            <a:off x="920290" y="2716477"/>
            <a:ext cx="2471222" cy="3666505"/>
            <a:chOff x="0" y="-1"/>
            <a:chExt cx="2471221" cy="3666504"/>
          </a:xfrm>
        </p:grpSpPr>
        <p:sp>
          <p:nvSpPr>
            <p:cNvPr id="1634" name="Rectangle"/>
            <p:cNvSpPr/>
            <p:nvPr/>
          </p:nvSpPr>
          <p:spPr>
            <a:xfrm>
              <a:off x="0" y="9531"/>
              <a:ext cx="2471221" cy="3647440"/>
            </a:xfrm>
            <a:prstGeom prst="rect">
              <a:avLst/>
            </a:prstGeom>
            <a:solidFill>
              <a:srgbClr val="F6F7FA"/>
            </a:solidFill>
            <a:ln w="63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635" name="이미지에 어울리는 내용을…"/>
            <p:cNvSpPr txBox="1"/>
            <p:nvPr/>
          </p:nvSpPr>
          <p:spPr>
            <a:xfrm>
              <a:off x="48894" y="-1"/>
              <a:ext cx="2373432" cy="36665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r>
                <a:t>이미지에 어울리는 내용을 </a:t>
              </a:r>
            </a:p>
            <a:p>
              <a:pPr algn="ctr">
                <a:defRPr sz="1400"/>
              </a:pPr>
              <a:r>
                <a:t>간략하게 작성해 주세요</a:t>
              </a:r>
            </a:p>
            <a:p>
              <a:pPr algn="ctr">
                <a:defRPr sz="1400"/>
              </a:pPr>
              <a:endParaRPr/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</p:txBody>
        </p:sp>
      </p:grpSp>
      <p:grpSp>
        <p:nvGrpSpPr>
          <p:cNvPr id="1639" name="사각형: 둥근 모서리 9"/>
          <p:cNvGrpSpPr/>
          <p:nvPr/>
        </p:nvGrpSpPr>
        <p:grpSpPr>
          <a:xfrm>
            <a:off x="1389122" y="4452525"/>
            <a:ext cx="1539139" cy="332837"/>
            <a:chOff x="0" y="0"/>
            <a:chExt cx="1539137" cy="332835"/>
          </a:xfrm>
        </p:grpSpPr>
        <p:sp>
          <p:nvSpPr>
            <p:cNvPr id="1637" name="Rounded Rectangle"/>
            <p:cNvSpPr/>
            <p:nvPr/>
          </p:nvSpPr>
          <p:spPr>
            <a:xfrm>
              <a:off x="0" y="0"/>
              <a:ext cx="1539137" cy="332835"/>
            </a:xfrm>
            <a:prstGeom prst="roundRect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38" name="키워드 입력"/>
            <p:cNvSpPr txBox="1"/>
            <p:nvPr/>
          </p:nvSpPr>
          <p:spPr>
            <a:xfrm>
              <a:off x="94462" y="6522"/>
              <a:ext cx="1350214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1642" name="직사각형 10"/>
          <p:cNvGrpSpPr/>
          <p:nvPr/>
        </p:nvGrpSpPr>
        <p:grpSpPr>
          <a:xfrm>
            <a:off x="920289" y="2726009"/>
            <a:ext cx="2471223" cy="1515875"/>
            <a:chOff x="-1" y="0"/>
            <a:chExt cx="2471222" cy="1515873"/>
          </a:xfrm>
        </p:grpSpPr>
        <p:sp>
          <p:nvSpPr>
            <p:cNvPr id="1640" name="Rectangle"/>
            <p:cNvSpPr/>
            <p:nvPr/>
          </p:nvSpPr>
          <p:spPr>
            <a:xfrm>
              <a:off x="-1" y="0"/>
              <a:ext cx="2471222" cy="1515873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41" name="Image here"/>
            <p:cNvSpPr txBox="1"/>
            <p:nvPr/>
          </p:nvSpPr>
          <p:spPr>
            <a:xfrm>
              <a:off x="45719" y="629666"/>
              <a:ext cx="237978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808080"/>
                  </a:solidFill>
                </a:defRPr>
              </a:lvl1pPr>
            </a:lstStyle>
            <a:p>
              <a:r>
                <a:t>Image here</a:t>
              </a:r>
            </a:p>
          </p:txBody>
        </p:sp>
      </p:grpSp>
      <p:grpSp>
        <p:nvGrpSpPr>
          <p:cNvPr id="1645" name="직사각형 11"/>
          <p:cNvGrpSpPr/>
          <p:nvPr/>
        </p:nvGrpSpPr>
        <p:grpSpPr>
          <a:xfrm>
            <a:off x="3547023" y="2716477"/>
            <a:ext cx="2471222" cy="3666505"/>
            <a:chOff x="0" y="-1"/>
            <a:chExt cx="2471221" cy="3666504"/>
          </a:xfrm>
        </p:grpSpPr>
        <p:sp>
          <p:nvSpPr>
            <p:cNvPr id="1643" name="Rectangle"/>
            <p:cNvSpPr/>
            <p:nvPr/>
          </p:nvSpPr>
          <p:spPr>
            <a:xfrm>
              <a:off x="0" y="9531"/>
              <a:ext cx="2471221" cy="3647440"/>
            </a:xfrm>
            <a:prstGeom prst="rect">
              <a:avLst/>
            </a:prstGeom>
            <a:solidFill>
              <a:srgbClr val="F6F7FA"/>
            </a:solidFill>
            <a:ln w="63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644" name="이미지에 어울리는 내용을…"/>
            <p:cNvSpPr txBox="1"/>
            <p:nvPr/>
          </p:nvSpPr>
          <p:spPr>
            <a:xfrm>
              <a:off x="48894" y="-1"/>
              <a:ext cx="2373432" cy="36665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r>
                <a:t>이미지에 어울리는 내용을 </a:t>
              </a:r>
            </a:p>
            <a:p>
              <a:pPr algn="ctr">
                <a:defRPr sz="1400"/>
              </a:pPr>
              <a:r>
                <a:t>간략하게 작성해 주세요</a:t>
              </a:r>
            </a:p>
            <a:p>
              <a:pPr algn="ctr">
                <a:defRPr sz="1400"/>
              </a:pPr>
              <a:endParaRPr/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</p:txBody>
        </p:sp>
      </p:grpSp>
      <p:grpSp>
        <p:nvGrpSpPr>
          <p:cNvPr id="1648" name="사각형: 둥근 모서리 12"/>
          <p:cNvGrpSpPr/>
          <p:nvPr/>
        </p:nvGrpSpPr>
        <p:grpSpPr>
          <a:xfrm>
            <a:off x="4015856" y="4452525"/>
            <a:ext cx="1539139" cy="332837"/>
            <a:chOff x="0" y="0"/>
            <a:chExt cx="1539137" cy="332835"/>
          </a:xfrm>
        </p:grpSpPr>
        <p:sp>
          <p:nvSpPr>
            <p:cNvPr id="1646" name="Rounded Rectangle"/>
            <p:cNvSpPr/>
            <p:nvPr/>
          </p:nvSpPr>
          <p:spPr>
            <a:xfrm>
              <a:off x="0" y="0"/>
              <a:ext cx="1539137" cy="332835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47" name="키워드 입력"/>
            <p:cNvSpPr txBox="1"/>
            <p:nvPr/>
          </p:nvSpPr>
          <p:spPr>
            <a:xfrm>
              <a:off x="94462" y="6522"/>
              <a:ext cx="1350214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1651" name="직사각형 13"/>
          <p:cNvGrpSpPr/>
          <p:nvPr/>
        </p:nvGrpSpPr>
        <p:grpSpPr>
          <a:xfrm>
            <a:off x="3547021" y="2726009"/>
            <a:ext cx="2471224" cy="1515875"/>
            <a:chOff x="-1" y="0"/>
            <a:chExt cx="2471222" cy="1515873"/>
          </a:xfrm>
        </p:grpSpPr>
        <p:sp>
          <p:nvSpPr>
            <p:cNvPr id="1649" name="Rectangle"/>
            <p:cNvSpPr/>
            <p:nvPr/>
          </p:nvSpPr>
          <p:spPr>
            <a:xfrm>
              <a:off x="-1" y="0"/>
              <a:ext cx="2471222" cy="1515873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50" name="Image here"/>
            <p:cNvSpPr txBox="1"/>
            <p:nvPr/>
          </p:nvSpPr>
          <p:spPr>
            <a:xfrm>
              <a:off x="45719" y="629666"/>
              <a:ext cx="237978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808080"/>
                  </a:solidFill>
                </a:defRPr>
              </a:lvl1pPr>
            </a:lstStyle>
            <a:p>
              <a:r>
                <a:t>Image here</a:t>
              </a:r>
            </a:p>
          </p:txBody>
        </p:sp>
      </p:grpSp>
      <p:grpSp>
        <p:nvGrpSpPr>
          <p:cNvPr id="1654" name="직사각형 14"/>
          <p:cNvGrpSpPr/>
          <p:nvPr/>
        </p:nvGrpSpPr>
        <p:grpSpPr>
          <a:xfrm>
            <a:off x="6173756" y="2716477"/>
            <a:ext cx="2471222" cy="3666505"/>
            <a:chOff x="0" y="-1"/>
            <a:chExt cx="2471221" cy="3666504"/>
          </a:xfrm>
        </p:grpSpPr>
        <p:sp>
          <p:nvSpPr>
            <p:cNvPr id="1652" name="Rectangle"/>
            <p:cNvSpPr/>
            <p:nvPr/>
          </p:nvSpPr>
          <p:spPr>
            <a:xfrm>
              <a:off x="0" y="9531"/>
              <a:ext cx="2471221" cy="3647440"/>
            </a:xfrm>
            <a:prstGeom prst="rect">
              <a:avLst/>
            </a:prstGeom>
            <a:solidFill>
              <a:srgbClr val="F6F7FA"/>
            </a:solidFill>
            <a:ln w="63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653" name="이미지에 어울리는 내용을…"/>
            <p:cNvSpPr txBox="1"/>
            <p:nvPr/>
          </p:nvSpPr>
          <p:spPr>
            <a:xfrm>
              <a:off x="48894" y="-1"/>
              <a:ext cx="2373432" cy="36665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r>
                <a:t>이미지에 어울리는 내용을 </a:t>
              </a:r>
            </a:p>
            <a:p>
              <a:pPr algn="ctr">
                <a:defRPr sz="1400"/>
              </a:pPr>
              <a:r>
                <a:t>간략하게 작성해 주세요</a:t>
              </a:r>
            </a:p>
            <a:p>
              <a:pPr algn="ctr">
                <a:defRPr sz="1400"/>
              </a:pPr>
              <a:endParaRPr/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</p:txBody>
        </p:sp>
      </p:grpSp>
      <p:grpSp>
        <p:nvGrpSpPr>
          <p:cNvPr id="1657" name="사각형: 둥근 모서리 15"/>
          <p:cNvGrpSpPr/>
          <p:nvPr/>
        </p:nvGrpSpPr>
        <p:grpSpPr>
          <a:xfrm>
            <a:off x="6642589" y="4452525"/>
            <a:ext cx="1539139" cy="332837"/>
            <a:chOff x="0" y="0"/>
            <a:chExt cx="1539137" cy="332835"/>
          </a:xfrm>
        </p:grpSpPr>
        <p:sp>
          <p:nvSpPr>
            <p:cNvPr id="1655" name="Rounded Rectangle"/>
            <p:cNvSpPr/>
            <p:nvPr/>
          </p:nvSpPr>
          <p:spPr>
            <a:xfrm>
              <a:off x="0" y="0"/>
              <a:ext cx="1539137" cy="332835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56" name="키워드 입력"/>
            <p:cNvSpPr txBox="1"/>
            <p:nvPr/>
          </p:nvSpPr>
          <p:spPr>
            <a:xfrm>
              <a:off x="94462" y="6522"/>
              <a:ext cx="1350214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1660" name="직사각형 16"/>
          <p:cNvGrpSpPr/>
          <p:nvPr/>
        </p:nvGrpSpPr>
        <p:grpSpPr>
          <a:xfrm>
            <a:off x="6173755" y="2726009"/>
            <a:ext cx="2471223" cy="1515875"/>
            <a:chOff x="-1" y="0"/>
            <a:chExt cx="2471222" cy="1515873"/>
          </a:xfrm>
        </p:grpSpPr>
        <p:sp>
          <p:nvSpPr>
            <p:cNvPr id="1658" name="Rectangle"/>
            <p:cNvSpPr/>
            <p:nvPr/>
          </p:nvSpPr>
          <p:spPr>
            <a:xfrm>
              <a:off x="-1" y="0"/>
              <a:ext cx="2471222" cy="1515873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59" name="Image here"/>
            <p:cNvSpPr txBox="1"/>
            <p:nvPr/>
          </p:nvSpPr>
          <p:spPr>
            <a:xfrm>
              <a:off x="45719" y="629666"/>
              <a:ext cx="237978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808080"/>
                  </a:solidFill>
                </a:defRPr>
              </a:lvl1pPr>
            </a:lstStyle>
            <a:p>
              <a:r>
                <a:t>Image here</a:t>
              </a:r>
            </a:p>
          </p:txBody>
        </p:sp>
      </p:grpSp>
      <p:grpSp>
        <p:nvGrpSpPr>
          <p:cNvPr id="1663" name="직사각형 17"/>
          <p:cNvGrpSpPr/>
          <p:nvPr/>
        </p:nvGrpSpPr>
        <p:grpSpPr>
          <a:xfrm>
            <a:off x="8800489" y="2716477"/>
            <a:ext cx="2471223" cy="3666505"/>
            <a:chOff x="0" y="-1"/>
            <a:chExt cx="2471221" cy="3666504"/>
          </a:xfrm>
        </p:grpSpPr>
        <p:sp>
          <p:nvSpPr>
            <p:cNvPr id="1661" name="Rectangle"/>
            <p:cNvSpPr/>
            <p:nvPr/>
          </p:nvSpPr>
          <p:spPr>
            <a:xfrm>
              <a:off x="0" y="9531"/>
              <a:ext cx="2471221" cy="3647440"/>
            </a:xfrm>
            <a:prstGeom prst="rect">
              <a:avLst/>
            </a:prstGeom>
            <a:solidFill>
              <a:srgbClr val="F6F7FA"/>
            </a:solidFill>
            <a:ln w="63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662" name="이미지에 어울리는 내용을…"/>
            <p:cNvSpPr txBox="1"/>
            <p:nvPr/>
          </p:nvSpPr>
          <p:spPr>
            <a:xfrm>
              <a:off x="48894" y="-1"/>
              <a:ext cx="2373432" cy="36665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/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endParaRPr/>
            </a:p>
            <a:p>
              <a:pPr algn="ctr">
                <a:defRPr sz="1400"/>
              </a:pPr>
              <a:r>
                <a:t>이미지에 어울리는 내용을 </a:t>
              </a:r>
            </a:p>
            <a:p>
              <a:pPr algn="ctr">
                <a:defRPr sz="1400"/>
              </a:pPr>
              <a:r>
                <a:t>간략하게 작성해 주세요</a:t>
              </a:r>
            </a:p>
            <a:p>
              <a:pPr algn="ctr">
                <a:defRPr sz="1400"/>
              </a:pPr>
              <a:endParaRPr/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  <a:p>
              <a:pPr marL="171450" indent="-171450" algn="ctr">
                <a:buSzPct val="100000"/>
                <a:buFont typeface="Arial"/>
                <a:buChar char="•"/>
                <a:defRPr sz="11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상세설명이 필요시 적어주세요</a:t>
              </a:r>
            </a:p>
          </p:txBody>
        </p:sp>
      </p:grpSp>
      <p:grpSp>
        <p:nvGrpSpPr>
          <p:cNvPr id="1666" name="사각형: 둥근 모서리 18"/>
          <p:cNvGrpSpPr/>
          <p:nvPr/>
        </p:nvGrpSpPr>
        <p:grpSpPr>
          <a:xfrm>
            <a:off x="9269323" y="4452525"/>
            <a:ext cx="1539139" cy="332837"/>
            <a:chOff x="0" y="0"/>
            <a:chExt cx="1539137" cy="332835"/>
          </a:xfrm>
        </p:grpSpPr>
        <p:sp>
          <p:nvSpPr>
            <p:cNvPr id="1664" name="Rounded Rectangle"/>
            <p:cNvSpPr/>
            <p:nvPr/>
          </p:nvSpPr>
          <p:spPr>
            <a:xfrm>
              <a:off x="0" y="0"/>
              <a:ext cx="1539137" cy="332835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65" name="키워드 입력"/>
            <p:cNvSpPr txBox="1"/>
            <p:nvPr/>
          </p:nvSpPr>
          <p:spPr>
            <a:xfrm>
              <a:off x="94462" y="6522"/>
              <a:ext cx="1350214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1669" name="직사각형 19"/>
          <p:cNvGrpSpPr/>
          <p:nvPr/>
        </p:nvGrpSpPr>
        <p:grpSpPr>
          <a:xfrm>
            <a:off x="8800488" y="2726009"/>
            <a:ext cx="2471224" cy="1515875"/>
            <a:chOff x="-1" y="0"/>
            <a:chExt cx="2471222" cy="1515873"/>
          </a:xfrm>
        </p:grpSpPr>
        <p:sp>
          <p:nvSpPr>
            <p:cNvPr id="1667" name="Rectangle"/>
            <p:cNvSpPr/>
            <p:nvPr/>
          </p:nvSpPr>
          <p:spPr>
            <a:xfrm>
              <a:off x="-1" y="0"/>
              <a:ext cx="2471222" cy="1515873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68" name="Image here"/>
            <p:cNvSpPr txBox="1"/>
            <p:nvPr/>
          </p:nvSpPr>
          <p:spPr>
            <a:xfrm>
              <a:off x="45719" y="629666"/>
              <a:ext cx="237978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808080"/>
                  </a:solidFill>
                </a:defRPr>
              </a:lvl1pPr>
            </a:lstStyle>
            <a:p>
              <a:r>
                <a:t>Image here</a:t>
              </a:r>
            </a:p>
          </p:txBody>
        </p:sp>
      </p:grpSp>
      <p:pic>
        <p:nvPicPr>
          <p:cNvPr id="1670" name="그림 20" descr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671" name="TextBox 2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674" name="그림 2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67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67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7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67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679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68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83" name="직사각형 26"/>
          <p:cNvGrpSpPr/>
          <p:nvPr/>
        </p:nvGrpSpPr>
        <p:grpSpPr>
          <a:xfrm>
            <a:off x="848622" y="4618575"/>
            <a:ext cx="2575614" cy="354654"/>
            <a:chOff x="-1" y="0"/>
            <a:chExt cx="2575613" cy="354652"/>
          </a:xfrm>
        </p:grpSpPr>
        <p:sp>
          <p:nvSpPr>
            <p:cNvPr id="1681" name="Rectangle"/>
            <p:cNvSpPr/>
            <p:nvPr/>
          </p:nvSpPr>
          <p:spPr>
            <a:xfrm>
              <a:off x="-1" y="0"/>
              <a:ext cx="2575613" cy="35465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82" name="이미지 설명 내용 입력"/>
            <p:cNvSpPr txBox="1"/>
            <p:nvPr/>
          </p:nvSpPr>
          <p:spPr>
            <a:xfrm>
              <a:off x="45719" y="17431"/>
              <a:ext cx="2484173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이미지 설명 내용 입력</a:t>
              </a:r>
            </a:p>
          </p:txBody>
        </p:sp>
      </p:grpSp>
      <p:grpSp>
        <p:nvGrpSpPr>
          <p:cNvPr id="1686" name="직사각형 27"/>
          <p:cNvGrpSpPr/>
          <p:nvPr/>
        </p:nvGrpSpPr>
        <p:grpSpPr>
          <a:xfrm>
            <a:off x="848622" y="3038667"/>
            <a:ext cx="2575614" cy="1579911"/>
            <a:chOff x="-1" y="-1"/>
            <a:chExt cx="2575613" cy="1579910"/>
          </a:xfrm>
        </p:grpSpPr>
        <p:sp>
          <p:nvSpPr>
            <p:cNvPr id="1684" name="Rectangle"/>
            <p:cNvSpPr/>
            <p:nvPr/>
          </p:nvSpPr>
          <p:spPr>
            <a:xfrm>
              <a:off x="-1" y="-1"/>
              <a:ext cx="2575613" cy="1579910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85" name="16:9 Image here"/>
            <p:cNvSpPr txBox="1"/>
            <p:nvPr/>
          </p:nvSpPr>
          <p:spPr>
            <a:xfrm>
              <a:off x="45719" y="579134"/>
              <a:ext cx="2484173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sp>
        <p:nvSpPr>
          <p:cNvPr id="1687" name="TextBox 28"/>
          <p:cNvSpPr txBox="1"/>
          <p:nvPr/>
        </p:nvSpPr>
        <p:spPr>
          <a:xfrm>
            <a:off x="896052" y="5123853"/>
            <a:ext cx="2482463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</p:txBody>
      </p:sp>
      <p:sp>
        <p:nvSpPr>
          <p:cNvPr id="1688" name="TextBox 29"/>
          <p:cNvSpPr txBox="1"/>
          <p:nvPr/>
        </p:nvSpPr>
        <p:spPr>
          <a:xfrm>
            <a:off x="3046846" y="1808451"/>
            <a:ext cx="6098308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r>
              <a:t>아래 이미지들을 포괄하는 세부 내용이 필요 시 간략하게 작성해 주세요</a:t>
            </a:r>
          </a:p>
        </p:txBody>
      </p:sp>
      <p:grpSp>
        <p:nvGrpSpPr>
          <p:cNvPr id="1691" name="직사각형 31"/>
          <p:cNvGrpSpPr/>
          <p:nvPr/>
        </p:nvGrpSpPr>
        <p:grpSpPr>
          <a:xfrm>
            <a:off x="3488336" y="4618575"/>
            <a:ext cx="2575614" cy="354654"/>
            <a:chOff x="-1" y="0"/>
            <a:chExt cx="2575613" cy="354652"/>
          </a:xfrm>
        </p:grpSpPr>
        <p:sp>
          <p:nvSpPr>
            <p:cNvPr id="1689" name="Rectangle"/>
            <p:cNvSpPr/>
            <p:nvPr/>
          </p:nvSpPr>
          <p:spPr>
            <a:xfrm>
              <a:off x="-1" y="0"/>
              <a:ext cx="2575613" cy="35465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90" name="이미지 설명 내용 입력"/>
            <p:cNvSpPr txBox="1"/>
            <p:nvPr/>
          </p:nvSpPr>
          <p:spPr>
            <a:xfrm>
              <a:off x="45719" y="17431"/>
              <a:ext cx="2484173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이미지 설명 내용 입력</a:t>
              </a:r>
            </a:p>
          </p:txBody>
        </p:sp>
      </p:grpSp>
      <p:grpSp>
        <p:nvGrpSpPr>
          <p:cNvPr id="1694" name="직사각형 32"/>
          <p:cNvGrpSpPr/>
          <p:nvPr/>
        </p:nvGrpSpPr>
        <p:grpSpPr>
          <a:xfrm>
            <a:off x="3488336" y="3038667"/>
            <a:ext cx="2575614" cy="1579911"/>
            <a:chOff x="-1" y="-1"/>
            <a:chExt cx="2575613" cy="1579910"/>
          </a:xfrm>
        </p:grpSpPr>
        <p:sp>
          <p:nvSpPr>
            <p:cNvPr id="1692" name="Rectangle"/>
            <p:cNvSpPr/>
            <p:nvPr/>
          </p:nvSpPr>
          <p:spPr>
            <a:xfrm>
              <a:off x="-1" y="-1"/>
              <a:ext cx="2575613" cy="1579910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93" name="16:9 Image here"/>
            <p:cNvSpPr txBox="1"/>
            <p:nvPr/>
          </p:nvSpPr>
          <p:spPr>
            <a:xfrm>
              <a:off x="45719" y="579134"/>
              <a:ext cx="2484173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sp>
        <p:nvSpPr>
          <p:cNvPr id="1695" name="TextBox 33"/>
          <p:cNvSpPr txBox="1"/>
          <p:nvPr/>
        </p:nvSpPr>
        <p:spPr>
          <a:xfrm>
            <a:off x="3535767" y="5123853"/>
            <a:ext cx="2482462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</p:txBody>
      </p:sp>
      <p:grpSp>
        <p:nvGrpSpPr>
          <p:cNvPr id="1698" name="직사각형 35"/>
          <p:cNvGrpSpPr/>
          <p:nvPr/>
        </p:nvGrpSpPr>
        <p:grpSpPr>
          <a:xfrm>
            <a:off x="6128050" y="4618575"/>
            <a:ext cx="2575614" cy="354654"/>
            <a:chOff x="-1" y="0"/>
            <a:chExt cx="2575613" cy="354652"/>
          </a:xfrm>
        </p:grpSpPr>
        <p:sp>
          <p:nvSpPr>
            <p:cNvPr id="1696" name="Rectangle"/>
            <p:cNvSpPr/>
            <p:nvPr/>
          </p:nvSpPr>
          <p:spPr>
            <a:xfrm>
              <a:off x="-1" y="0"/>
              <a:ext cx="2575613" cy="35465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97" name="이미지 설명 내용 입력"/>
            <p:cNvSpPr txBox="1"/>
            <p:nvPr/>
          </p:nvSpPr>
          <p:spPr>
            <a:xfrm>
              <a:off x="45719" y="17431"/>
              <a:ext cx="2484173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이미지 설명 내용 입력</a:t>
              </a:r>
            </a:p>
          </p:txBody>
        </p:sp>
      </p:grpSp>
      <p:grpSp>
        <p:nvGrpSpPr>
          <p:cNvPr id="1701" name="직사각형 36"/>
          <p:cNvGrpSpPr/>
          <p:nvPr/>
        </p:nvGrpSpPr>
        <p:grpSpPr>
          <a:xfrm>
            <a:off x="6128050" y="3038667"/>
            <a:ext cx="2575614" cy="1579911"/>
            <a:chOff x="-1" y="-1"/>
            <a:chExt cx="2575613" cy="1579910"/>
          </a:xfrm>
        </p:grpSpPr>
        <p:sp>
          <p:nvSpPr>
            <p:cNvPr id="1699" name="Rectangle"/>
            <p:cNvSpPr/>
            <p:nvPr/>
          </p:nvSpPr>
          <p:spPr>
            <a:xfrm>
              <a:off x="-1" y="-1"/>
              <a:ext cx="2575613" cy="1579910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00" name="16:9 Image here"/>
            <p:cNvSpPr txBox="1"/>
            <p:nvPr/>
          </p:nvSpPr>
          <p:spPr>
            <a:xfrm>
              <a:off x="45719" y="579134"/>
              <a:ext cx="2484173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sp>
        <p:nvSpPr>
          <p:cNvPr id="1702" name="TextBox 37"/>
          <p:cNvSpPr txBox="1"/>
          <p:nvPr/>
        </p:nvSpPr>
        <p:spPr>
          <a:xfrm>
            <a:off x="6175481" y="5123853"/>
            <a:ext cx="2482462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</p:txBody>
      </p:sp>
      <p:grpSp>
        <p:nvGrpSpPr>
          <p:cNvPr id="1705" name="직사각형 39"/>
          <p:cNvGrpSpPr/>
          <p:nvPr/>
        </p:nvGrpSpPr>
        <p:grpSpPr>
          <a:xfrm>
            <a:off x="8767765" y="4618575"/>
            <a:ext cx="2575614" cy="354654"/>
            <a:chOff x="-1" y="0"/>
            <a:chExt cx="2575613" cy="354652"/>
          </a:xfrm>
        </p:grpSpPr>
        <p:sp>
          <p:nvSpPr>
            <p:cNvPr id="1703" name="Rectangle"/>
            <p:cNvSpPr/>
            <p:nvPr/>
          </p:nvSpPr>
          <p:spPr>
            <a:xfrm>
              <a:off x="-1" y="0"/>
              <a:ext cx="2575613" cy="35465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04" name="이미지 설명 내용 입력"/>
            <p:cNvSpPr txBox="1"/>
            <p:nvPr/>
          </p:nvSpPr>
          <p:spPr>
            <a:xfrm>
              <a:off x="45719" y="17431"/>
              <a:ext cx="2484173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이미지 설명 내용 입력</a:t>
              </a:r>
            </a:p>
          </p:txBody>
        </p:sp>
      </p:grpSp>
      <p:grpSp>
        <p:nvGrpSpPr>
          <p:cNvPr id="1708" name="직사각형 40"/>
          <p:cNvGrpSpPr/>
          <p:nvPr/>
        </p:nvGrpSpPr>
        <p:grpSpPr>
          <a:xfrm>
            <a:off x="8767765" y="3038667"/>
            <a:ext cx="2575614" cy="1579911"/>
            <a:chOff x="-1" y="-1"/>
            <a:chExt cx="2575613" cy="1579910"/>
          </a:xfrm>
        </p:grpSpPr>
        <p:sp>
          <p:nvSpPr>
            <p:cNvPr id="1706" name="Rectangle"/>
            <p:cNvSpPr/>
            <p:nvPr/>
          </p:nvSpPr>
          <p:spPr>
            <a:xfrm>
              <a:off x="-1" y="-1"/>
              <a:ext cx="2575613" cy="1579910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07" name="16:9 Image here"/>
            <p:cNvSpPr txBox="1"/>
            <p:nvPr/>
          </p:nvSpPr>
          <p:spPr>
            <a:xfrm>
              <a:off x="45719" y="579134"/>
              <a:ext cx="2484173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sp>
        <p:nvSpPr>
          <p:cNvPr id="1709" name="TextBox 41"/>
          <p:cNvSpPr txBox="1"/>
          <p:nvPr/>
        </p:nvSpPr>
        <p:spPr>
          <a:xfrm>
            <a:off x="8815194" y="5123853"/>
            <a:ext cx="2482462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상세설명이 필요시 적어주세요</a:t>
            </a:r>
          </a:p>
        </p:txBody>
      </p:sp>
      <p:grpSp>
        <p:nvGrpSpPr>
          <p:cNvPr id="1712" name="직사각형 42"/>
          <p:cNvGrpSpPr/>
          <p:nvPr/>
        </p:nvGrpSpPr>
        <p:grpSpPr>
          <a:xfrm>
            <a:off x="848624" y="2687123"/>
            <a:ext cx="10494754" cy="354654"/>
            <a:chOff x="0" y="0"/>
            <a:chExt cx="10494752" cy="354652"/>
          </a:xfrm>
        </p:grpSpPr>
        <p:sp>
          <p:nvSpPr>
            <p:cNvPr id="1710" name="Rectangle"/>
            <p:cNvSpPr/>
            <p:nvPr/>
          </p:nvSpPr>
          <p:spPr>
            <a:xfrm>
              <a:off x="0" y="0"/>
              <a:ext cx="10494752" cy="354652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11" name="키워드 입력"/>
            <p:cNvSpPr txBox="1"/>
            <p:nvPr/>
          </p:nvSpPr>
          <p:spPr>
            <a:xfrm>
              <a:off x="45720" y="17431"/>
              <a:ext cx="10403312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pic>
        <p:nvPicPr>
          <p:cNvPr id="1713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714" name="TextBox 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717" name="그림 1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71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716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2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72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72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23" name="TextBox 1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grpSp>
        <p:nvGrpSpPr>
          <p:cNvPr id="1726" name="사각형: 둥근 모서리 4"/>
          <p:cNvGrpSpPr/>
          <p:nvPr/>
        </p:nvGrpSpPr>
        <p:grpSpPr>
          <a:xfrm>
            <a:off x="957617" y="2919457"/>
            <a:ext cx="5039642" cy="401322"/>
            <a:chOff x="0" y="0"/>
            <a:chExt cx="5039641" cy="401321"/>
          </a:xfrm>
        </p:grpSpPr>
        <p:sp>
          <p:nvSpPr>
            <p:cNvPr id="1724" name="Rounded Rectangle"/>
            <p:cNvSpPr/>
            <p:nvPr/>
          </p:nvSpPr>
          <p:spPr>
            <a:xfrm>
              <a:off x="0" y="0"/>
              <a:ext cx="5039641" cy="401321"/>
            </a:xfrm>
            <a:prstGeom prst="roundRect">
              <a:avLst>
                <a:gd name="adj" fmla="val 50000"/>
              </a:avLst>
            </a:prstGeom>
            <a:solidFill>
              <a:srgbClr val="AFABA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25" name="내용을 입력해주세요"/>
            <p:cNvSpPr txBox="1"/>
            <p:nvPr/>
          </p:nvSpPr>
          <p:spPr>
            <a:xfrm>
              <a:off x="104490" y="27175"/>
              <a:ext cx="4830659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내용을 입력해주세요</a:t>
              </a:r>
            </a:p>
          </p:txBody>
        </p:sp>
      </p:grpSp>
      <p:grpSp>
        <p:nvGrpSpPr>
          <p:cNvPr id="1729" name="사각형: 둥근 모서리 9"/>
          <p:cNvGrpSpPr/>
          <p:nvPr/>
        </p:nvGrpSpPr>
        <p:grpSpPr>
          <a:xfrm>
            <a:off x="6194743" y="2919457"/>
            <a:ext cx="5039643" cy="401322"/>
            <a:chOff x="0" y="0"/>
            <a:chExt cx="5039641" cy="401321"/>
          </a:xfrm>
        </p:grpSpPr>
        <p:sp>
          <p:nvSpPr>
            <p:cNvPr id="1727" name="Rounded Rectangle"/>
            <p:cNvSpPr/>
            <p:nvPr/>
          </p:nvSpPr>
          <p:spPr>
            <a:xfrm>
              <a:off x="0" y="0"/>
              <a:ext cx="5039641" cy="401321"/>
            </a:xfrm>
            <a:prstGeom prst="roundRect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28" name="내용을 입력해주세요"/>
            <p:cNvSpPr txBox="1"/>
            <p:nvPr/>
          </p:nvSpPr>
          <p:spPr>
            <a:xfrm>
              <a:off x="104490" y="27175"/>
              <a:ext cx="4830659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내용을 입력해주세요</a:t>
              </a:r>
            </a:p>
          </p:txBody>
        </p:sp>
      </p:grpSp>
      <p:sp>
        <p:nvSpPr>
          <p:cNvPr id="1730" name="사각형: 둥근 모서리 11"/>
          <p:cNvSpPr/>
          <p:nvPr/>
        </p:nvSpPr>
        <p:spPr>
          <a:xfrm>
            <a:off x="1149640" y="3452269"/>
            <a:ext cx="4655595" cy="1100643"/>
          </a:xfrm>
          <a:prstGeom prst="roundRect">
            <a:avLst>
              <a:gd name="adj" fmla="val 9736"/>
            </a:avLst>
          </a:prstGeom>
          <a:ln w="1270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1" name="Rectangle 37"/>
          <p:cNvSpPr txBox="1"/>
          <p:nvPr/>
        </p:nvSpPr>
        <p:spPr>
          <a:xfrm>
            <a:off x="1331462" y="3658653"/>
            <a:ext cx="4291950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400"/>
              </a:lnSpc>
              <a:defRPr sz="1600">
                <a:solidFill>
                  <a:srgbClr val="0D0D0D"/>
                </a:solidFill>
              </a:defRPr>
            </a:pPr>
            <a:r>
              <a:t>“ 키워드를 설명하는 내용을 입력해주세요</a:t>
            </a:r>
          </a:p>
          <a:p>
            <a:pPr algn="ctr">
              <a:lnSpc>
                <a:spcPts val="2400"/>
              </a:lnSpc>
              <a:defRPr sz="1600">
                <a:solidFill>
                  <a:srgbClr val="0D0D0D"/>
                </a:solidFill>
              </a:defRPr>
            </a:pPr>
            <a:r>
              <a:t>세부 내용을 입력해주세요 ”</a:t>
            </a:r>
          </a:p>
        </p:txBody>
      </p:sp>
      <p:grpSp>
        <p:nvGrpSpPr>
          <p:cNvPr id="1734" name="사각형: 둥근 모서리 13"/>
          <p:cNvGrpSpPr/>
          <p:nvPr/>
        </p:nvGrpSpPr>
        <p:grpSpPr>
          <a:xfrm>
            <a:off x="1144088" y="4654674"/>
            <a:ext cx="4655597" cy="1715512"/>
            <a:chOff x="0" y="0"/>
            <a:chExt cx="4655595" cy="1715511"/>
          </a:xfrm>
        </p:grpSpPr>
        <p:sp>
          <p:nvSpPr>
            <p:cNvPr id="1732" name="Rounded Rectangle"/>
            <p:cNvSpPr/>
            <p:nvPr/>
          </p:nvSpPr>
          <p:spPr>
            <a:xfrm>
              <a:off x="0" y="0"/>
              <a:ext cx="4655595" cy="1715511"/>
            </a:xfrm>
            <a:prstGeom prst="roundRect">
              <a:avLst>
                <a:gd name="adj" fmla="val 11944"/>
              </a:avLst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</p:txBody>
        </p:sp>
        <p:sp>
          <p:nvSpPr>
            <p:cNvPr id="1733" name="Image here"/>
            <p:cNvSpPr txBox="1"/>
            <p:nvPr/>
          </p:nvSpPr>
          <p:spPr>
            <a:xfrm>
              <a:off x="105732" y="729485"/>
              <a:ext cx="4444129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808080"/>
                  </a:solidFill>
                </a:defRPr>
              </a:lvl1pPr>
            </a:lstStyle>
            <a:p>
              <a:r>
                <a:t>Image here</a:t>
              </a:r>
            </a:p>
          </p:txBody>
        </p:sp>
      </p:grpSp>
      <p:sp>
        <p:nvSpPr>
          <p:cNvPr id="1735" name="사각형: 둥근 모서리 15"/>
          <p:cNvSpPr/>
          <p:nvPr/>
        </p:nvSpPr>
        <p:spPr>
          <a:xfrm>
            <a:off x="6389542" y="3452269"/>
            <a:ext cx="4655596" cy="1100643"/>
          </a:xfrm>
          <a:prstGeom prst="roundRect">
            <a:avLst>
              <a:gd name="adj" fmla="val 9736"/>
            </a:avLst>
          </a:prstGeom>
          <a:ln w="1270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6" name="Rectangle 37"/>
          <p:cNvSpPr txBox="1"/>
          <p:nvPr/>
        </p:nvSpPr>
        <p:spPr>
          <a:xfrm>
            <a:off x="6571365" y="3658653"/>
            <a:ext cx="4291949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2400"/>
              </a:lnSpc>
              <a:defRPr sz="1600">
                <a:solidFill>
                  <a:srgbClr val="0D0D0D"/>
                </a:solidFill>
              </a:defRPr>
            </a:pPr>
            <a:r>
              <a:t>“ 키워드를 설명하는 내용을 입력해주세요</a:t>
            </a:r>
          </a:p>
          <a:p>
            <a:pPr algn="ctr">
              <a:lnSpc>
                <a:spcPts val="2400"/>
              </a:lnSpc>
              <a:defRPr sz="1600">
                <a:solidFill>
                  <a:srgbClr val="0D0D0D"/>
                </a:solidFill>
              </a:defRPr>
            </a:pPr>
            <a:r>
              <a:t>세부 내용을 입력해주세요 ”</a:t>
            </a:r>
          </a:p>
        </p:txBody>
      </p:sp>
      <p:grpSp>
        <p:nvGrpSpPr>
          <p:cNvPr id="1739" name="사각형: 둥근 모서리 17"/>
          <p:cNvGrpSpPr/>
          <p:nvPr/>
        </p:nvGrpSpPr>
        <p:grpSpPr>
          <a:xfrm>
            <a:off x="6383992" y="4654674"/>
            <a:ext cx="4655596" cy="1715512"/>
            <a:chOff x="0" y="0"/>
            <a:chExt cx="4655595" cy="1715511"/>
          </a:xfrm>
        </p:grpSpPr>
        <p:sp>
          <p:nvSpPr>
            <p:cNvPr id="1737" name="Rounded Rectangle"/>
            <p:cNvSpPr/>
            <p:nvPr/>
          </p:nvSpPr>
          <p:spPr>
            <a:xfrm>
              <a:off x="0" y="0"/>
              <a:ext cx="4655595" cy="1715511"/>
            </a:xfrm>
            <a:prstGeom prst="roundRect">
              <a:avLst>
                <a:gd name="adj" fmla="val 11944"/>
              </a:avLst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</p:txBody>
        </p:sp>
        <p:sp>
          <p:nvSpPr>
            <p:cNvPr id="1738" name="Image here"/>
            <p:cNvSpPr txBox="1"/>
            <p:nvPr/>
          </p:nvSpPr>
          <p:spPr>
            <a:xfrm>
              <a:off x="105732" y="729485"/>
              <a:ext cx="4444129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808080"/>
                  </a:solidFill>
                </a:defRPr>
              </a:lvl1pPr>
            </a:lstStyle>
            <a:p>
              <a:r>
                <a:t>Image here</a:t>
              </a:r>
            </a:p>
          </p:txBody>
        </p:sp>
      </p:grpSp>
      <p:pic>
        <p:nvPicPr>
          <p:cNvPr id="1740" name="그림 10" descr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741" name="TextBox 1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744" name="그림 18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74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74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4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74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74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0" name="TextBox 1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grpSp>
        <p:nvGrpSpPr>
          <p:cNvPr id="1753" name="화살표: 오각형 4"/>
          <p:cNvGrpSpPr/>
          <p:nvPr/>
        </p:nvGrpSpPr>
        <p:grpSpPr>
          <a:xfrm>
            <a:off x="1016870" y="4775788"/>
            <a:ext cx="3504317" cy="371253"/>
            <a:chOff x="0" y="-1"/>
            <a:chExt cx="3504316" cy="371252"/>
          </a:xfrm>
        </p:grpSpPr>
        <p:sp>
          <p:nvSpPr>
            <p:cNvPr id="1751" name="Shape"/>
            <p:cNvSpPr/>
            <p:nvPr/>
          </p:nvSpPr>
          <p:spPr>
            <a:xfrm>
              <a:off x="0" y="-1"/>
              <a:ext cx="3504316" cy="371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456" y="0"/>
                  </a:lnTo>
                  <a:lnTo>
                    <a:pt x="21600" y="10800"/>
                  </a:lnTo>
                  <a:lnTo>
                    <a:pt x="20456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752" name="2022"/>
            <p:cNvSpPr txBox="1"/>
            <p:nvPr/>
          </p:nvSpPr>
          <p:spPr>
            <a:xfrm>
              <a:off x="45719" y="204"/>
              <a:ext cx="332006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2022</a:t>
              </a:r>
            </a:p>
          </p:txBody>
        </p:sp>
      </p:grpSp>
      <p:grpSp>
        <p:nvGrpSpPr>
          <p:cNvPr id="1756" name="화살표: 갈매기형 수장 9"/>
          <p:cNvGrpSpPr/>
          <p:nvPr/>
        </p:nvGrpSpPr>
        <p:grpSpPr>
          <a:xfrm>
            <a:off x="4446046" y="4775789"/>
            <a:ext cx="3504318" cy="371248"/>
            <a:chOff x="0" y="0"/>
            <a:chExt cx="3504316" cy="371246"/>
          </a:xfrm>
        </p:grpSpPr>
        <p:sp>
          <p:nvSpPr>
            <p:cNvPr id="1754" name="Chevron"/>
            <p:cNvSpPr/>
            <p:nvPr/>
          </p:nvSpPr>
          <p:spPr>
            <a:xfrm>
              <a:off x="0" y="0"/>
              <a:ext cx="3504316" cy="371246"/>
            </a:xfrm>
            <a:prstGeom prst="chevron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755" name="2023"/>
            <p:cNvSpPr txBox="1"/>
            <p:nvPr/>
          </p:nvSpPr>
          <p:spPr>
            <a:xfrm>
              <a:off x="231343" y="203"/>
              <a:ext cx="3041631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2023</a:t>
              </a:r>
            </a:p>
          </p:txBody>
        </p:sp>
      </p:grpSp>
      <p:grpSp>
        <p:nvGrpSpPr>
          <p:cNvPr id="1759" name="화살표: 갈매기형 수장 10"/>
          <p:cNvGrpSpPr/>
          <p:nvPr/>
        </p:nvGrpSpPr>
        <p:grpSpPr>
          <a:xfrm>
            <a:off x="7875223" y="4775789"/>
            <a:ext cx="3504318" cy="371248"/>
            <a:chOff x="0" y="0"/>
            <a:chExt cx="3504316" cy="371246"/>
          </a:xfrm>
        </p:grpSpPr>
        <p:sp>
          <p:nvSpPr>
            <p:cNvPr id="1757" name="Chevron"/>
            <p:cNvSpPr/>
            <p:nvPr/>
          </p:nvSpPr>
          <p:spPr>
            <a:xfrm>
              <a:off x="0" y="0"/>
              <a:ext cx="3504316" cy="371246"/>
            </a:xfrm>
            <a:prstGeom prst="chevron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758" name="2024"/>
            <p:cNvSpPr txBox="1"/>
            <p:nvPr/>
          </p:nvSpPr>
          <p:spPr>
            <a:xfrm>
              <a:off x="231343" y="203"/>
              <a:ext cx="3041631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2024</a:t>
              </a:r>
            </a:p>
          </p:txBody>
        </p:sp>
      </p:grpSp>
      <p:sp>
        <p:nvSpPr>
          <p:cNvPr id="1760" name="TextBox 11"/>
          <p:cNvSpPr txBox="1"/>
          <p:nvPr/>
        </p:nvSpPr>
        <p:spPr>
          <a:xfrm>
            <a:off x="1027865" y="5338357"/>
            <a:ext cx="3118633" cy="10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22.01.01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22.03.03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22.05.05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22.07.07 _ 상세설명이 필요시 적어주세요</a:t>
            </a:r>
          </a:p>
        </p:txBody>
      </p:sp>
      <p:grpSp>
        <p:nvGrpSpPr>
          <p:cNvPr id="1763" name="직사각형 12"/>
          <p:cNvGrpSpPr/>
          <p:nvPr/>
        </p:nvGrpSpPr>
        <p:grpSpPr>
          <a:xfrm>
            <a:off x="1016868" y="2705860"/>
            <a:ext cx="3302672" cy="2025896"/>
            <a:chOff x="-1" y="-1"/>
            <a:chExt cx="3302670" cy="2025895"/>
          </a:xfrm>
        </p:grpSpPr>
        <p:sp>
          <p:nvSpPr>
            <p:cNvPr id="1761" name="Rectangle"/>
            <p:cNvSpPr/>
            <p:nvPr/>
          </p:nvSpPr>
          <p:spPr>
            <a:xfrm>
              <a:off x="-1" y="-1"/>
              <a:ext cx="3302670" cy="2025895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62" name="16:9 Image here"/>
            <p:cNvSpPr txBox="1"/>
            <p:nvPr/>
          </p:nvSpPr>
          <p:spPr>
            <a:xfrm>
              <a:off x="45719" y="802126"/>
              <a:ext cx="3211230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grpSp>
        <p:nvGrpSpPr>
          <p:cNvPr id="1766" name="직사각형 13"/>
          <p:cNvGrpSpPr/>
          <p:nvPr/>
        </p:nvGrpSpPr>
        <p:grpSpPr>
          <a:xfrm>
            <a:off x="4443161" y="2705860"/>
            <a:ext cx="3302671" cy="2025896"/>
            <a:chOff x="-1" y="-1"/>
            <a:chExt cx="3302670" cy="2025895"/>
          </a:xfrm>
        </p:grpSpPr>
        <p:sp>
          <p:nvSpPr>
            <p:cNvPr id="1764" name="Rectangle"/>
            <p:cNvSpPr/>
            <p:nvPr/>
          </p:nvSpPr>
          <p:spPr>
            <a:xfrm>
              <a:off x="-1" y="-1"/>
              <a:ext cx="3302670" cy="2025895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65" name="16:9 Image here"/>
            <p:cNvSpPr txBox="1"/>
            <p:nvPr/>
          </p:nvSpPr>
          <p:spPr>
            <a:xfrm>
              <a:off x="45719" y="802126"/>
              <a:ext cx="3211230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grpSp>
        <p:nvGrpSpPr>
          <p:cNvPr id="1769" name="직사각형 14"/>
          <p:cNvGrpSpPr/>
          <p:nvPr/>
        </p:nvGrpSpPr>
        <p:grpSpPr>
          <a:xfrm>
            <a:off x="7869455" y="2705860"/>
            <a:ext cx="3302671" cy="2025896"/>
            <a:chOff x="-1" y="-1"/>
            <a:chExt cx="3302670" cy="2025895"/>
          </a:xfrm>
        </p:grpSpPr>
        <p:sp>
          <p:nvSpPr>
            <p:cNvPr id="1767" name="Rectangle"/>
            <p:cNvSpPr/>
            <p:nvPr/>
          </p:nvSpPr>
          <p:spPr>
            <a:xfrm>
              <a:off x="-1" y="-1"/>
              <a:ext cx="3302670" cy="2025895"/>
            </a:xfrm>
            <a:prstGeom prst="rect">
              <a:avLst/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68" name="16:9 Image here"/>
            <p:cNvSpPr txBox="1"/>
            <p:nvPr/>
          </p:nvSpPr>
          <p:spPr>
            <a:xfrm>
              <a:off x="45719" y="802126"/>
              <a:ext cx="3211230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sp>
        <p:nvSpPr>
          <p:cNvPr id="1770" name="TextBox 15"/>
          <p:cNvSpPr txBox="1"/>
          <p:nvPr/>
        </p:nvSpPr>
        <p:spPr>
          <a:xfrm>
            <a:off x="4488882" y="5338357"/>
            <a:ext cx="3118633" cy="10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23.01.01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23.03.03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23.05.05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23.07.07 _ 상세설명이 필요시 적어주세요</a:t>
            </a:r>
          </a:p>
        </p:txBody>
      </p:sp>
      <p:sp>
        <p:nvSpPr>
          <p:cNvPr id="1771" name="TextBox 16"/>
          <p:cNvSpPr txBox="1"/>
          <p:nvPr/>
        </p:nvSpPr>
        <p:spPr>
          <a:xfrm>
            <a:off x="7875751" y="5338357"/>
            <a:ext cx="3118632" cy="10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24.01.01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24.03.03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24.05.05 _ 상세설명이 필요시 적어주세요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24.07.07 _ 상세설명이 필요시 적어주세요</a:t>
            </a:r>
          </a:p>
        </p:txBody>
      </p:sp>
      <p:pic>
        <p:nvPicPr>
          <p:cNvPr id="1772" name="그림 17" descr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773" name="TextBox 18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776" name="그림 1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77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775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78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78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78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783" name="Table 3"/>
          <p:cNvGraphicFramePr/>
          <p:nvPr/>
        </p:nvGraphicFramePr>
        <p:xfrm>
          <a:off x="7938788" y="2530991"/>
          <a:ext cx="3419475" cy="365137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1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013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PREMIUM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151F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49,000원</a:t>
                      </a:r>
                    </a:p>
                    <a:p>
                      <a:pPr algn="ctr"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/per month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2 TB </a:t>
                      </a:r>
                      <a:r>
                        <a:rPr b="0"/>
                        <a:t>Disk Space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30</a:t>
                      </a:r>
                      <a:r>
                        <a:rPr b="0"/>
                        <a:t> User Accounts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Unlimited</a:t>
                      </a:r>
                      <a:r>
                        <a:rPr b="0"/>
                        <a:t> Email Accounts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100 </a:t>
                      </a:r>
                      <a:r>
                        <a:rPr b="0"/>
                        <a:t>Subdomains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6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84" name="Table 5"/>
          <p:cNvGraphicFramePr/>
          <p:nvPr/>
        </p:nvGraphicFramePr>
        <p:xfrm>
          <a:off x="842663" y="2530991"/>
          <a:ext cx="3419475" cy="364375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1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013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STARTER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151F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19,000원</a:t>
                      </a:r>
                    </a:p>
                    <a:p>
                      <a:pPr algn="ctr"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/per month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500 GB </a:t>
                      </a:r>
                      <a:r>
                        <a:rPr b="0"/>
                        <a:t>Disk Space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10</a:t>
                      </a:r>
                      <a:r>
                        <a:rPr b="0"/>
                        <a:t> User Accounts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50</a:t>
                      </a:r>
                      <a:r>
                        <a:rPr b="0"/>
                        <a:t> Email Accounts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20 </a:t>
                      </a:r>
                      <a:r>
                        <a:rPr b="0"/>
                        <a:t>Subdomains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0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85" name="Table 6"/>
          <p:cNvGraphicFramePr/>
          <p:nvPr/>
        </p:nvGraphicFramePr>
        <p:xfrm>
          <a:off x="4195462" y="2287573"/>
          <a:ext cx="3810002" cy="413037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390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200">
                          <a:solidFill>
                            <a:srgbClr val="FFFFFF"/>
                          </a:solidFill>
                        </a:rPr>
                        <a:t>BUSINESS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126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algn="ctr">
                        <a:defRPr sz="3200">
                          <a:solidFill>
                            <a:srgbClr val="126BF6"/>
                          </a:solidFill>
                        </a:defRPr>
                      </a:pPr>
                      <a:r>
                        <a:t>29,000원</a:t>
                      </a:r>
                    </a:p>
                    <a:p>
                      <a:pPr algn="ctr"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/per month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1 TB </a:t>
                      </a:r>
                      <a:r>
                        <a:rPr b="0"/>
                        <a:t>Disk Space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20</a:t>
                      </a:r>
                      <a:r>
                        <a:rPr b="0"/>
                        <a:t> User Accounts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100</a:t>
                      </a:r>
                      <a:r>
                        <a:rPr b="0"/>
                        <a:t> Email Accounts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50 </a:t>
                      </a:r>
                      <a:r>
                        <a:rPr b="0"/>
                        <a:t>Subdomains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4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3175">
                      <a:solidFill>
                        <a:srgbClr val="A6A6A6"/>
                      </a:solidFill>
                    </a:lnL>
                    <a:lnR w="3175">
                      <a:solidFill>
                        <a:srgbClr val="A6A6A6"/>
                      </a:solidFill>
                    </a:lnR>
                    <a:lnT w="3175">
                      <a:solidFill>
                        <a:srgbClr val="A6A6A6"/>
                      </a:solidFill>
                    </a:lnT>
                    <a:lnB w="317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788" name="Rounded Rectangle 7"/>
          <p:cNvGrpSpPr/>
          <p:nvPr/>
        </p:nvGrpSpPr>
        <p:grpSpPr>
          <a:xfrm>
            <a:off x="5244291" y="5834672"/>
            <a:ext cx="1712345" cy="405444"/>
            <a:chOff x="0" y="0"/>
            <a:chExt cx="1712343" cy="405442"/>
          </a:xfrm>
        </p:grpSpPr>
        <p:sp>
          <p:nvSpPr>
            <p:cNvPr id="1786" name="Rounded Rectangle"/>
            <p:cNvSpPr/>
            <p:nvPr/>
          </p:nvSpPr>
          <p:spPr>
            <a:xfrm>
              <a:off x="0" y="0"/>
              <a:ext cx="1712343" cy="405442"/>
            </a:xfrm>
            <a:prstGeom prst="roundRect">
              <a:avLst>
                <a:gd name="adj" fmla="val 16667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>
              <a:outerShdw dist="50800" dir="5400000" rotWithShape="0">
                <a:srgbClr val="7C7C7C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1787" name="SIGN UP"/>
            <p:cNvSpPr txBox="1"/>
            <p:nvPr/>
          </p:nvSpPr>
          <p:spPr>
            <a:xfrm>
              <a:off x="65512" y="17301"/>
              <a:ext cx="1581320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SIGN UP</a:t>
              </a:r>
            </a:p>
          </p:txBody>
        </p:sp>
      </p:grpSp>
      <p:grpSp>
        <p:nvGrpSpPr>
          <p:cNvPr id="1791" name="Rounded Rectangle 8"/>
          <p:cNvGrpSpPr/>
          <p:nvPr/>
        </p:nvGrpSpPr>
        <p:grpSpPr>
          <a:xfrm>
            <a:off x="9058784" y="5744086"/>
            <a:ext cx="1179484" cy="307342"/>
            <a:chOff x="0" y="0"/>
            <a:chExt cx="1179482" cy="307341"/>
          </a:xfrm>
        </p:grpSpPr>
        <p:sp>
          <p:nvSpPr>
            <p:cNvPr id="1789" name="Rounded Rectangle"/>
            <p:cNvSpPr/>
            <p:nvPr/>
          </p:nvSpPr>
          <p:spPr>
            <a:xfrm>
              <a:off x="0" y="14033"/>
              <a:ext cx="1179482" cy="279274"/>
            </a:xfrm>
            <a:prstGeom prst="roundRect">
              <a:avLst>
                <a:gd name="adj" fmla="val 16667"/>
              </a:avLst>
            </a:prstGeom>
            <a:solidFill>
              <a:srgbClr val="AFABAB"/>
            </a:solidFill>
            <a:ln w="12700" cap="flat">
              <a:noFill/>
              <a:miter lim="400000"/>
            </a:ln>
            <a:effectLst>
              <a:outerShdw dist="50800" dir="5400000" rotWithShape="0">
                <a:srgbClr val="BFBFBF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1790" name="SIGN UP"/>
            <p:cNvSpPr txBox="1"/>
            <p:nvPr/>
          </p:nvSpPr>
          <p:spPr>
            <a:xfrm>
              <a:off x="59352" y="0"/>
              <a:ext cx="1060778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SIGN UP</a:t>
              </a:r>
            </a:p>
          </p:txBody>
        </p:sp>
      </p:grpSp>
      <p:grpSp>
        <p:nvGrpSpPr>
          <p:cNvPr id="1794" name="Rounded Rectangle 9"/>
          <p:cNvGrpSpPr/>
          <p:nvPr/>
        </p:nvGrpSpPr>
        <p:grpSpPr>
          <a:xfrm>
            <a:off x="1962659" y="5744086"/>
            <a:ext cx="1179484" cy="307342"/>
            <a:chOff x="0" y="0"/>
            <a:chExt cx="1179482" cy="307341"/>
          </a:xfrm>
        </p:grpSpPr>
        <p:sp>
          <p:nvSpPr>
            <p:cNvPr id="1792" name="Rounded Rectangle"/>
            <p:cNvSpPr/>
            <p:nvPr/>
          </p:nvSpPr>
          <p:spPr>
            <a:xfrm>
              <a:off x="0" y="14033"/>
              <a:ext cx="1179482" cy="279274"/>
            </a:xfrm>
            <a:prstGeom prst="roundRect">
              <a:avLst>
                <a:gd name="adj" fmla="val 16667"/>
              </a:avLst>
            </a:prstGeom>
            <a:solidFill>
              <a:srgbClr val="AFABAB"/>
            </a:solidFill>
            <a:ln w="12700" cap="flat">
              <a:noFill/>
              <a:miter lim="400000"/>
            </a:ln>
            <a:effectLst>
              <a:outerShdw dist="50800" dir="5400000" rotWithShape="0">
                <a:srgbClr val="BFBFBF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1793" name="SIGN UP"/>
            <p:cNvSpPr txBox="1"/>
            <p:nvPr/>
          </p:nvSpPr>
          <p:spPr>
            <a:xfrm>
              <a:off x="59352" y="0"/>
              <a:ext cx="1060778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SIGN UP</a:t>
              </a:r>
            </a:p>
          </p:txBody>
        </p:sp>
      </p:grpSp>
      <p:pic>
        <p:nvPicPr>
          <p:cNvPr id="1795" name="그림 14" descr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796" name="TextBox 1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799" name="그림 1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797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798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0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80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804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80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808" name="Text Placeholder 11"/>
          <p:cNvGrpSpPr/>
          <p:nvPr/>
        </p:nvGrpSpPr>
        <p:grpSpPr>
          <a:xfrm>
            <a:off x="6423490" y="2274159"/>
            <a:ext cx="4758710" cy="430890"/>
            <a:chOff x="0" y="-1"/>
            <a:chExt cx="4758708" cy="430889"/>
          </a:xfrm>
        </p:grpSpPr>
        <p:sp>
          <p:nvSpPr>
            <p:cNvPr id="1806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807" name="WEAKENESS"/>
            <p:cNvSpPr txBox="1"/>
            <p:nvPr/>
          </p:nvSpPr>
          <p:spPr>
            <a:xfrm>
              <a:off x="0" y="3353"/>
              <a:ext cx="4758708" cy="424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WEAKENESS</a:t>
              </a:r>
            </a:p>
          </p:txBody>
        </p:sp>
      </p:grpSp>
      <p:grpSp>
        <p:nvGrpSpPr>
          <p:cNvPr id="1811" name="Text Placeholder 15"/>
          <p:cNvGrpSpPr/>
          <p:nvPr/>
        </p:nvGrpSpPr>
        <p:grpSpPr>
          <a:xfrm>
            <a:off x="1145024" y="2274159"/>
            <a:ext cx="4758710" cy="430890"/>
            <a:chOff x="0" y="-1"/>
            <a:chExt cx="4758708" cy="430889"/>
          </a:xfrm>
        </p:grpSpPr>
        <p:sp>
          <p:nvSpPr>
            <p:cNvPr id="1809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810" name="STRENGTHS"/>
            <p:cNvSpPr txBox="1"/>
            <p:nvPr/>
          </p:nvSpPr>
          <p:spPr>
            <a:xfrm>
              <a:off x="0" y="3353"/>
              <a:ext cx="4758708" cy="424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STRENGTHS</a:t>
              </a:r>
            </a:p>
          </p:txBody>
        </p:sp>
      </p:grpSp>
      <p:grpSp>
        <p:nvGrpSpPr>
          <p:cNvPr id="1814" name="Oval 2"/>
          <p:cNvGrpSpPr/>
          <p:nvPr/>
        </p:nvGrpSpPr>
        <p:grpSpPr>
          <a:xfrm>
            <a:off x="6308273" y="1976054"/>
            <a:ext cx="498844" cy="498843"/>
            <a:chOff x="0" y="0"/>
            <a:chExt cx="498842" cy="498842"/>
          </a:xfrm>
        </p:grpSpPr>
        <p:sp>
          <p:nvSpPr>
            <p:cNvPr id="1812" name="Circle"/>
            <p:cNvSpPr/>
            <p:nvPr/>
          </p:nvSpPr>
          <p:spPr>
            <a:xfrm>
              <a:off x="0" y="0"/>
              <a:ext cx="498842" cy="49884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13" name="W"/>
            <p:cNvSpPr txBox="1"/>
            <p:nvPr/>
          </p:nvSpPr>
          <p:spPr>
            <a:xfrm>
              <a:off x="118774" y="19550"/>
              <a:ext cx="26129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W</a:t>
              </a:r>
            </a:p>
          </p:txBody>
        </p:sp>
      </p:grpSp>
      <p:grpSp>
        <p:nvGrpSpPr>
          <p:cNvPr id="1817" name="Oval 2"/>
          <p:cNvGrpSpPr/>
          <p:nvPr/>
        </p:nvGrpSpPr>
        <p:grpSpPr>
          <a:xfrm>
            <a:off x="1009803" y="1976054"/>
            <a:ext cx="498843" cy="498843"/>
            <a:chOff x="0" y="0"/>
            <a:chExt cx="498842" cy="498842"/>
          </a:xfrm>
        </p:grpSpPr>
        <p:sp>
          <p:nvSpPr>
            <p:cNvPr id="1815" name="Circle"/>
            <p:cNvSpPr/>
            <p:nvPr/>
          </p:nvSpPr>
          <p:spPr>
            <a:xfrm>
              <a:off x="0" y="0"/>
              <a:ext cx="498842" cy="49884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16" name="S"/>
            <p:cNvSpPr txBox="1"/>
            <p:nvPr/>
          </p:nvSpPr>
          <p:spPr>
            <a:xfrm>
              <a:off x="118774" y="19550"/>
              <a:ext cx="26129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S</a:t>
              </a:r>
            </a:p>
          </p:txBody>
        </p:sp>
      </p:grpSp>
      <p:grpSp>
        <p:nvGrpSpPr>
          <p:cNvPr id="1820" name="Text Placeholder 19"/>
          <p:cNvGrpSpPr/>
          <p:nvPr/>
        </p:nvGrpSpPr>
        <p:grpSpPr>
          <a:xfrm>
            <a:off x="1145225" y="2715755"/>
            <a:ext cx="4758508" cy="1383441"/>
            <a:chOff x="0" y="-1"/>
            <a:chExt cx="4758507" cy="1383440"/>
          </a:xfrm>
        </p:grpSpPr>
        <p:sp>
          <p:nvSpPr>
            <p:cNvPr id="1818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1819" name="강점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강점에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강점에 대해서 핵심만 간략하게 설명해주세요. </a:t>
              </a:r>
            </a:p>
          </p:txBody>
        </p:sp>
      </p:grpSp>
      <p:grpSp>
        <p:nvGrpSpPr>
          <p:cNvPr id="1823" name="Text Placeholder 19"/>
          <p:cNvGrpSpPr/>
          <p:nvPr/>
        </p:nvGrpSpPr>
        <p:grpSpPr>
          <a:xfrm>
            <a:off x="6423490" y="2715755"/>
            <a:ext cx="4758508" cy="1383441"/>
            <a:chOff x="0" y="-1"/>
            <a:chExt cx="4758507" cy="1383440"/>
          </a:xfrm>
        </p:grpSpPr>
        <p:sp>
          <p:nvSpPr>
            <p:cNvPr id="1821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1822" name="약점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약점에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약점에 대해서 핵심만 간략하게 설명해주세요. </a:t>
              </a:r>
            </a:p>
          </p:txBody>
        </p:sp>
      </p:grpSp>
      <p:grpSp>
        <p:nvGrpSpPr>
          <p:cNvPr id="1826" name="Text Placeholder 11"/>
          <p:cNvGrpSpPr/>
          <p:nvPr/>
        </p:nvGrpSpPr>
        <p:grpSpPr>
          <a:xfrm>
            <a:off x="6423490" y="4630255"/>
            <a:ext cx="4758710" cy="430890"/>
            <a:chOff x="0" y="-1"/>
            <a:chExt cx="4758708" cy="430889"/>
          </a:xfrm>
        </p:grpSpPr>
        <p:sp>
          <p:nvSpPr>
            <p:cNvPr id="1824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825" name="THREATS"/>
            <p:cNvSpPr txBox="1"/>
            <p:nvPr/>
          </p:nvSpPr>
          <p:spPr>
            <a:xfrm>
              <a:off x="0" y="3353"/>
              <a:ext cx="4758708" cy="424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THREATS</a:t>
              </a:r>
            </a:p>
          </p:txBody>
        </p:sp>
      </p:grpSp>
      <p:grpSp>
        <p:nvGrpSpPr>
          <p:cNvPr id="1829" name="Text Placeholder 15"/>
          <p:cNvGrpSpPr/>
          <p:nvPr/>
        </p:nvGrpSpPr>
        <p:grpSpPr>
          <a:xfrm>
            <a:off x="1145024" y="4630255"/>
            <a:ext cx="4758710" cy="430890"/>
            <a:chOff x="0" y="-1"/>
            <a:chExt cx="4758708" cy="430889"/>
          </a:xfrm>
        </p:grpSpPr>
        <p:sp>
          <p:nvSpPr>
            <p:cNvPr id="1827" name="Rectangle"/>
            <p:cNvSpPr/>
            <p:nvPr/>
          </p:nvSpPr>
          <p:spPr>
            <a:xfrm>
              <a:off x="0" y="-1"/>
              <a:ext cx="4758708" cy="430889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0"/>
                </a:spcBef>
                <a:defRPr sz="1600" b="1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828" name="OPPORTUNITIES"/>
            <p:cNvSpPr txBox="1"/>
            <p:nvPr/>
          </p:nvSpPr>
          <p:spPr>
            <a:xfrm>
              <a:off x="0" y="3353"/>
              <a:ext cx="4758708" cy="424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>
                <a:spcBef>
                  <a:spcPts val="1000"/>
                </a:spcBef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OPPORTUNITIES</a:t>
              </a:r>
            </a:p>
          </p:txBody>
        </p:sp>
      </p:grpSp>
      <p:grpSp>
        <p:nvGrpSpPr>
          <p:cNvPr id="1832" name="Oval 2"/>
          <p:cNvGrpSpPr/>
          <p:nvPr/>
        </p:nvGrpSpPr>
        <p:grpSpPr>
          <a:xfrm>
            <a:off x="6308273" y="4332149"/>
            <a:ext cx="498844" cy="498844"/>
            <a:chOff x="0" y="0"/>
            <a:chExt cx="498842" cy="498842"/>
          </a:xfrm>
        </p:grpSpPr>
        <p:sp>
          <p:nvSpPr>
            <p:cNvPr id="1830" name="Circle"/>
            <p:cNvSpPr/>
            <p:nvPr/>
          </p:nvSpPr>
          <p:spPr>
            <a:xfrm>
              <a:off x="0" y="0"/>
              <a:ext cx="498842" cy="49884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31" name="T"/>
            <p:cNvSpPr txBox="1"/>
            <p:nvPr/>
          </p:nvSpPr>
          <p:spPr>
            <a:xfrm>
              <a:off x="118774" y="19550"/>
              <a:ext cx="26129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T</a:t>
              </a:r>
            </a:p>
          </p:txBody>
        </p:sp>
      </p:grpSp>
      <p:grpSp>
        <p:nvGrpSpPr>
          <p:cNvPr id="1835" name="Oval 2"/>
          <p:cNvGrpSpPr/>
          <p:nvPr/>
        </p:nvGrpSpPr>
        <p:grpSpPr>
          <a:xfrm>
            <a:off x="1009803" y="4332149"/>
            <a:ext cx="498843" cy="498844"/>
            <a:chOff x="0" y="0"/>
            <a:chExt cx="498842" cy="498842"/>
          </a:xfrm>
        </p:grpSpPr>
        <p:sp>
          <p:nvSpPr>
            <p:cNvPr id="1833" name="Circle"/>
            <p:cNvSpPr/>
            <p:nvPr/>
          </p:nvSpPr>
          <p:spPr>
            <a:xfrm>
              <a:off x="0" y="0"/>
              <a:ext cx="498842" cy="49884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34" name="O"/>
            <p:cNvSpPr txBox="1"/>
            <p:nvPr/>
          </p:nvSpPr>
          <p:spPr>
            <a:xfrm>
              <a:off x="118774" y="19550"/>
              <a:ext cx="261294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O</a:t>
              </a:r>
            </a:p>
          </p:txBody>
        </p:sp>
      </p:grpSp>
      <p:grpSp>
        <p:nvGrpSpPr>
          <p:cNvPr id="1838" name="Text Placeholder 19"/>
          <p:cNvGrpSpPr/>
          <p:nvPr/>
        </p:nvGrpSpPr>
        <p:grpSpPr>
          <a:xfrm>
            <a:off x="1145225" y="5071851"/>
            <a:ext cx="4758508" cy="1383441"/>
            <a:chOff x="0" y="-1"/>
            <a:chExt cx="4758507" cy="1383440"/>
          </a:xfrm>
        </p:grpSpPr>
        <p:sp>
          <p:nvSpPr>
            <p:cNvPr id="1836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1837" name="기회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기회에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기회에 대해서 핵심만 간략하게 설명해주세요. </a:t>
              </a:r>
            </a:p>
          </p:txBody>
        </p:sp>
      </p:grpSp>
      <p:grpSp>
        <p:nvGrpSpPr>
          <p:cNvPr id="1841" name="Text Placeholder 19"/>
          <p:cNvGrpSpPr/>
          <p:nvPr/>
        </p:nvGrpSpPr>
        <p:grpSpPr>
          <a:xfrm>
            <a:off x="6423490" y="5071851"/>
            <a:ext cx="4758508" cy="1383441"/>
            <a:chOff x="0" y="-1"/>
            <a:chExt cx="4758507" cy="1383440"/>
          </a:xfrm>
        </p:grpSpPr>
        <p:sp>
          <p:nvSpPr>
            <p:cNvPr id="1839" name="Shape"/>
            <p:cNvSpPr/>
            <p:nvPr/>
          </p:nvSpPr>
          <p:spPr>
            <a:xfrm>
              <a:off x="0" y="-1"/>
              <a:ext cx="4758507" cy="13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dist="38100" dir="5400000" rotWithShape="0">
                <a:srgbClr val="C9C9C9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/>
              </a:pPr>
              <a:endParaRPr/>
            </a:p>
          </p:txBody>
        </p:sp>
        <p:sp>
          <p:nvSpPr>
            <p:cNvPr id="1840" name="위협에 대해서 핵심만 설명해주세요.…"/>
            <p:cNvSpPr txBox="1"/>
            <p:nvPr/>
          </p:nvSpPr>
          <p:spPr>
            <a:xfrm>
              <a:off x="75619" y="402699"/>
              <a:ext cx="4607269" cy="54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위협에 대해서 핵심만 설명해주세요.</a:t>
              </a:r>
              <a:endParaRPr sz="1200"/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위협에 대해서 핵심만 간략하게 설명해주세요. </a:t>
              </a:r>
            </a:p>
          </p:txBody>
        </p:sp>
      </p:grpSp>
      <p:pic>
        <p:nvPicPr>
          <p:cNvPr id="1842" name="그림 20" descr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843" name="TextBox 2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846" name="그림 2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84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845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4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85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85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85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53" name="타원 1"/>
          <p:cNvSpPr/>
          <p:nvPr/>
        </p:nvSpPr>
        <p:spPr>
          <a:xfrm>
            <a:off x="4348995" y="2506145"/>
            <a:ext cx="3498361" cy="3498361"/>
          </a:xfrm>
          <a:prstGeom prst="ellipse">
            <a:avLst/>
          </a:prstGeom>
          <a:ln w="190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1856" name="Oval 2"/>
          <p:cNvGrpSpPr/>
          <p:nvPr/>
        </p:nvGrpSpPr>
        <p:grpSpPr>
          <a:xfrm>
            <a:off x="4320714" y="2629542"/>
            <a:ext cx="995964" cy="995964"/>
            <a:chOff x="0" y="0"/>
            <a:chExt cx="995962" cy="995962"/>
          </a:xfrm>
        </p:grpSpPr>
        <p:sp>
          <p:nvSpPr>
            <p:cNvPr id="1854" name="Circle"/>
            <p:cNvSpPr/>
            <p:nvPr/>
          </p:nvSpPr>
          <p:spPr>
            <a:xfrm>
              <a:off x="0" y="0"/>
              <a:ext cx="995962" cy="99596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55" name="S"/>
            <p:cNvSpPr txBox="1"/>
            <p:nvPr/>
          </p:nvSpPr>
          <p:spPr>
            <a:xfrm>
              <a:off x="191574" y="210960"/>
              <a:ext cx="612813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S</a:t>
              </a:r>
            </a:p>
          </p:txBody>
        </p:sp>
      </p:grpSp>
      <p:grpSp>
        <p:nvGrpSpPr>
          <p:cNvPr id="1859" name="Oval 2"/>
          <p:cNvGrpSpPr/>
          <p:nvPr/>
        </p:nvGrpSpPr>
        <p:grpSpPr>
          <a:xfrm>
            <a:off x="6851392" y="2629542"/>
            <a:ext cx="995964" cy="995964"/>
            <a:chOff x="0" y="0"/>
            <a:chExt cx="995962" cy="995962"/>
          </a:xfrm>
        </p:grpSpPr>
        <p:sp>
          <p:nvSpPr>
            <p:cNvPr id="1857" name="Circle"/>
            <p:cNvSpPr/>
            <p:nvPr/>
          </p:nvSpPr>
          <p:spPr>
            <a:xfrm>
              <a:off x="0" y="0"/>
              <a:ext cx="995962" cy="99596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858" name="W"/>
            <p:cNvSpPr txBox="1"/>
            <p:nvPr/>
          </p:nvSpPr>
          <p:spPr>
            <a:xfrm>
              <a:off x="191574" y="210960"/>
              <a:ext cx="612813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W</a:t>
              </a:r>
            </a:p>
          </p:txBody>
        </p:sp>
      </p:grpSp>
      <p:grpSp>
        <p:nvGrpSpPr>
          <p:cNvPr id="1862" name="Oval 2"/>
          <p:cNvGrpSpPr/>
          <p:nvPr/>
        </p:nvGrpSpPr>
        <p:grpSpPr>
          <a:xfrm>
            <a:off x="4320714" y="4891030"/>
            <a:ext cx="995964" cy="995964"/>
            <a:chOff x="0" y="0"/>
            <a:chExt cx="995962" cy="995962"/>
          </a:xfrm>
        </p:grpSpPr>
        <p:sp>
          <p:nvSpPr>
            <p:cNvPr id="1860" name="Circle"/>
            <p:cNvSpPr/>
            <p:nvPr/>
          </p:nvSpPr>
          <p:spPr>
            <a:xfrm>
              <a:off x="0" y="0"/>
              <a:ext cx="995962" cy="99596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61" name="O"/>
            <p:cNvSpPr txBox="1"/>
            <p:nvPr/>
          </p:nvSpPr>
          <p:spPr>
            <a:xfrm>
              <a:off x="191574" y="210960"/>
              <a:ext cx="612813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O</a:t>
              </a:r>
            </a:p>
          </p:txBody>
        </p:sp>
      </p:grpSp>
      <p:grpSp>
        <p:nvGrpSpPr>
          <p:cNvPr id="1865" name="Oval 2"/>
          <p:cNvGrpSpPr/>
          <p:nvPr/>
        </p:nvGrpSpPr>
        <p:grpSpPr>
          <a:xfrm>
            <a:off x="6851392" y="4891030"/>
            <a:ext cx="995964" cy="995964"/>
            <a:chOff x="0" y="0"/>
            <a:chExt cx="995962" cy="995962"/>
          </a:xfrm>
        </p:grpSpPr>
        <p:sp>
          <p:nvSpPr>
            <p:cNvPr id="1863" name="Circle"/>
            <p:cNvSpPr/>
            <p:nvPr/>
          </p:nvSpPr>
          <p:spPr>
            <a:xfrm>
              <a:off x="0" y="0"/>
              <a:ext cx="995962" cy="995962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1864" name="T"/>
            <p:cNvSpPr txBox="1"/>
            <p:nvPr/>
          </p:nvSpPr>
          <p:spPr>
            <a:xfrm>
              <a:off x="191574" y="210960"/>
              <a:ext cx="612813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T</a:t>
              </a:r>
            </a:p>
          </p:txBody>
        </p:sp>
      </p:grpSp>
      <p:sp>
        <p:nvSpPr>
          <p:cNvPr id="1866" name="Rectangle 57"/>
          <p:cNvSpPr txBox="1"/>
          <p:nvPr/>
        </p:nvSpPr>
        <p:spPr>
          <a:xfrm>
            <a:off x="2585649" y="2398776"/>
            <a:ext cx="1493216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STRENGTHS</a:t>
            </a:r>
          </a:p>
        </p:txBody>
      </p:sp>
      <p:sp>
        <p:nvSpPr>
          <p:cNvPr id="1867" name="TextBox 13"/>
          <p:cNvSpPr txBox="1"/>
          <p:nvPr/>
        </p:nvSpPr>
        <p:spPr>
          <a:xfrm>
            <a:off x="1433917" y="2921768"/>
            <a:ext cx="2644948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강점에 대해서 핵심만 설명해주세요</a:t>
            </a:r>
          </a:p>
          <a:p>
            <a:pPr algn="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 algn="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868" name="Rectangle 57"/>
          <p:cNvSpPr txBox="1"/>
          <p:nvPr/>
        </p:nvSpPr>
        <p:spPr>
          <a:xfrm>
            <a:off x="2055424" y="4873513"/>
            <a:ext cx="20234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OPPORTUNITIES</a:t>
            </a:r>
          </a:p>
        </p:txBody>
      </p:sp>
      <p:sp>
        <p:nvSpPr>
          <p:cNvPr id="1869" name="TextBox 15"/>
          <p:cNvSpPr txBox="1"/>
          <p:nvPr/>
        </p:nvSpPr>
        <p:spPr>
          <a:xfrm>
            <a:off x="1433917" y="5256805"/>
            <a:ext cx="2644948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기회에 대해서 핵심만 설명해주세요</a:t>
            </a:r>
          </a:p>
          <a:p>
            <a:pPr algn="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 algn="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870" name="Rectangle 57"/>
          <p:cNvSpPr txBox="1"/>
          <p:nvPr/>
        </p:nvSpPr>
        <p:spPr>
          <a:xfrm>
            <a:off x="8113135" y="2538476"/>
            <a:ext cx="179270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WEAKENESS</a:t>
            </a:r>
          </a:p>
        </p:txBody>
      </p:sp>
      <p:sp>
        <p:nvSpPr>
          <p:cNvPr id="1871" name="TextBox 17"/>
          <p:cNvSpPr txBox="1"/>
          <p:nvPr/>
        </p:nvSpPr>
        <p:spPr>
          <a:xfrm>
            <a:off x="8113135" y="2921768"/>
            <a:ext cx="2644947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약점에 대해서 핵심만 설명해주세요</a:t>
            </a:r>
          </a:p>
          <a:p>
            <a: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872" name="Rectangle 57"/>
          <p:cNvSpPr txBox="1"/>
          <p:nvPr/>
        </p:nvSpPr>
        <p:spPr>
          <a:xfrm>
            <a:off x="8113135" y="4873513"/>
            <a:ext cx="179270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THREATS</a:t>
            </a:r>
          </a:p>
        </p:txBody>
      </p:sp>
      <p:sp>
        <p:nvSpPr>
          <p:cNvPr id="1873" name="TextBox 19"/>
          <p:cNvSpPr txBox="1"/>
          <p:nvPr/>
        </p:nvSpPr>
        <p:spPr>
          <a:xfrm>
            <a:off x="8113135" y="5256805"/>
            <a:ext cx="2644947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위협에 대해서 핵심만 설명해주세요</a:t>
            </a:r>
          </a:p>
          <a:p>
            <a: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간략하게 설명해주세요</a:t>
            </a:r>
          </a:p>
          <a:p>
            <a: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핵심만 짧게 설명해주세요 </a:t>
            </a:r>
          </a:p>
        </p:txBody>
      </p:sp>
      <p:sp>
        <p:nvSpPr>
          <p:cNvPr id="1874" name="타원 20"/>
          <p:cNvSpPr/>
          <p:nvPr/>
        </p:nvSpPr>
        <p:spPr>
          <a:xfrm>
            <a:off x="5248795" y="3405945"/>
            <a:ext cx="1698760" cy="1698759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875" name="Rectangle 57"/>
          <p:cNvSpPr txBox="1"/>
          <p:nvPr/>
        </p:nvSpPr>
        <p:spPr>
          <a:xfrm>
            <a:off x="5427979" y="4121638"/>
            <a:ext cx="136234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r>
              <a:t>KEYWORD</a:t>
            </a:r>
          </a:p>
        </p:txBody>
      </p:sp>
      <p:pic>
        <p:nvPicPr>
          <p:cNvPr id="1876" name="그림 23" descr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877" name="TextBox 2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880" name="그림 25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878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879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4" name="그룹 1"/>
          <p:cNvGrpSpPr/>
          <p:nvPr/>
        </p:nvGrpSpPr>
        <p:grpSpPr>
          <a:xfrm>
            <a:off x="4029993" y="2170452"/>
            <a:ext cx="4084853" cy="4084852"/>
            <a:chOff x="0" y="0"/>
            <a:chExt cx="4084851" cy="4084851"/>
          </a:xfrm>
        </p:grpSpPr>
        <p:graphicFrame>
          <p:nvGraphicFramePr>
            <p:cNvPr id="1882" name="차트 4"/>
            <p:cNvGraphicFramePr/>
            <p:nvPr/>
          </p:nvGraphicFramePr>
          <p:xfrm>
            <a:off x="0" y="0"/>
            <a:ext cx="4084852" cy="40848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883" name="타원 9"/>
            <p:cNvSpPr/>
            <p:nvPr/>
          </p:nvSpPr>
          <p:spPr>
            <a:xfrm>
              <a:off x="748297" y="748299"/>
              <a:ext cx="2588259" cy="2588257"/>
            </a:xfrm>
            <a:prstGeom prst="ellipse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sp>
        <p:nvSpPr>
          <p:cNvPr id="1885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86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887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888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88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0" name="TextBox 20"/>
          <p:cNvSpPr txBox="1"/>
          <p:nvPr/>
        </p:nvSpPr>
        <p:spPr>
          <a:xfrm>
            <a:off x="2333961" y="5849894"/>
            <a:ext cx="2295669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04 핵심 키워드를 작성해주세요</a:t>
            </a:r>
          </a:p>
        </p:txBody>
      </p:sp>
      <p:sp>
        <p:nvSpPr>
          <p:cNvPr id="1891" name="TextBox 21"/>
          <p:cNvSpPr txBox="1"/>
          <p:nvPr/>
        </p:nvSpPr>
        <p:spPr>
          <a:xfrm>
            <a:off x="1731488" y="6114882"/>
            <a:ext cx="28981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892" name="TextBox 11"/>
          <p:cNvSpPr txBox="1"/>
          <p:nvPr/>
        </p:nvSpPr>
        <p:spPr>
          <a:xfrm>
            <a:off x="2091275" y="2122055"/>
            <a:ext cx="2295669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01 핵심 키워드를 작성해주세요</a:t>
            </a:r>
          </a:p>
        </p:txBody>
      </p:sp>
      <p:sp>
        <p:nvSpPr>
          <p:cNvPr id="1893" name="TextBox 12"/>
          <p:cNvSpPr txBox="1"/>
          <p:nvPr/>
        </p:nvSpPr>
        <p:spPr>
          <a:xfrm>
            <a:off x="1330998" y="2387044"/>
            <a:ext cx="3055945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894" name="TextBox 14"/>
          <p:cNvSpPr txBox="1"/>
          <p:nvPr/>
        </p:nvSpPr>
        <p:spPr>
          <a:xfrm>
            <a:off x="1485421" y="3364669"/>
            <a:ext cx="2295668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02 핵심 키워드를 작성해주세요</a:t>
            </a:r>
          </a:p>
        </p:txBody>
      </p:sp>
      <p:sp>
        <p:nvSpPr>
          <p:cNvPr id="1895" name="TextBox 15"/>
          <p:cNvSpPr txBox="1"/>
          <p:nvPr/>
        </p:nvSpPr>
        <p:spPr>
          <a:xfrm>
            <a:off x="882949" y="3629657"/>
            <a:ext cx="28981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896" name="TextBox 17"/>
          <p:cNvSpPr txBox="1"/>
          <p:nvPr/>
        </p:nvSpPr>
        <p:spPr>
          <a:xfrm>
            <a:off x="1485421" y="4658081"/>
            <a:ext cx="2295668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03 핵심 키워드를 작성해주세요</a:t>
            </a:r>
          </a:p>
        </p:txBody>
      </p:sp>
      <p:sp>
        <p:nvSpPr>
          <p:cNvPr id="1897" name="TextBox 18"/>
          <p:cNvSpPr txBox="1"/>
          <p:nvPr/>
        </p:nvSpPr>
        <p:spPr>
          <a:xfrm>
            <a:off x="882949" y="4923070"/>
            <a:ext cx="28981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898" name="TextBox 22"/>
          <p:cNvSpPr txBox="1"/>
          <p:nvPr/>
        </p:nvSpPr>
        <p:spPr>
          <a:xfrm>
            <a:off x="7906768" y="2122055"/>
            <a:ext cx="2295668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05 핵심 키워드를 작성해주세요</a:t>
            </a:r>
          </a:p>
        </p:txBody>
      </p:sp>
      <p:sp>
        <p:nvSpPr>
          <p:cNvPr id="1899" name="TextBox 23"/>
          <p:cNvSpPr txBox="1"/>
          <p:nvPr/>
        </p:nvSpPr>
        <p:spPr>
          <a:xfrm>
            <a:off x="7906768" y="2387044"/>
            <a:ext cx="305594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900" name="TextBox 24"/>
          <p:cNvSpPr txBox="1"/>
          <p:nvPr/>
        </p:nvSpPr>
        <p:spPr>
          <a:xfrm>
            <a:off x="8410910" y="3364669"/>
            <a:ext cx="2295669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06 핵심 키워드를 작성해주세요</a:t>
            </a:r>
          </a:p>
        </p:txBody>
      </p:sp>
      <p:sp>
        <p:nvSpPr>
          <p:cNvPr id="1901" name="TextBox 25"/>
          <p:cNvSpPr txBox="1"/>
          <p:nvPr/>
        </p:nvSpPr>
        <p:spPr>
          <a:xfrm>
            <a:off x="8410910" y="3629657"/>
            <a:ext cx="28981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902" name="TextBox 26"/>
          <p:cNvSpPr txBox="1"/>
          <p:nvPr/>
        </p:nvSpPr>
        <p:spPr>
          <a:xfrm>
            <a:off x="8410910" y="4658081"/>
            <a:ext cx="2295669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07 핵심 키워드를 작성해주세요</a:t>
            </a:r>
          </a:p>
        </p:txBody>
      </p:sp>
      <p:sp>
        <p:nvSpPr>
          <p:cNvPr id="1903" name="TextBox 27"/>
          <p:cNvSpPr txBox="1"/>
          <p:nvPr/>
        </p:nvSpPr>
        <p:spPr>
          <a:xfrm>
            <a:off x="8410910" y="4923070"/>
            <a:ext cx="28981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904" name="TextBox 28"/>
          <p:cNvSpPr txBox="1"/>
          <p:nvPr/>
        </p:nvSpPr>
        <p:spPr>
          <a:xfrm>
            <a:off x="7830835" y="5849894"/>
            <a:ext cx="2295669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26BF6"/>
                </a:solidFill>
              </a:defRPr>
            </a:pPr>
            <a:r>
              <a:t>08 핵심 키워드를 작성해주세요</a:t>
            </a:r>
          </a:p>
        </p:txBody>
      </p:sp>
      <p:sp>
        <p:nvSpPr>
          <p:cNvPr id="1905" name="TextBox 29"/>
          <p:cNvSpPr txBox="1"/>
          <p:nvPr/>
        </p:nvSpPr>
        <p:spPr>
          <a:xfrm>
            <a:off x="7830835" y="6114882"/>
            <a:ext cx="28981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핵심 키워드를 설명하는 내용을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키워드를 설명하는 내용을 작성해주세요</a:t>
            </a:r>
          </a:p>
        </p:txBody>
      </p:sp>
      <p:sp>
        <p:nvSpPr>
          <p:cNvPr id="1906" name="Freeform: Shape 210"/>
          <p:cNvSpPr/>
          <p:nvPr/>
        </p:nvSpPr>
        <p:spPr>
          <a:xfrm>
            <a:off x="6545340" y="2403723"/>
            <a:ext cx="304454" cy="3129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96" y="0"/>
                </a:moveTo>
                <a:lnTo>
                  <a:pt x="13224" y="0"/>
                </a:lnTo>
                <a:lnTo>
                  <a:pt x="13385" y="682"/>
                </a:lnTo>
                <a:lnTo>
                  <a:pt x="13866" y="3119"/>
                </a:lnTo>
                <a:cubicBezTo>
                  <a:pt x="14647" y="3431"/>
                  <a:pt x="15388" y="3860"/>
                  <a:pt x="16050" y="4425"/>
                </a:cubicBezTo>
                <a:lnTo>
                  <a:pt x="18554" y="3587"/>
                </a:lnTo>
                <a:lnTo>
                  <a:pt x="19256" y="3373"/>
                </a:lnTo>
                <a:lnTo>
                  <a:pt x="19576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6" y="9494"/>
                </a:lnTo>
                <a:cubicBezTo>
                  <a:pt x="19296" y="10118"/>
                  <a:pt x="19356" y="10547"/>
                  <a:pt x="19356" y="10800"/>
                </a:cubicBezTo>
                <a:cubicBezTo>
                  <a:pt x="19356" y="11034"/>
                  <a:pt x="19296" y="11482"/>
                  <a:pt x="19196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6" y="17662"/>
                </a:lnTo>
                <a:lnTo>
                  <a:pt x="19256" y="18227"/>
                </a:lnTo>
                <a:lnTo>
                  <a:pt x="18554" y="18013"/>
                </a:lnTo>
                <a:lnTo>
                  <a:pt x="16050" y="17175"/>
                </a:lnTo>
                <a:cubicBezTo>
                  <a:pt x="15368" y="17721"/>
                  <a:pt x="14647" y="18169"/>
                  <a:pt x="13866" y="18481"/>
                </a:cubicBezTo>
                <a:lnTo>
                  <a:pt x="13385" y="20918"/>
                </a:lnTo>
                <a:lnTo>
                  <a:pt x="13224" y="21600"/>
                </a:lnTo>
                <a:lnTo>
                  <a:pt x="8376" y="21600"/>
                </a:lnTo>
                <a:lnTo>
                  <a:pt x="8215" y="20918"/>
                </a:lnTo>
                <a:lnTo>
                  <a:pt x="7734" y="18481"/>
                </a:lnTo>
                <a:cubicBezTo>
                  <a:pt x="6953" y="18169"/>
                  <a:pt x="6211" y="17740"/>
                  <a:pt x="5550" y="17175"/>
                </a:cubicBezTo>
                <a:lnTo>
                  <a:pt x="3046" y="18013"/>
                </a:lnTo>
                <a:lnTo>
                  <a:pt x="2344" y="18227"/>
                </a:lnTo>
                <a:lnTo>
                  <a:pt x="2024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4" y="12106"/>
                </a:lnTo>
                <a:cubicBezTo>
                  <a:pt x="2304" y="11482"/>
                  <a:pt x="2244" y="11053"/>
                  <a:pt x="2244" y="10800"/>
                </a:cubicBezTo>
                <a:cubicBezTo>
                  <a:pt x="2244" y="10566"/>
                  <a:pt x="2304" y="10118"/>
                  <a:pt x="2404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4" y="3938"/>
                </a:lnTo>
                <a:lnTo>
                  <a:pt x="2344" y="3373"/>
                </a:lnTo>
                <a:lnTo>
                  <a:pt x="3046" y="3587"/>
                </a:lnTo>
                <a:lnTo>
                  <a:pt x="5550" y="4425"/>
                </a:lnTo>
                <a:cubicBezTo>
                  <a:pt x="6232" y="3879"/>
                  <a:pt x="6953" y="3431"/>
                  <a:pt x="7734" y="3119"/>
                </a:cubicBezTo>
                <a:lnTo>
                  <a:pt x="8215" y="682"/>
                </a:lnTo>
                <a:lnTo>
                  <a:pt x="8396" y="0"/>
                </a:lnTo>
                <a:close/>
                <a:moveTo>
                  <a:pt x="9778" y="1677"/>
                </a:moveTo>
                <a:lnTo>
                  <a:pt x="9357" y="3860"/>
                </a:lnTo>
                <a:lnTo>
                  <a:pt x="9257" y="4328"/>
                </a:lnTo>
                <a:lnTo>
                  <a:pt x="8776" y="4484"/>
                </a:lnTo>
                <a:cubicBezTo>
                  <a:pt x="7814" y="4796"/>
                  <a:pt x="6953" y="5283"/>
                  <a:pt x="6211" y="5946"/>
                </a:cubicBezTo>
                <a:lnTo>
                  <a:pt x="5791" y="6258"/>
                </a:lnTo>
                <a:lnTo>
                  <a:pt x="5370" y="6160"/>
                </a:lnTo>
                <a:lnTo>
                  <a:pt x="3186" y="5439"/>
                </a:lnTo>
                <a:lnTo>
                  <a:pt x="2164" y="7096"/>
                </a:lnTo>
                <a:lnTo>
                  <a:pt x="3867" y="8558"/>
                </a:lnTo>
                <a:lnTo>
                  <a:pt x="4288" y="8870"/>
                </a:lnTo>
                <a:lnTo>
                  <a:pt x="4128" y="9396"/>
                </a:lnTo>
                <a:cubicBezTo>
                  <a:pt x="4027" y="9845"/>
                  <a:pt x="3967" y="10332"/>
                  <a:pt x="3967" y="10859"/>
                </a:cubicBezTo>
                <a:cubicBezTo>
                  <a:pt x="3967" y="11385"/>
                  <a:pt x="4027" y="11872"/>
                  <a:pt x="4128" y="12321"/>
                </a:cubicBezTo>
                <a:lnTo>
                  <a:pt x="4288" y="12847"/>
                </a:lnTo>
                <a:lnTo>
                  <a:pt x="3867" y="13159"/>
                </a:lnTo>
                <a:lnTo>
                  <a:pt x="2164" y="14621"/>
                </a:lnTo>
                <a:lnTo>
                  <a:pt x="3186" y="16278"/>
                </a:lnTo>
                <a:lnTo>
                  <a:pt x="5370" y="15557"/>
                </a:lnTo>
                <a:lnTo>
                  <a:pt x="5791" y="15459"/>
                </a:lnTo>
                <a:lnTo>
                  <a:pt x="6211" y="15771"/>
                </a:lnTo>
                <a:cubicBezTo>
                  <a:pt x="6953" y="16434"/>
                  <a:pt x="7814" y="16921"/>
                  <a:pt x="8776" y="17233"/>
                </a:cubicBezTo>
                <a:lnTo>
                  <a:pt x="9257" y="17389"/>
                </a:lnTo>
                <a:lnTo>
                  <a:pt x="9357" y="17857"/>
                </a:lnTo>
                <a:lnTo>
                  <a:pt x="9778" y="20040"/>
                </a:lnTo>
                <a:lnTo>
                  <a:pt x="11802" y="20040"/>
                </a:lnTo>
                <a:lnTo>
                  <a:pt x="12223" y="17857"/>
                </a:lnTo>
                <a:lnTo>
                  <a:pt x="12323" y="17389"/>
                </a:lnTo>
                <a:lnTo>
                  <a:pt x="12804" y="17233"/>
                </a:lnTo>
                <a:cubicBezTo>
                  <a:pt x="13765" y="16921"/>
                  <a:pt x="14627" y="16434"/>
                  <a:pt x="15368" y="15771"/>
                </a:cubicBezTo>
                <a:lnTo>
                  <a:pt x="15789" y="15459"/>
                </a:lnTo>
                <a:lnTo>
                  <a:pt x="16210" y="15557"/>
                </a:lnTo>
                <a:lnTo>
                  <a:pt x="18394" y="16278"/>
                </a:lnTo>
                <a:lnTo>
                  <a:pt x="19416" y="14621"/>
                </a:lnTo>
                <a:lnTo>
                  <a:pt x="17713" y="13159"/>
                </a:lnTo>
                <a:lnTo>
                  <a:pt x="17332" y="12847"/>
                </a:lnTo>
                <a:lnTo>
                  <a:pt x="17432" y="12321"/>
                </a:lnTo>
                <a:cubicBezTo>
                  <a:pt x="17532" y="11872"/>
                  <a:pt x="17593" y="11385"/>
                  <a:pt x="17593" y="10859"/>
                </a:cubicBezTo>
                <a:cubicBezTo>
                  <a:pt x="17593" y="10332"/>
                  <a:pt x="17532" y="9845"/>
                  <a:pt x="17432" y="9396"/>
                </a:cubicBezTo>
                <a:lnTo>
                  <a:pt x="17272" y="8870"/>
                </a:lnTo>
                <a:lnTo>
                  <a:pt x="17693" y="8558"/>
                </a:lnTo>
                <a:lnTo>
                  <a:pt x="19396" y="7096"/>
                </a:lnTo>
                <a:lnTo>
                  <a:pt x="18374" y="5439"/>
                </a:lnTo>
                <a:lnTo>
                  <a:pt x="16190" y="6160"/>
                </a:lnTo>
                <a:lnTo>
                  <a:pt x="15769" y="6258"/>
                </a:lnTo>
                <a:lnTo>
                  <a:pt x="15348" y="5946"/>
                </a:lnTo>
                <a:cubicBezTo>
                  <a:pt x="14607" y="5283"/>
                  <a:pt x="13745" y="4796"/>
                  <a:pt x="12784" y="4484"/>
                </a:cubicBezTo>
                <a:lnTo>
                  <a:pt x="12303" y="4328"/>
                </a:lnTo>
                <a:lnTo>
                  <a:pt x="12203" y="3860"/>
                </a:lnTo>
                <a:lnTo>
                  <a:pt x="11782" y="1677"/>
                </a:lnTo>
                <a:lnTo>
                  <a:pt x="9778" y="1677"/>
                </a:lnTo>
                <a:close/>
                <a:moveTo>
                  <a:pt x="7774" y="7876"/>
                </a:moveTo>
                <a:cubicBezTo>
                  <a:pt x="8616" y="7057"/>
                  <a:pt x="9618" y="6648"/>
                  <a:pt x="10800" y="6648"/>
                </a:cubicBezTo>
                <a:cubicBezTo>
                  <a:pt x="11982" y="6648"/>
                  <a:pt x="12984" y="7057"/>
                  <a:pt x="13826" y="7876"/>
                </a:cubicBezTo>
                <a:cubicBezTo>
                  <a:pt x="14667" y="8695"/>
                  <a:pt x="15088" y="9669"/>
                  <a:pt x="15088" y="10819"/>
                </a:cubicBezTo>
                <a:cubicBezTo>
                  <a:pt x="15088" y="11970"/>
                  <a:pt x="14667" y="12944"/>
                  <a:pt x="13826" y="13763"/>
                </a:cubicBezTo>
                <a:cubicBezTo>
                  <a:pt x="12984" y="14582"/>
                  <a:pt x="11982" y="14991"/>
                  <a:pt x="10800" y="14991"/>
                </a:cubicBezTo>
                <a:cubicBezTo>
                  <a:pt x="9618" y="14991"/>
                  <a:pt x="8616" y="14582"/>
                  <a:pt x="7774" y="13763"/>
                </a:cubicBezTo>
                <a:cubicBezTo>
                  <a:pt x="6933" y="12944"/>
                  <a:pt x="6512" y="11970"/>
                  <a:pt x="6512" y="10819"/>
                </a:cubicBezTo>
                <a:cubicBezTo>
                  <a:pt x="6512" y="9669"/>
                  <a:pt x="6933" y="8695"/>
                  <a:pt x="7774" y="7876"/>
                </a:cubicBezTo>
                <a:close/>
                <a:moveTo>
                  <a:pt x="12603" y="9046"/>
                </a:moveTo>
                <a:cubicBezTo>
                  <a:pt x="12102" y="8558"/>
                  <a:pt x="11501" y="8324"/>
                  <a:pt x="10780" y="8324"/>
                </a:cubicBezTo>
                <a:cubicBezTo>
                  <a:pt x="10059" y="8324"/>
                  <a:pt x="9458" y="8558"/>
                  <a:pt x="8957" y="9046"/>
                </a:cubicBezTo>
                <a:cubicBezTo>
                  <a:pt x="8456" y="9533"/>
                  <a:pt x="8215" y="10118"/>
                  <a:pt x="8215" y="10819"/>
                </a:cubicBezTo>
                <a:cubicBezTo>
                  <a:pt x="8215" y="11521"/>
                  <a:pt x="8456" y="12106"/>
                  <a:pt x="8957" y="12594"/>
                </a:cubicBezTo>
                <a:cubicBezTo>
                  <a:pt x="9458" y="13081"/>
                  <a:pt x="10059" y="13315"/>
                  <a:pt x="10780" y="13315"/>
                </a:cubicBezTo>
                <a:cubicBezTo>
                  <a:pt x="11501" y="13315"/>
                  <a:pt x="12102" y="13081"/>
                  <a:pt x="12603" y="12594"/>
                </a:cubicBezTo>
                <a:cubicBezTo>
                  <a:pt x="13104" y="12106"/>
                  <a:pt x="13345" y="11521"/>
                  <a:pt x="13345" y="10819"/>
                </a:cubicBezTo>
                <a:cubicBezTo>
                  <a:pt x="13365" y="10118"/>
                  <a:pt x="13104" y="9533"/>
                  <a:pt x="12603" y="904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07" name="Freeform: Shape 172"/>
          <p:cNvSpPr/>
          <p:nvPr/>
        </p:nvSpPr>
        <p:spPr>
          <a:xfrm>
            <a:off x="7506099" y="3317006"/>
            <a:ext cx="243759" cy="31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14450" y="0"/>
                </a:lnTo>
                <a:lnTo>
                  <a:pt x="14855" y="214"/>
                </a:lnTo>
                <a:lnTo>
                  <a:pt x="21322" y="5196"/>
                </a:lnTo>
                <a:lnTo>
                  <a:pt x="21600" y="5507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2173" y="1654"/>
                </a:moveTo>
                <a:lnTo>
                  <a:pt x="2173" y="19907"/>
                </a:lnTo>
                <a:lnTo>
                  <a:pt x="19427" y="19907"/>
                </a:lnTo>
                <a:lnTo>
                  <a:pt x="19427" y="6616"/>
                </a:lnTo>
                <a:lnTo>
                  <a:pt x="12960" y="6616"/>
                </a:lnTo>
                <a:lnTo>
                  <a:pt x="12960" y="1635"/>
                </a:lnTo>
                <a:lnTo>
                  <a:pt x="2173" y="1635"/>
                </a:lnTo>
                <a:close/>
                <a:moveTo>
                  <a:pt x="5406" y="8309"/>
                </a:moveTo>
                <a:lnTo>
                  <a:pt x="16194" y="8309"/>
                </a:lnTo>
                <a:lnTo>
                  <a:pt x="16194" y="9963"/>
                </a:lnTo>
                <a:lnTo>
                  <a:pt x="5406" y="9963"/>
                </a:lnTo>
                <a:lnTo>
                  <a:pt x="5406" y="8309"/>
                </a:lnTo>
                <a:close/>
                <a:moveTo>
                  <a:pt x="5406" y="11617"/>
                </a:moveTo>
                <a:lnTo>
                  <a:pt x="16194" y="11617"/>
                </a:lnTo>
                <a:lnTo>
                  <a:pt x="16194" y="13271"/>
                </a:lnTo>
                <a:lnTo>
                  <a:pt x="5406" y="13271"/>
                </a:lnTo>
                <a:lnTo>
                  <a:pt x="5406" y="11617"/>
                </a:lnTo>
                <a:close/>
                <a:moveTo>
                  <a:pt x="5406" y="14945"/>
                </a:moveTo>
                <a:lnTo>
                  <a:pt x="16194" y="14945"/>
                </a:lnTo>
                <a:lnTo>
                  <a:pt x="16194" y="16599"/>
                </a:lnTo>
                <a:lnTo>
                  <a:pt x="5406" y="16599"/>
                </a:lnTo>
                <a:lnTo>
                  <a:pt x="5406" y="14945"/>
                </a:lnTo>
                <a:close/>
                <a:moveTo>
                  <a:pt x="15107" y="2861"/>
                </a:moveTo>
                <a:lnTo>
                  <a:pt x="15107" y="4982"/>
                </a:lnTo>
                <a:lnTo>
                  <a:pt x="17861" y="4982"/>
                </a:lnTo>
                <a:lnTo>
                  <a:pt x="15107" y="286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08" name="Freeform: Shape 64"/>
          <p:cNvSpPr/>
          <p:nvPr/>
        </p:nvSpPr>
        <p:spPr>
          <a:xfrm>
            <a:off x="5352858" y="2413673"/>
            <a:ext cx="267421" cy="291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93"/>
                </a:moveTo>
                <a:lnTo>
                  <a:pt x="5895" y="12593"/>
                </a:lnTo>
                <a:lnTo>
                  <a:pt x="5895" y="21600"/>
                </a:lnTo>
                <a:lnTo>
                  <a:pt x="0" y="21600"/>
                </a:lnTo>
                <a:lnTo>
                  <a:pt x="0" y="12593"/>
                </a:lnTo>
                <a:close/>
                <a:moveTo>
                  <a:pt x="7852" y="6286"/>
                </a:moveTo>
                <a:lnTo>
                  <a:pt x="13748" y="6286"/>
                </a:lnTo>
                <a:lnTo>
                  <a:pt x="13748" y="21579"/>
                </a:lnTo>
                <a:lnTo>
                  <a:pt x="7852" y="21579"/>
                </a:lnTo>
                <a:lnTo>
                  <a:pt x="7852" y="6286"/>
                </a:lnTo>
                <a:close/>
                <a:moveTo>
                  <a:pt x="15705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5705" y="21600"/>
                </a:lnTo>
                <a:lnTo>
                  <a:pt x="1570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09" name="Freeform: Shape 4"/>
          <p:cNvSpPr/>
          <p:nvPr/>
        </p:nvSpPr>
        <p:spPr>
          <a:xfrm>
            <a:off x="4448335" y="3328408"/>
            <a:ext cx="292224" cy="295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15360"/>
                </a:lnTo>
                <a:cubicBezTo>
                  <a:pt x="21600" y="16320"/>
                  <a:pt x="21242" y="17155"/>
                  <a:pt x="20525" y="17864"/>
                </a:cubicBezTo>
                <a:cubicBezTo>
                  <a:pt x="19809" y="18574"/>
                  <a:pt x="18966" y="18929"/>
                  <a:pt x="17996" y="18929"/>
                </a:cubicBezTo>
                <a:cubicBezTo>
                  <a:pt x="17027" y="18929"/>
                  <a:pt x="16184" y="18574"/>
                  <a:pt x="15468" y="17864"/>
                </a:cubicBezTo>
                <a:cubicBezTo>
                  <a:pt x="14751" y="17155"/>
                  <a:pt x="14393" y="16320"/>
                  <a:pt x="14393" y="15360"/>
                </a:cubicBezTo>
                <a:cubicBezTo>
                  <a:pt x="14393" y="14400"/>
                  <a:pt x="14751" y="13565"/>
                  <a:pt x="15468" y="12856"/>
                </a:cubicBezTo>
                <a:cubicBezTo>
                  <a:pt x="16184" y="12146"/>
                  <a:pt x="17027" y="11791"/>
                  <a:pt x="17996" y="11791"/>
                </a:cubicBezTo>
                <a:cubicBezTo>
                  <a:pt x="18629" y="11791"/>
                  <a:pt x="19240" y="11958"/>
                  <a:pt x="19788" y="12292"/>
                </a:cubicBezTo>
                <a:lnTo>
                  <a:pt x="19788" y="5739"/>
                </a:lnTo>
                <a:lnTo>
                  <a:pt x="7207" y="8077"/>
                </a:lnTo>
                <a:lnTo>
                  <a:pt x="7207" y="18031"/>
                </a:lnTo>
                <a:cubicBezTo>
                  <a:pt x="7207" y="18991"/>
                  <a:pt x="6849" y="19826"/>
                  <a:pt x="6132" y="20536"/>
                </a:cubicBezTo>
                <a:cubicBezTo>
                  <a:pt x="5416" y="21245"/>
                  <a:pt x="4573" y="21600"/>
                  <a:pt x="3604" y="21600"/>
                </a:cubicBezTo>
                <a:cubicBezTo>
                  <a:pt x="2634" y="21600"/>
                  <a:pt x="1791" y="21245"/>
                  <a:pt x="1075" y="20536"/>
                </a:cubicBezTo>
                <a:cubicBezTo>
                  <a:pt x="358" y="19826"/>
                  <a:pt x="0" y="18991"/>
                  <a:pt x="0" y="18031"/>
                </a:cubicBezTo>
                <a:cubicBezTo>
                  <a:pt x="0" y="17071"/>
                  <a:pt x="358" y="16236"/>
                  <a:pt x="1075" y="15527"/>
                </a:cubicBezTo>
                <a:cubicBezTo>
                  <a:pt x="1791" y="14817"/>
                  <a:pt x="2634" y="14463"/>
                  <a:pt x="3604" y="14463"/>
                </a:cubicBezTo>
                <a:cubicBezTo>
                  <a:pt x="4236" y="14463"/>
                  <a:pt x="4847" y="14630"/>
                  <a:pt x="5395" y="14963"/>
                </a:cubicBezTo>
                <a:lnTo>
                  <a:pt x="5395" y="3026"/>
                </a:lnTo>
                <a:lnTo>
                  <a:pt x="6132" y="2922"/>
                </a:lnTo>
                <a:lnTo>
                  <a:pt x="20525" y="250"/>
                </a:lnTo>
                <a:lnTo>
                  <a:pt x="21600" y="0"/>
                </a:lnTo>
                <a:close/>
                <a:moveTo>
                  <a:pt x="4889" y="16779"/>
                </a:moveTo>
                <a:cubicBezTo>
                  <a:pt x="4531" y="16424"/>
                  <a:pt x="4109" y="16257"/>
                  <a:pt x="3625" y="16257"/>
                </a:cubicBezTo>
                <a:cubicBezTo>
                  <a:pt x="3140" y="16257"/>
                  <a:pt x="2718" y="16424"/>
                  <a:pt x="2360" y="16779"/>
                </a:cubicBezTo>
                <a:cubicBezTo>
                  <a:pt x="2002" y="17134"/>
                  <a:pt x="1833" y="17551"/>
                  <a:pt x="1833" y="18031"/>
                </a:cubicBezTo>
                <a:cubicBezTo>
                  <a:pt x="1833" y="18511"/>
                  <a:pt x="2002" y="18929"/>
                  <a:pt x="2360" y="19283"/>
                </a:cubicBezTo>
                <a:cubicBezTo>
                  <a:pt x="2718" y="19638"/>
                  <a:pt x="3140" y="19805"/>
                  <a:pt x="3625" y="19805"/>
                </a:cubicBezTo>
                <a:cubicBezTo>
                  <a:pt x="4109" y="19805"/>
                  <a:pt x="4531" y="19638"/>
                  <a:pt x="4889" y="19283"/>
                </a:cubicBezTo>
                <a:cubicBezTo>
                  <a:pt x="5247" y="18929"/>
                  <a:pt x="5416" y="18511"/>
                  <a:pt x="5416" y="18031"/>
                </a:cubicBezTo>
                <a:cubicBezTo>
                  <a:pt x="5416" y="17551"/>
                  <a:pt x="5247" y="17134"/>
                  <a:pt x="4889" y="16779"/>
                </a:cubicBezTo>
                <a:close/>
                <a:moveTo>
                  <a:pt x="19809" y="2170"/>
                </a:moveTo>
                <a:lnTo>
                  <a:pt x="7207" y="4508"/>
                </a:lnTo>
                <a:lnTo>
                  <a:pt x="7207" y="6282"/>
                </a:lnTo>
                <a:lnTo>
                  <a:pt x="19788" y="3944"/>
                </a:lnTo>
                <a:lnTo>
                  <a:pt x="19788" y="2170"/>
                </a:lnTo>
                <a:close/>
                <a:moveTo>
                  <a:pt x="19261" y="14108"/>
                </a:moveTo>
                <a:cubicBezTo>
                  <a:pt x="18903" y="13753"/>
                  <a:pt x="18481" y="13586"/>
                  <a:pt x="17996" y="13586"/>
                </a:cubicBezTo>
                <a:cubicBezTo>
                  <a:pt x="17512" y="13586"/>
                  <a:pt x="17090" y="13753"/>
                  <a:pt x="16732" y="14108"/>
                </a:cubicBezTo>
                <a:cubicBezTo>
                  <a:pt x="16374" y="14463"/>
                  <a:pt x="16205" y="14880"/>
                  <a:pt x="16205" y="15360"/>
                </a:cubicBezTo>
                <a:cubicBezTo>
                  <a:pt x="16205" y="15840"/>
                  <a:pt x="16374" y="16257"/>
                  <a:pt x="16732" y="16612"/>
                </a:cubicBezTo>
                <a:cubicBezTo>
                  <a:pt x="17090" y="16967"/>
                  <a:pt x="17512" y="17134"/>
                  <a:pt x="17996" y="17134"/>
                </a:cubicBezTo>
                <a:cubicBezTo>
                  <a:pt x="18481" y="17134"/>
                  <a:pt x="18903" y="16967"/>
                  <a:pt x="19261" y="16612"/>
                </a:cubicBezTo>
                <a:cubicBezTo>
                  <a:pt x="19619" y="16257"/>
                  <a:pt x="19788" y="15840"/>
                  <a:pt x="19788" y="15360"/>
                </a:cubicBezTo>
                <a:cubicBezTo>
                  <a:pt x="19809" y="14880"/>
                  <a:pt x="19619" y="14463"/>
                  <a:pt x="19261" y="1410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10" name="Freeform: Shape 94"/>
          <p:cNvSpPr/>
          <p:nvPr/>
        </p:nvSpPr>
        <p:spPr>
          <a:xfrm>
            <a:off x="5301007" y="5508711"/>
            <a:ext cx="289485" cy="3134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1696" y="21600"/>
                </a:lnTo>
                <a:lnTo>
                  <a:pt x="11696" y="18272"/>
                </a:lnTo>
                <a:lnTo>
                  <a:pt x="9904" y="18272"/>
                </a:lnTo>
                <a:lnTo>
                  <a:pt x="9904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833" y="1674"/>
                </a:moveTo>
                <a:lnTo>
                  <a:pt x="1833" y="19926"/>
                </a:lnTo>
                <a:lnTo>
                  <a:pt x="8134" y="19926"/>
                </a:lnTo>
                <a:lnTo>
                  <a:pt x="8134" y="16599"/>
                </a:lnTo>
                <a:lnTo>
                  <a:pt x="13550" y="16599"/>
                </a:lnTo>
                <a:lnTo>
                  <a:pt x="13550" y="19926"/>
                </a:lnTo>
                <a:lnTo>
                  <a:pt x="19851" y="19926"/>
                </a:lnTo>
                <a:lnTo>
                  <a:pt x="19851" y="1674"/>
                </a:lnTo>
                <a:lnTo>
                  <a:pt x="1833" y="1674"/>
                </a:lnTo>
                <a:close/>
                <a:moveTo>
                  <a:pt x="3625" y="3328"/>
                </a:moveTo>
                <a:lnTo>
                  <a:pt x="7228" y="3328"/>
                </a:lnTo>
                <a:lnTo>
                  <a:pt x="7228" y="4982"/>
                </a:lnTo>
                <a:lnTo>
                  <a:pt x="3625" y="4982"/>
                </a:lnTo>
                <a:lnTo>
                  <a:pt x="3625" y="3328"/>
                </a:lnTo>
                <a:close/>
                <a:moveTo>
                  <a:pt x="3625" y="6655"/>
                </a:moveTo>
                <a:lnTo>
                  <a:pt x="7228" y="6655"/>
                </a:lnTo>
                <a:lnTo>
                  <a:pt x="7228" y="8309"/>
                </a:lnTo>
                <a:lnTo>
                  <a:pt x="3625" y="8309"/>
                </a:lnTo>
                <a:lnTo>
                  <a:pt x="3625" y="6655"/>
                </a:lnTo>
                <a:close/>
                <a:moveTo>
                  <a:pt x="3625" y="9963"/>
                </a:moveTo>
                <a:lnTo>
                  <a:pt x="7228" y="9963"/>
                </a:lnTo>
                <a:lnTo>
                  <a:pt x="7228" y="11617"/>
                </a:lnTo>
                <a:lnTo>
                  <a:pt x="3625" y="11617"/>
                </a:lnTo>
                <a:lnTo>
                  <a:pt x="3625" y="9963"/>
                </a:lnTo>
                <a:close/>
                <a:moveTo>
                  <a:pt x="3625" y="13291"/>
                </a:moveTo>
                <a:lnTo>
                  <a:pt x="7228" y="13291"/>
                </a:lnTo>
                <a:lnTo>
                  <a:pt x="7228" y="14945"/>
                </a:lnTo>
                <a:lnTo>
                  <a:pt x="3625" y="14945"/>
                </a:lnTo>
                <a:lnTo>
                  <a:pt x="3625" y="13291"/>
                </a:lnTo>
                <a:close/>
                <a:moveTo>
                  <a:pt x="3625" y="16599"/>
                </a:moveTo>
                <a:lnTo>
                  <a:pt x="7228" y="16599"/>
                </a:lnTo>
                <a:lnTo>
                  <a:pt x="7228" y="18253"/>
                </a:lnTo>
                <a:lnTo>
                  <a:pt x="3625" y="18253"/>
                </a:lnTo>
                <a:lnTo>
                  <a:pt x="3625" y="16599"/>
                </a:lnTo>
                <a:close/>
                <a:moveTo>
                  <a:pt x="9019" y="3328"/>
                </a:moveTo>
                <a:lnTo>
                  <a:pt x="12623" y="3328"/>
                </a:lnTo>
                <a:lnTo>
                  <a:pt x="12623" y="4982"/>
                </a:lnTo>
                <a:lnTo>
                  <a:pt x="9019" y="4982"/>
                </a:lnTo>
                <a:lnTo>
                  <a:pt x="9019" y="3328"/>
                </a:lnTo>
                <a:close/>
                <a:moveTo>
                  <a:pt x="9019" y="6655"/>
                </a:moveTo>
                <a:lnTo>
                  <a:pt x="12623" y="6655"/>
                </a:lnTo>
                <a:lnTo>
                  <a:pt x="12623" y="8309"/>
                </a:lnTo>
                <a:lnTo>
                  <a:pt x="9019" y="8309"/>
                </a:lnTo>
                <a:lnTo>
                  <a:pt x="9019" y="6655"/>
                </a:lnTo>
                <a:close/>
                <a:moveTo>
                  <a:pt x="9019" y="9963"/>
                </a:moveTo>
                <a:lnTo>
                  <a:pt x="12623" y="9963"/>
                </a:lnTo>
                <a:lnTo>
                  <a:pt x="12623" y="11617"/>
                </a:lnTo>
                <a:lnTo>
                  <a:pt x="9019" y="11617"/>
                </a:lnTo>
                <a:lnTo>
                  <a:pt x="9019" y="9963"/>
                </a:lnTo>
                <a:close/>
                <a:moveTo>
                  <a:pt x="9019" y="13291"/>
                </a:moveTo>
                <a:lnTo>
                  <a:pt x="12623" y="13291"/>
                </a:lnTo>
                <a:lnTo>
                  <a:pt x="12623" y="14945"/>
                </a:lnTo>
                <a:lnTo>
                  <a:pt x="9019" y="14945"/>
                </a:lnTo>
                <a:lnTo>
                  <a:pt x="9019" y="13291"/>
                </a:lnTo>
                <a:close/>
                <a:moveTo>
                  <a:pt x="14414" y="3328"/>
                </a:moveTo>
                <a:lnTo>
                  <a:pt x="18018" y="3328"/>
                </a:lnTo>
                <a:lnTo>
                  <a:pt x="18018" y="4982"/>
                </a:lnTo>
                <a:lnTo>
                  <a:pt x="14414" y="4982"/>
                </a:lnTo>
                <a:lnTo>
                  <a:pt x="14414" y="3328"/>
                </a:lnTo>
                <a:close/>
                <a:moveTo>
                  <a:pt x="14414" y="6655"/>
                </a:moveTo>
                <a:lnTo>
                  <a:pt x="18018" y="6655"/>
                </a:lnTo>
                <a:lnTo>
                  <a:pt x="18018" y="8309"/>
                </a:lnTo>
                <a:lnTo>
                  <a:pt x="14414" y="8309"/>
                </a:lnTo>
                <a:lnTo>
                  <a:pt x="14414" y="6655"/>
                </a:lnTo>
                <a:close/>
                <a:moveTo>
                  <a:pt x="14414" y="9963"/>
                </a:moveTo>
                <a:lnTo>
                  <a:pt x="18018" y="9963"/>
                </a:lnTo>
                <a:lnTo>
                  <a:pt x="18018" y="11617"/>
                </a:lnTo>
                <a:lnTo>
                  <a:pt x="14414" y="11617"/>
                </a:lnTo>
                <a:lnTo>
                  <a:pt x="14414" y="9963"/>
                </a:lnTo>
                <a:close/>
                <a:moveTo>
                  <a:pt x="14414" y="13291"/>
                </a:moveTo>
                <a:lnTo>
                  <a:pt x="18018" y="13291"/>
                </a:lnTo>
                <a:lnTo>
                  <a:pt x="18018" y="14945"/>
                </a:lnTo>
                <a:lnTo>
                  <a:pt x="14414" y="14945"/>
                </a:lnTo>
                <a:lnTo>
                  <a:pt x="14414" y="13291"/>
                </a:lnTo>
                <a:close/>
                <a:moveTo>
                  <a:pt x="14414" y="16599"/>
                </a:moveTo>
                <a:lnTo>
                  <a:pt x="18018" y="16599"/>
                </a:lnTo>
                <a:lnTo>
                  <a:pt x="18018" y="18253"/>
                </a:lnTo>
                <a:lnTo>
                  <a:pt x="14414" y="18253"/>
                </a:lnTo>
                <a:lnTo>
                  <a:pt x="14414" y="16599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11" name="Freeform: Shape 88"/>
          <p:cNvSpPr/>
          <p:nvPr/>
        </p:nvSpPr>
        <p:spPr>
          <a:xfrm>
            <a:off x="6530100" y="5548367"/>
            <a:ext cx="313490" cy="276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38" y="0"/>
                </a:moveTo>
                <a:cubicBezTo>
                  <a:pt x="7492" y="0"/>
                  <a:pt x="9165" y="375"/>
                  <a:pt x="10819" y="1124"/>
                </a:cubicBezTo>
                <a:cubicBezTo>
                  <a:pt x="12474" y="375"/>
                  <a:pt x="14147" y="0"/>
                  <a:pt x="15801" y="0"/>
                </a:cubicBezTo>
                <a:cubicBezTo>
                  <a:pt x="16599" y="0"/>
                  <a:pt x="17436" y="88"/>
                  <a:pt x="18311" y="287"/>
                </a:cubicBezTo>
                <a:cubicBezTo>
                  <a:pt x="19187" y="485"/>
                  <a:pt x="19868" y="705"/>
                  <a:pt x="20355" y="926"/>
                </a:cubicBezTo>
                <a:lnTo>
                  <a:pt x="21075" y="1212"/>
                </a:lnTo>
                <a:lnTo>
                  <a:pt x="21600" y="1499"/>
                </a:lnTo>
                <a:lnTo>
                  <a:pt x="21600" y="20652"/>
                </a:lnTo>
                <a:lnTo>
                  <a:pt x="12259" y="20652"/>
                </a:lnTo>
                <a:cubicBezTo>
                  <a:pt x="11909" y="21269"/>
                  <a:pt x="11423" y="21600"/>
                  <a:pt x="10800" y="21600"/>
                </a:cubicBezTo>
                <a:cubicBezTo>
                  <a:pt x="10177" y="21600"/>
                  <a:pt x="9691" y="21291"/>
                  <a:pt x="9341" y="20652"/>
                </a:cubicBezTo>
                <a:lnTo>
                  <a:pt x="0" y="20652"/>
                </a:lnTo>
                <a:lnTo>
                  <a:pt x="0" y="1499"/>
                </a:lnTo>
                <a:lnTo>
                  <a:pt x="525" y="1212"/>
                </a:lnTo>
                <a:cubicBezTo>
                  <a:pt x="2277" y="397"/>
                  <a:pt x="4048" y="0"/>
                  <a:pt x="5838" y="0"/>
                </a:cubicBezTo>
                <a:close/>
                <a:moveTo>
                  <a:pt x="5838" y="1873"/>
                </a:moveTo>
                <a:cubicBezTo>
                  <a:pt x="4554" y="1873"/>
                  <a:pt x="3172" y="2182"/>
                  <a:pt x="1693" y="2821"/>
                </a:cubicBezTo>
                <a:lnTo>
                  <a:pt x="1693" y="17985"/>
                </a:lnTo>
                <a:cubicBezTo>
                  <a:pt x="3152" y="17434"/>
                  <a:pt x="4534" y="17170"/>
                  <a:pt x="5838" y="17170"/>
                </a:cubicBezTo>
                <a:cubicBezTo>
                  <a:pt x="7161" y="17170"/>
                  <a:pt x="8543" y="17434"/>
                  <a:pt x="9983" y="17985"/>
                </a:cubicBezTo>
                <a:lnTo>
                  <a:pt x="9983" y="2821"/>
                </a:lnTo>
                <a:cubicBezTo>
                  <a:pt x="8445" y="2182"/>
                  <a:pt x="7064" y="1873"/>
                  <a:pt x="5838" y="1873"/>
                </a:cubicBezTo>
                <a:close/>
                <a:moveTo>
                  <a:pt x="15801" y="1873"/>
                </a:moveTo>
                <a:cubicBezTo>
                  <a:pt x="14595" y="1873"/>
                  <a:pt x="13213" y="2182"/>
                  <a:pt x="11656" y="2821"/>
                </a:cubicBezTo>
                <a:lnTo>
                  <a:pt x="11656" y="17985"/>
                </a:lnTo>
                <a:cubicBezTo>
                  <a:pt x="13116" y="17434"/>
                  <a:pt x="14497" y="17170"/>
                  <a:pt x="15801" y="17170"/>
                </a:cubicBezTo>
                <a:cubicBezTo>
                  <a:pt x="17124" y="17170"/>
                  <a:pt x="18506" y="17434"/>
                  <a:pt x="19946" y="17985"/>
                </a:cubicBezTo>
                <a:lnTo>
                  <a:pt x="19946" y="2821"/>
                </a:lnTo>
                <a:cubicBezTo>
                  <a:pt x="18467" y="2182"/>
                  <a:pt x="17085" y="1873"/>
                  <a:pt x="15801" y="18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12" name="Freeform: Shape 101"/>
          <p:cNvSpPr/>
          <p:nvPr/>
        </p:nvSpPr>
        <p:spPr>
          <a:xfrm>
            <a:off x="7500766" y="4579429"/>
            <a:ext cx="265196" cy="2773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34" y="0"/>
                </a:moveTo>
                <a:lnTo>
                  <a:pt x="5889" y="0"/>
                </a:lnTo>
                <a:lnTo>
                  <a:pt x="5889" y="946"/>
                </a:lnTo>
                <a:lnTo>
                  <a:pt x="15711" y="946"/>
                </a:lnTo>
                <a:lnTo>
                  <a:pt x="15711" y="0"/>
                </a:lnTo>
                <a:lnTo>
                  <a:pt x="17666" y="0"/>
                </a:lnTo>
                <a:lnTo>
                  <a:pt x="17666" y="946"/>
                </a:lnTo>
                <a:lnTo>
                  <a:pt x="21600" y="946"/>
                </a:lnTo>
                <a:lnTo>
                  <a:pt x="21600" y="21600"/>
                </a:lnTo>
                <a:lnTo>
                  <a:pt x="0" y="21600"/>
                </a:lnTo>
                <a:lnTo>
                  <a:pt x="0" y="924"/>
                </a:lnTo>
                <a:lnTo>
                  <a:pt x="3934" y="924"/>
                </a:lnTo>
                <a:lnTo>
                  <a:pt x="3934" y="0"/>
                </a:lnTo>
                <a:close/>
                <a:moveTo>
                  <a:pt x="1978" y="2816"/>
                </a:moveTo>
                <a:lnTo>
                  <a:pt x="1978" y="4685"/>
                </a:lnTo>
                <a:lnTo>
                  <a:pt x="19645" y="4685"/>
                </a:lnTo>
                <a:lnTo>
                  <a:pt x="19645" y="2816"/>
                </a:lnTo>
                <a:lnTo>
                  <a:pt x="17689" y="2816"/>
                </a:lnTo>
                <a:lnTo>
                  <a:pt x="17689" y="3761"/>
                </a:lnTo>
                <a:lnTo>
                  <a:pt x="15734" y="3761"/>
                </a:lnTo>
                <a:lnTo>
                  <a:pt x="15734" y="2816"/>
                </a:lnTo>
                <a:lnTo>
                  <a:pt x="5889" y="2816"/>
                </a:lnTo>
                <a:lnTo>
                  <a:pt x="5889" y="3761"/>
                </a:lnTo>
                <a:lnTo>
                  <a:pt x="3934" y="3761"/>
                </a:lnTo>
                <a:lnTo>
                  <a:pt x="3934" y="2816"/>
                </a:lnTo>
                <a:lnTo>
                  <a:pt x="1978" y="2816"/>
                </a:lnTo>
                <a:close/>
                <a:moveTo>
                  <a:pt x="1978" y="6555"/>
                </a:moveTo>
                <a:lnTo>
                  <a:pt x="1978" y="19686"/>
                </a:lnTo>
                <a:lnTo>
                  <a:pt x="19645" y="19686"/>
                </a:lnTo>
                <a:lnTo>
                  <a:pt x="19645" y="6555"/>
                </a:lnTo>
                <a:lnTo>
                  <a:pt x="1978" y="6555"/>
                </a:lnTo>
                <a:close/>
                <a:moveTo>
                  <a:pt x="14975" y="8666"/>
                </a:moveTo>
                <a:lnTo>
                  <a:pt x="16447" y="10074"/>
                </a:lnTo>
                <a:lnTo>
                  <a:pt x="10558" y="15705"/>
                </a:lnTo>
                <a:lnTo>
                  <a:pt x="9822" y="16299"/>
                </a:lnTo>
                <a:lnTo>
                  <a:pt x="9086" y="15705"/>
                </a:lnTo>
                <a:lnTo>
                  <a:pt x="6142" y="12890"/>
                </a:lnTo>
                <a:lnTo>
                  <a:pt x="7614" y="11482"/>
                </a:lnTo>
                <a:lnTo>
                  <a:pt x="9822" y="13659"/>
                </a:lnTo>
                <a:lnTo>
                  <a:pt x="14975" y="866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13" name="Freeform: Shape 163"/>
          <p:cNvSpPr/>
          <p:nvPr/>
        </p:nvSpPr>
        <p:spPr>
          <a:xfrm>
            <a:off x="4342386" y="4579429"/>
            <a:ext cx="313490" cy="217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654" y="3427"/>
                </a:moveTo>
                <a:lnTo>
                  <a:pt x="1654" y="19156"/>
                </a:lnTo>
                <a:lnTo>
                  <a:pt x="19907" y="19156"/>
                </a:lnTo>
                <a:lnTo>
                  <a:pt x="19907" y="3427"/>
                </a:lnTo>
                <a:lnTo>
                  <a:pt x="11248" y="11825"/>
                </a:lnTo>
                <a:lnTo>
                  <a:pt x="10781" y="12190"/>
                </a:lnTo>
                <a:lnTo>
                  <a:pt x="10314" y="11825"/>
                </a:lnTo>
                <a:lnTo>
                  <a:pt x="1654" y="3427"/>
                </a:lnTo>
                <a:close/>
                <a:moveTo>
                  <a:pt x="3581" y="2388"/>
                </a:moveTo>
                <a:lnTo>
                  <a:pt x="10800" y="9269"/>
                </a:lnTo>
                <a:lnTo>
                  <a:pt x="18019" y="2388"/>
                </a:lnTo>
                <a:lnTo>
                  <a:pt x="3581" y="238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1914" name="TextBox 38"/>
          <p:cNvSpPr txBox="1"/>
          <p:nvPr/>
        </p:nvSpPr>
        <p:spPr>
          <a:xfrm>
            <a:off x="7432588" y="3694357"/>
            <a:ext cx="53257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sp>
        <p:nvSpPr>
          <p:cNvPr id="1915" name="TextBox 39"/>
          <p:cNvSpPr txBox="1"/>
          <p:nvPr/>
        </p:nvSpPr>
        <p:spPr>
          <a:xfrm>
            <a:off x="6501839" y="2733292"/>
            <a:ext cx="53257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sp>
        <p:nvSpPr>
          <p:cNvPr id="1916" name="TextBox 40"/>
          <p:cNvSpPr txBox="1"/>
          <p:nvPr/>
        </p:nvSpPr>
        <p:spPr>
          <a:xfrm>
            <a:off x="5087435" y="2733292"/>
            <a:ext cx="53257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sp>
        <p:nvSpPr>
          <p:cNvPr id="1917" name="TextBox 41"/>
          <p:cNvSpPr txBox="1"/>
          <p:nvPr/>
        </p:nvSpPr>
        <p:spPr>
          <a:xfrm>
            <a:off x="4202167" y="3694357"/>
            <a:ext cx="53257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sp>
        <p:nvSpPr>
          <p:cNvPr id="1918" name="TextBox 42"/>
          <p:cNvSpPr txBox="1"/>
          <p:nvPr/>
        </p:nvSpPr>
        <p:spPr>
          <a:xfrm>
            <a:off x="7287808" y="4889203"/>
            <a:ext cx="53257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sp>
        <p:nvSpPr>
          <p:cNvPr id="1919" name="TextBox 43"/>
          <p:cNvSpPr txBox="1"/>
          <p:nvPr/>
        </p:nvSpPr>
        <p:spPr>
          <a:xfrm>
            <a:off x="4293606" y="4866344"/>
            <a:ext cx="53257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sp>
        <p:nvSpPr>
          <p:cNvPr id="1920" name="TextBox 44"/>
          <p:cNvSpPr txBox="1"/>
          <p:nvPr/>
        </p:nvSpPr>
        <p:spPr>
          <a:xfrm>
            <a:off x="6334199" y="5870733"/>
            <a:ext cx="53257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sp>
        <p:nvSpPr>
          <p:cNvPr id="1921" name="TextBox 45"/>
          <p:cNvSpPr txBox="1"/>
          <p:nvPr/>
        </p:nvSpPr>
        <p:spPr>
          <a:xfrm>
            <a:off x="5262696" y="5870733"/>
            <a:ext cx="53257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300">
                <a:solidFill>
                  <a:srgbClr val="FFFFFF"/>
                </a:solidFill>
              </a:defRPr>
            </a:lvl1pPr>
          </a:lstStyle>
          <a:p>
            <a:r>
              <a:t>키워드</a:t>
            </a:r>
          </a:p>
        </p:txBody>
      </p:sp>
      <p:pic>
        <p:nvPicPr>
          <p:cNvPr id="1922" name="그림 13" descr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923" name="TextBox 16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926" name="그림 1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92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925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2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93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93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93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933" name="표 1"/>
          <p:cNvGraphicFramePr/>
          <p:nvPr/>
        </p:nvGraphicFramePr>
        <p:xfrm>
          <a:off x="6840700" y="2015247"/>
          <a:ext cx="3612402" cy="4623553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61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8553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비교할 표제목을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126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34" name="표 4"/>
          <p:cNvGraphicFramePr/>
          <p:nvPr/>
        </p:nvGraphicFramePr>
        <p:xfrm>
          <a:off x="5346796" y="2243831"/>
          <a:ext cx="1491875" cy="4180116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49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9012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Black"/>
                          <a:ea typeface="Pretendard Black"/>
                          <a:cs typeface="Pretendard Black"/>
                          <a:sym typeface="Pretendard Black"/>
                        </a:rPr>
                        <a:t>VS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767171"/>
                      </a:solidFill>
                    </a:lnL>
                    <a:lnR w="3175">
                      <a:solidFill>
                        <a:srgbClr val="767171"/>
                      </a:solidFill>
                    </a:lnR>
                    <a:lnT w="3175">
                      <a:solidFill>
                        <a:srgbClr val="767171"/>
                      </a:solidFill>
                    </a:lnT>
                    <a:lnB w="3175">
                      <a:solidFill>
                        <a:srgbClr val="76717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0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비교 기준 </a:t>
                      </a:r>
                    </a:p>
                    <a:p>
                      <a:pPr algn="ctr">
                        <a:defRPr sz="1300"/>
                      </a:pPr>
                      <a:r>
                        <a:t>텍스트 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767171"/>
                      </a:solidFill>
                    </a:lnL>
                    <a:lnR w="3175">
                      <a:solidFill>
                        <a:srgbClr val="767171"/>
                      </a:solidFill>
                    </a:lnR>
                    <a:lnT w="3175">
                      <a:solidFill>
                        <a:srgbClr val="767171"/>
                      </a:solidFill>
                    </a:lnT>
                    <a:lnB w="3175">
                      <a:solidFill>
                        <a:srgbClr val="76717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0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비교 기준 </a:t>
                      </a:r>
                    </a:p>
                    <a:p>
                      <a:pPr algn="ctr">
                        <a:defRPr sz="1300"/>
                      </a:pPr>
                      <a:r>
                        <a:t>텍스트 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767171"/>
                      </a:solidFill>
                    </a:lnL>
                    <a:lnR w="3175">
                      <a:solidFill>
                        <a:srgbClr val="767171"/>
                      </a:solidFill>
                    </a:lnR>
                    <a:lnT w="3175">
                      <a:solidFill>
                        <a:srgbClr val="767171"/>
                      </a:solidFill>
                    </a:lnT>
                    <a:lnB w="3175">
                      <a:solidFill>
                        <a:srgbClr val="76717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0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비교 기준 </a:t>
                      </a:r>
                    </a:p>
                    <a:p>
                      <a:pPr algn="ctr">
                        <a:defRPr sz="1300"/>
                      </a:pPr>
                      <a:r>
                        <a:t>텍스트 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767171"/>
                      </a:solidFill>
                    </a:lnL>
                    <a:lnR w="3175">
                      <a:solidFill>
                        <a:srgbClr val="767171"/>
                      </a:solidFill>
                    </a:lnR>
                    <a:lnT w="3175">
                      <a:solidFill>
                        <a:srgbClr val="767171"/>
                      </a:solidFill>
                    </a:lnT>
                    <a:lnB w="3175">
                      <a:solidFill>
                        <a:srgbClr val="76717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0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비교 기준 </a:t>
                      </a:r>
                    </a:p>
                    <a:p>
                      <a:pPr algn="ctr">
                        <a:defRPr sz="1300"/>
                      </a:pPr>
                      <a:r>
                        <a:t>텍스트 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767171"/>
                      </a:solidFill>
                    </a:lnL>
                    <a:lnR w="3175">
                      <a:solidFill>
                        <a:srgbClr val="767171"/>
                      </a:solidFill>
                    </a:lnR>
                    <a:lnT w="3175">
                      <a:solidFill>
                        <a:srgbClr val="767171"/>
                      </a:solidFill>
                    </a:lnT>
                    <a:lnB w="3175">
                      <a:solidFill>
                        <a:srgbClr val="76717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비교 기준 </a:t>
                      </a:r>
                    </a:p>
                    <a:p>
                      <a:pPr algn="ctr">
                        <a:defRPr sz="1300"/>
                      </a:pPr>
                      <a:r>
                        <a:t>텍스트 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767171"/>
                      </a:solidFill>
                    </a:lnL>
                    <a:lnR w="3175">
                      <a:solidFill>
                        <a:srgbClr val="767171"/>
                      </a:solidFill>
                    </a:lnR>
                    <a:lnT w="3175">
                      <a:solidFill>
                        <a:srgbClr val="767171"/>
                      </a:solidFill>
                    </a:lnT>
                    <a:lnB w="3175">
                      <a:solidFill>
                        <a:srgbClr val="76717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35" name="표 9"/>
          <p:cNvGraphicFramePr/>
          <p:nvPr/>
        </p:nvGraphicFramePr>
        <p:xfrm>
          <a:off x="1738165" y="2015247"/>
          <a:ext cx="3612402" cy="4623553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61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8553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비교할 표제목을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126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비교할 내용을 </a:t>
                      </a:r>
                    </a:p>
                    <a:p>
                      <a:pPr algn="ctr"/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상세하게 입력해주세요</a:t>
                      </a:r>
                    </a:p>
                  </a:txBody>
                  <a:tcPr marL="43518" marR="43518" marT="43518" marB="43518" anchor="ctr" horzOverflow="overflow">
                    <a:lnL w="3175">
                      <a:solidFill>
                        <a:srgbClr val="4540D8"/>
                      </a:solidFill>
                    </a:lnL>
                    <a:lnR w="3175">
                      <a:solidFill>
                        <a:srgbClr val="4540D8"/>
                      </a:solidFill>
                    </a:lnR>
                    <a:lnT w="3175">
                      <a:solidFill>
                        <a:srgbClr val="4540D8"/>
                      </a:solidFill>
                    </a:lnT>
                    <a:lnB w="3175">
                      <a:solidFill>
                        <a:srgbClr val="4540D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36" name="직사각형 10"/>
          <p:cNvSpPr/>
          <p:nvPr/>
        </p:nvSpPr>
        <p:spPr>
          <a:xfrm>
            <a:off x="1738165" y="2015241"/>
            <a:ext cx="3606605" cy="4623554"/>
          </a:xfrm>
          <a:prstGeom prst="rect">
            <a:avLst/>
          </a:prstGeom>
          <a:ln w="3810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37" name="직사각형 11"/>
          <p:cNvSpPr/>
          <p:nvPr/>
        </p:nvSpPr>
        <p:spPr>
          <a:xfrm>
            <a:off x="6825068" y="2015243"/>
            <a:ext cx="3606604" cy="4623554"/>
          </a:xfrm>
          <a:prstGeom prst="rect">
            <a:avLst/>
          </a:prstGeom>
          <a:ln w="3810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38" name="그림 13" descr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939" name="TextBox 1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942" name="그림 15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94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941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4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94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94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94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9" name="사각형: 둥근 모서리 1"/>
          <p:cNvSpPr/>
          <p:nvPr/>
        </p:nvSpPr>
        <p:spPr>
          <a:xfrm>
            <a:off x="3550160" y="2530235"/>
            <a:ext cx="1890408" cy="792025"/>
          </a:xfrm>
          <a:prstGeom prst="roundRect">
            <a:avLst>
              <a:gd name="adj" fmla="val 21633"/>
            </a:avLst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50" name="사각형: 둥근 모서리 4"/>
          <p:cNvSpPr/>
          <p:nvPr/>
        </p:nvSpPr>
        <p:spPr>
          <a:xfrm>
            <a:off x="5444220" y="2530235"/>
            <a:ext cx="1890408" cy="792025"/>
          </a:xfrm>
          <a:prstGeom prst="roundRect">
            <a:avLst>
              <a:gd name="adj" fmla="val 21633"/>
            </a:avLst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51" name="사각형: 둥근 모서리 9"/>
          <p:cNvSpPr/>
          <p:nvPr/>
        </p:nvSpPr>
        <p:spPr>
          <a:xfrm>
            <a:off x="7338279" y="2530235"/>
            <a:ext cx="1890409" cy="792025"/>
          </a:xfrm>
          <a:prstGeom prst="roundRect">
            <a:avLst>
              <a:gd name="adj" fmla="val 21633"/>
            </a:avLst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52" name="사각형: 둥근 모서리 10"/>
          <p:cNvSpPr/>
          <p:nvPr/>
        </p:nvSpPr>
        <p:spPr>
          <a:xfrm>
            <a:off x="9232340" y="2530235"/>
            <a:ext cx="1890408" cy="792025"/>
          </a:xfrm>
          <a:prstGeom prst="roundRect">
            <a:avLst>
              <a:gd name="adj" fmla="val 21633"/>
            </a:avLst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aphicFrame>
        <p:nvGraphicFramePr>
          <p:cNvPr id="1953" name="표 11"/>
          <p:cNvGraphicFramePr/>
          <p:nvPr/>
        </p:nvGraphicFramePr>
        <p:xfrm>
          <a:off x="1063011" y="3135016"/>
          <a:ext cx="10070695" cy="3265756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486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6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6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6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6439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26BF6"/>
                          </a:solidFill>
                        </a:defRPr>
                      </a:pPr>
                      <a:r>
                        <a:t>A 키워드</a:t>
                      </a:r>
                    </a:p>
                    <a:p>
                      <a:pPr algn="ctr">
                        <a:defRPr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해당 내용 텍스트 입력</a:t>
                      </a:r>
                    </a:p>
                  </a:txBody>
                  <a:tcPr marL="56626" marR="56626" marT="56626" marB="56626" anchor="ctr" horzOverflow="overflow">
                    <a:lnL w="19050">
                      <a:solidFill>
                        <a:srgbClr val="126BF6"/>
                      </a:solidFill>
                    </a:lnL>
                    <a:lnR w="12700">
                      <a:miter lim="400000"/>
                    </a:lnR>
                    <a:lnT w="19050">
                      <a:solidFill>
                        <a:srgbClr val="126BF6"/>
                      </a:solidFill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9050">
                      <a:solidFill>
                        <a:srgbClr val="126BF6"/>
                      </a:solidFill>
                    </a:lnT>
                    <a:lnB w="12700">
                      <a:miter lim="400000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9050">
                      <a:solidFill>
                        <a:srgbClr val="126BF6"/>
                      </a:solidFill>
                    </a:lnT>
                    <a:lnB w="12700">
                      <a:miter lim="400000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9050">
                      <a:solidFill>
                        <a:srgbClr val="126BF6"/>
                      </a:solidFill>
                    </a:lnT>
                    <a:lnB w="12700">
                      <a:miter lim="400000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 b="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9050">
                      <a:solidFill>
                        <a:srgbClr val="126BF6"/>
                      </a:solidFill>
                    </a:lnR>
                    <a:lnT w="19050">
                      <a:solidFill>
                        <a:srgbClr val="126BF6"/>
                      </a:solidFill>
                    </a:lnT>
                    <a:lnB w="12700">
                      <a:miter lim="400000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439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26BF6"/>
                          </a:solidFill>
                        </a:defRPr>
                      </a:pPr>
                      <a:r>
                        <a:t>B 키워드</a:t>
                      </a:r>
                    </a:p>
                    <a:p>
                      <a:pPr algn="ctr"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해당 내용 텍스트 입력</a:t>
                      </a:r>
                    </a:p>
                  </a:txBody>
                  <a:tcPr marL="56626" marR="56626" marT="56626" marB="56626" anchor="ctr" horzOverflow="overflow">
                    <a:lnL w="19050">
                      <a:solidFill>
                        <a:srgbClr val="126BF6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9050">
                      <a:solidFill>
                        <a:srgbClr val="126BF6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439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26BF6"/>
                          </a:solidFill>
                        </a:defRPr>
                      </a:pPr>
                      <a:r>
                        <a:t>C 키워드</a:t>
                      </a:r>
                    </a:p>
                    <a:p>
                      <a:pPr algn="ctr"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해당 내용 텍스트 입력</a:t>
                      </a:r>
                    </a:p>
                  </a:txBody>
                  <a:tcPr marL="56626" marR="56626" marT="56626" marB="56626" anchor="ctr" horzOverflow="overflow">
                    <a:lnL w="19050">
                      <a:solidFill>
                        <a:srgbClr val="126BF6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 sz="1100"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9050">
                      <a:solidFill>
                        <a:srgbClr val="126BF6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439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26BF6"/>
                          </a:solidFill>
                        </a:defRPr>
                      </a:pPr>
                      <a:r>
                        <a:t>D 키워드</a:t>
                      </a:r>
                    </a:p>
                    <a:p>
                      <a:pPr algn="ctr"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해당 내용 텍스트 입력</a:t>
                      </a:r>
                    </a:p>
                  </a:txBody>
                  <a:tcPr marL="56626" marR="56626" marT="56626" marB="56626" anchor="ctr" horzOverflow="overflow">
                    <a:lnL w="19050">
                      <a:solidFill>
                        <a:srgbClr val="126BF6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26BF6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26BF6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26BF6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항목에 대한 내용을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간략하게 기재해 주세요</a:t>
                      </a:r>
                    </a:p>
                  </a:txBody>
                  <a:tcPr marL="56626" marR="56626" marT="56626" marB="56626" anchor="ctr" horzOverflow="overflow">
                    <a:lnL w="12700">
                      <a:miter lim="400000"/>
                    </a:lnL>
                    <a:lnR w="19050">
                      <a:solidFill>
                        <a:srgbClr val="126BF6"/>
                      </a:solidFill>
                    </a:lnR>
                    <a:lnT w="12700">
                      <a:miter lim="400000"/>
                    </a:lnT>
                    <a:lnB w="19050">
                      <a:solidFill>
                        <a:srgbClr val="126BF6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4" name="직사각형 12"/>
          <p:cNvSpPr/>
          <p:nvPr/>
        </p:nvSpPr>
        <p:spPr>
          <a:xfrm>
            <a:off x="1039572" y="3146589"/>
            <a:ext cx="2506935" cy="3254183"/>
          </a:xfrm>
          <a:prstGeom prst="rect">
            <a:avLst/>
          </a:prstGeom>
          <a:ln w="3810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55" name="TextBox 13"/>
          <p:cNvSpPr txBox="1"/>
          <p:nvPr/>
        </p:nvSpPr>
        <p:spPr>
          <a:xfrm>
            <a:off x="4133758" y="2660857"/>
            <a:ext cx="738153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항목 </a:t>
            </a:r>
            <a:r>
              <a:t>01</a:t>
            </a:r>
          </a:p>
        </p:txBody>
      </p:sp>
      <p:sp>
        <p:nvSpPr>
          <p:cNvPr id="1956" name="TextBox 14"/>
          <p:cNvSpPr txBox="1"/>
          <p:nvPr/>
        </p:nvSpPr>
        <p:spPr>
          <a:xfrm>
            <a:off x="6024166" y="2660857"/>
            <a:ext cx="738152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항목 </a:t>
            </a:r>
            <a:r>
              <a:t>02</a:t>
            </a:r>
          </a:p>
        </p:txBody>
      </p:sp>
      <p:sp>
        <p:nvSpPr>
          <p:cNvPr id="1957" name="TextBox 15"/>
          <p:cNvSpPr txBox="1"/>
          <p:nvPr/>
        </p:nvSpPr>
        <p:spPr>
          <a:xfrm>
            <a:off x="7921880" y="2660857"/>
            <a:ext cx="738152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항목 </a:t>
            </a:r>
            <a:r>
              <a:t>03</a:t>
            </a:r>
          </a:p>
        </p:txBody>
      </p:sp>
      <p:sp>
        <p:nvSpPr>
          <p:cNvPr id="1958" name="TextBox 16"/>
          <p:cNvSpPr txBox="1"/>
          <p:nvPr/>
        </p:nvSpPr>
        <p:spPr>
          <a:xfrm>
            <a:off x="9801512" y="2660857"/>
            <a:ext cx="738153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항목 </a:t>
            </a:r>
            <a:r>
              <a:t>04</a:t>
            </a:r>
          </a:p>
        </p:txBody>
      </p:sp>
      <p:sp>
        <p:nvSpPr>
          <p:cNvPr id="1959" name="직사각형 17"/>
          <p:cNvSpPr/>
          <p:nvPr/>
        </p:nvSpPr>
        <p:spPr>
          <a:xfrm>
            <a:off x="1039571" y="3950630"/>
            <a:ext cx="10083177" cy="792024"/>
          </a:xfrm>
          <a:prstGeom prst="rect">
            <a:avLst/>
          </a:prstGeom>
          <a:ln w="38100"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60" name="TextBox 18"/>
          <p:cNvSpPr txBox="1"/>
          <p:nvPr/>
        </p:nvSpPr>
        <p:spPr>
          <a:xfrm>
            <a:off x="3050624" y="1842028"/>
            <a:ext cx="6098307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포인트 내용을 세부 설명이 필요 시 간략하게 작성해 주세요</a:t>
            </a:r>
          </a:p>
        </p:txBody>
      </p:sp>
      <p:pic>
        <p:nvPicPr>
          <p:cNvPr id="1961" name="그림 20" descr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962" name="TextBox 2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965" name="그림 2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96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964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68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969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970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971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972" name="표 1"/>
          <p:cNvGraphicFramePr/>
          <p:nvPr/>
        </p:nvGraphicFramePr>
        <p:xfrm>
          <a:off x="1019175" y="2425906"/>
          <a:ext cx="10153648" cy="410108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670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0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047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59470" marR="59470" marT="59470" marB="59470" anchor="ctr" horzOverflow="overflow">
                    <a:lnR w="12700">
                      <a:miter lim="400000"/>
                    </a:lnR>
                    <a:lnT w="28575">
                      <a:solidFill>
                        <a:srgbClr val="126BF6"/>
                      </a:solidFill>
                    </a:lnT>
                    <a:lnB w="3175">
                      <a:solidFill>
                        <a:srgbClr val="BFBFBF"/>
                      </a:solidFill>
                    </a:lnB>
                    <a:solidFill>
                      <a:srgbClr val="126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A사</a:t>
                      </a:r>
                    </a:p>
                  </a:txBody>
                  <a:tcPr marL="59470" marR="59470" marT="59470" marB="5947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8575">
                      <a:solidFill>
                        <a:srgbClr val="126BF6"/>
                      </a:solidFill>
                    </a:lnT>
                    <a:lnB w="3175">
                      <a:solidFill>
                        <a:srgbClr val="BFBFBF"/>
                      </a:solidFill>
                    </a:lnB>
                    <a:solidFill>
                      <a:srgbClr val="126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B사</a:t>
                      </a:r>
                    </a:p>
                  </a:txBody>
                  <a:tcPr marL="59470" marR="59470" marT="59470" marB="5947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8575">
                      <a:solidFill>
                        <a:srgbClr val="126BF6"/>
                      </a:solidFill>
                    </a:lnT>
                    <a:lnB w="3175">
                      <a:solidFill>
                        <a:srgbClr val="BFBFBF"/>
                      </a:solidFill>
                    </a:lnB>
                    <a:solidFill>
                      <a:srgbClr val="126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C사</a:t>
                      </a:r>
                    </a:p>
                  </a:txBody>
                  <a:tcPr marL="59470" marR="59470" marT="59470" marB="5947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8575">
                      <a:solidFill>
                        <a:srgbClr val="126BF6"/>
                      </a:solidFill>
                    </a:lnT>
                    <a:lnB w="3175">
                      <a:solidFill>
                        <a:srgbClr val="BFBFBF"/>
                      </a:solidFill>
                    </a:lnB>
                    <a:solidFill>
                      <a:srgbClr val="126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D사</a:t>
                      </a:r>
                    </a:p>
                  </a:txBody>
                  <a:tcPr marL="59470" marR="59470" marT="59470" marB="59470" anchor="ctr" horzOverflow="overflow">
                    <a:lnL w="12700">
                      <a:miter lim="400000"/>
                    </a:lnL>
                    <a:lnT w="28575">
                      <a:solidFill>
                        <a:srgbClr val="126BF6"/>
                      </a:solidFill>
                    </a:lnT>
                    <a:lnB w="3175">
                      <a:solidFill>
                        <a:srgbClr val="BFBFBF"/>
                      </a:solidFill>
                    </a:lnB>
                    <a:solidFill>
                      <a:srgbClr val="126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0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26BF6"/>
                          </a:solidFill>
                        </a:defRPr>
                      </a:pPr>
                      <a:r>
                        <a:t>구분 01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3175">
                      <a:solidFill>
                        <a:srgbClr val="BFBFBF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3175">
                      <a:solidFill>
                        <a:srgbClr val="BFBFBF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3175">
                      <a:solidFill>
                        <a:srgbClr val="BFBFBF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3175">
                      <a:solidFill>
                        <a:srgbClr val="BFBFBF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T w="3175">
                      <a:solidFill>
                        <a:srgbClr val="BFBFBF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0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26BF6"/>
                          </a:solidFill>
                        </a:defRPr>
                      </a:pPr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구분</a:t>
                      </a:r>
                      <a:r>
                        <a:t> 02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0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26BF6"/>
                          </a:solidFill>
                        </a:defRPr>
                      </a:pPr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구분</a:t>
                      </a:r>
                      <a:r>
                        <a:t> 03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T w="6350">
                      <a:solidFill>
                        <a:srgbClr val="AFABAB"/>
                      </a:solidFill>
                    </a:lnT>
                    <a:lnB w="6350">
                      <a:solidFill>
                        <a:srgbClr val="AFABA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40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26BF6"/>
                          </a:solidFill>
                        </a:defRPr>
                      </a:pPr>
                      <a:r>
                        <a: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구분</a:t>
                      </a:r>
                      <a:r>
                        <a:t> 04</a:t>
                      </a:r>
                    </a:p>
                  </a:txBody>
                  <a:tcPr marL="59470" marR="59470" marT="59470" marB="59470" anchor="ctr" horzOverflow="overflow"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R w="6350">
                      <a:solidFill>
                        <a:srgbClr val="AFABAB"/>
                      </a:solidFill>
                    </a:lnR>
                    <a:lnT w="6350">
                      <a:solidFill>
                        <a:srgbClr val="AFABAB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간략하게 </a:t>
                      </a:r>
                    </a:p>
                    <a:p>
                      <a:pPr algn="ctr">
                        <a:defRPr>
                          <a:solidFill>
                            <a:srgbClr val="535353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기재해 주세요</a:t>
                      </a:r>
                    </a:p>
                  </a:txBody>
                  <a:tcPr marL="59470" marR="59470" marT="59470" marB="59470" anchor="ctr" horzOverflow="overflow">
                    <a:lnL w="6350">
                      <a:solidFill>
                        <a:srgbClr val="AFABAB"/>
                      </a:solidFill>
                    </a:lnL>
                    <a:lnT w="6350">
                      <a:solidFill>
                        <a:srgbClr val="AFABAB"/>
                      </a:solidFill>
                    </a:lnT>
                    <a:lnB w="28575">
                      <a:solidFill>
                        <a:srgbClr val="126BF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73" name="TextBox 4"/>
          <p:cNvSpPr txBox="1"/>
          <p:nvPr/>
        </p:nvSpPr>
        <p:spPr>
          <a:xfrm>
            <a:off x="3046846" y="1809234"/>
            <a:ext cx="6098308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경쟁사 분석 등 내용을 세부 설명이 필요 시 간략하게 작성해 주세요</a:t>
            </a:r>
          </a:p>
        </p:txBody>
      </p:sp>
      <p:pic>
        <p:nvPicPr>
          <p:cNvPr id="1974" name="그림 10" descr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975" name="TextBox 1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978" name="그림 1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97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977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0" name="Content Placeholder 12"/>
          <p:cNvGraphicFramePr/>
          <p:nvPr/>
        </p:nvGraphicFramePr>
        <p:xfrm>
          <a:off x="2074756" y="2121922"/>
          <a:ext cx="7932370" cy="420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8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8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98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984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1985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86" name="Rectangle 11"/>
          <p:cNvSpPr/>
          <p:nvPr/>
        </p:nvSpPr>
        <p:spPr>
          <a:xfrm>
            <a:off x="6493543" y="2265679"/>
            <a:ext cx="1390616" cy="3586800"/>
          </a:xfrm>
          <a:prstGeom prst="rect">
            <a:avLst/>
          </a:prstGeom>
          <a:solidFill>
            <a:srgbClr val="44546A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1989" name="Speech Bubble: Rectangle with Corners Rounded 8"/>
          <p:cNvGrpSpPr/>
          <p:nvPr/>
        </p:nvGrpSpPr>
        <p:grpSpPr>
          <a:xfrm>
            <a:off x="8080106" y="2058717"/>
            <a:ext cx="1076099" cy="822970"/>
            <a:chOff x="0" y="0"/>
            <a:chExt cx="1076098" cy="822968"/>
          </a:xfrm>
        </p:grpSpPr>
        <p:sp>
          <p:nvSpPr>
            <p:cNvPr id="1987" name="Shape"/>
            <p:cNvSpPr/>
            <p:nvPr/>
          </p:nvSpPr>
          <p:spPr>
            <a:xfrm>
              <a:off x="0" y="0"/>
              <a:ext cx="1076098" cy="8229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61"/>
                  </a:moveTo>
                  <a:cubicBezTo>
                    <a:pt x="0" y="1236"/>
                    <a:pt x="945" y="0"/>
                    <a:pt x="2111" y="0"/>
                  </a:cubicBezTo>
                  <a:lnTo>
                    <a:pt x="3600" y="0"/>
                  </a:lnTo>
                  <a:lnTo>
                    <a:pt x="19489" y="0"/>
                  </a:lnTo>
                  <a:cubicBezTo>
                    <a:pt x="20655" y="0"/>
                    <a:pt x="21600" y="1236"/>
                    <a:pt x="21600" y="2761"/>
                  </a:cubicBezTo>
                  <a:lnTo>
                    <a:pt x="21600" y="13803"/>
                  </a:lnTo>
                  <a:cubicBezTo>
                    <a:pt x="21600" y="15327"/>
                    <a:pt x="20655" y="16563"/>
                    <a:pt x="19489" y="16563"/>
                  </a:cubicBezTo>
                  <a:lnTo>
                    <a:pt x="9000" y="16563"/>
                  </a:lnTo>
                  <a:lnTo>
                    <a:pt x="1148" y="21600"/>
                  </a:lnTo>
                  <a:lnTo>
                    <a:pt x="3600" y="16563"/>
                  </a:lnTo>
                  <a:lnTo>
                    <a:pt x="2111" y="16563"/>
                  </a:lnTo>
                  <a:cubicBezTo>
                    <a:pt x="945" y="16563"/>
                    <a:pt x="0" y="15327"/>
                    <a:pt x="0" y="13803"/>
                  </a:cubicBezTo>
                  <a:lnTo>
                    <a:pt x="0" y="13803"/>
                  </a:lnTo>
                  <a:lnTo>
                    <a:pt x="0" y="9662"/>
                  </a:lnTo>
                  <a:close/>
                </a:path>
              </a:pathLst>
            </a:custGeom>
            <a:solidFill>
              <a:srgbClr val="F6F7FA"/>
            </a:solidFill>
            <a:ln w="12700" cap="flat">
              <a:solidFill>
                <a:srgbClr val="EAEFF4"/>
              </a:solidFill>
              <a:prstDash val="solid"/>
              <a:miter lim="800000"/>
            </a:ln>
            <a:effectLst>
              <a:outerShdw blurRad="63500" rotWithShape="0">
                <a:srgbClr val="D9D9D9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988" name="320…"/>
            <p:cNvSpPr txBox="1"/>
            <p:nvPr/>
          </p:nvSpPr>
          <p:spPr>
            <a:xfrm>
              <a:off x="82876" y="22166"/>
              <a:ext cx="910346" cy="586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126BF6"/>
                  </a:solidFill>
                </a:defRPr>
              </a:pPr>
              <a:r>
                <a:t>320</a:t>
              </a:r>
            </a:p>
            <a:p>
              <a:pPr algn="ctr">
                <a:defRPr sz="1400">
                  <a:solidFill>
                    <a:srgbClr val="767171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23.08</a:t>
              </a:r>
            </a:p>
          </p:txBody>
        </p:sp>
      </p:grpSp>
      <p:pic>
        <p:nvPicPr>
          <p:cNvPr id="1990" name="그림 11" descr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1991" name="TextBox 12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1994" name="그림 13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199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993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9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199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1999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00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001" name="Content Placeholder 12"/>
          <p:cNvGraphicFramePr/>
          <p:nvPr/>
        </p:nvGraphicFramePr>
        <p:xfrm>
          <a:off x="1923955" y="2101602"/>
          <a:ext cx="8394169" cy="4217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002" name="그림 9" descr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003" name="TextBox 10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006" name="그림 11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00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005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0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01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01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01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013" name="차트 1"/>
          <p:cNvGraphicFramePr/>
          <p:nvPr/>
        </p:nvGraphicFramePr>
        <p:xfrm>
          <a:off x="1471424" y="2015379"/>
          <a:ext cx="9122153" cy="4487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016" name="사각형: 둥근 모서리 4"/>
          <p:cNvGrpSpPr/>
          <p:nvPr/>
        </p:nvGrpSpPr>
        <p:grpSpPr>
          <a:xfrm>
            <a:off x="4329826" y="1847602"/>
            <a:ext cx="3544175" cy="360002"/>
            <a:chOff x="0" y="0"/>
            <a:chExt cx="3544174" cy="360000"/>
          </a:xfrm>
        </p:grpSpPr>
        <p:sp>
          <p:nvSpPr>
            <p:cNvPr id="2014" name="Rounded Rectangle"/>
            <p:cNvSpPr/>
            <p:nvPr/>
          </p:nvSpPr>
          <p:spPr>
            <a:xfrm>
              <a:off x="0" y="0"/>
              <a:ext cx="3544174" cy="360000"/>
            </a:xfrm>
            <a:prstGeom prst="roundRect">
              <a:avLst>
                <a:gd name="adj" fmla="val 50000"/>
              </a:avLst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15" name="내용 입력"/>
            <p:cNvSpPr txBox="1"/>
            <p:nvPr/>
          </p:nvSpPr>
          <p:spPr>
            <a:xfrm>
              <a:off x="98440" y="20105"/>
              <a:ext cx="3347294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내용 입력</a:t>
              </a:r>
            </a:p>
          </p:txBody>
        </p:sp>
      </p:grpSp>
      <p:pic>
        <p:nvPicPr>
          <p:cNvPr id="2017" name="그림 10" descr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018" name="TextBox 1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021" name="그림 1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019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020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24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025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026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027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028" name="Content Placeholder 16"/>
          <p:cNvGraphicFramePr/>
          <p:nvPr/>
        </p:nvGraphicFramePr>
        <p:xfrm>
          <a:off x="1182958" y="3050071"/>
          <a:ext cx="2098414" cy="2098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29" name="Text Placeholder 39"/>
          <p:cNvSpPr txBox="1"/>
          <p:nvPr/>
        </p:nvSpPr>
        <p:spPr>
          <a:xfrm>
            <a:off x="1590977" y="3775166"/>
            <a:ext cx="1282376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3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89%</a:t>
            </a:r>
          </a:p>
        </p:txBody>
      </p:sp>
      <p:grpSp>
        <p:nvGrpSpPr>
          <p:cNvPr id="2032" name="사각형: 둥근 모서리 9"/>
          <p:cNvGrpSpPr/>
          <p:nvPr/>
        </p:nvGrpSpPr>
        <p:grpSpPr>
          <a:xfrm>
            <a:off x="1190503" y="2421306"/>
            <a:ext cx="2083326" cy="360002"/>
            <a:chOff x="0" y="0"/>
            <a:chExt cx="2083324" cy="360000"/>
          </a:xfrm>
        </p:grpSpPr>
        <p:sp>
          <p:nvSpPr>
            <p:cNvPr id="2030" name="Rounded Rectangle"/>
            <p:cNvSpPr/>
            <p:nvPr/>
          </p:nvSpPr>
          <p:spPr>
            <a:xfrm>
              <a:off x="0" y="0"/>
              <a:ext cx="2083324" cy="360000"/>
            </a:xfrm>
            <a:prstGeom prst="roundRect">
              <a:avLst>
                <a:gd name="adj" fmla="val 50000"/>
              </a:avLst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31" name="키워드 입력"/>
            <p:cNvSpPr txBox="1"/>
            <p:nvPr/>
          </p:nvSpPr>
          <p:spPr>
            <a:xfrm>
              <a:off x="98439" y="20105"/>
              <a:ext cx="1886446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aphicFrame>
        <p:nvGraphicFramePr>
          <p:cNvPr id="2033" name="Content Placeholder 16"/>
          <p:cNvGraphicFramePr/>
          <p:nvPr/>
        </p:nvGraphicFramePr>
        <p:xfrm>
          <a:off x="3758848" y="3050071"/>
          <a:ext cx="2098415" cy="2098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34" name="Text Placeholder 39"/>
          <p:cNvSpPr txBox="1"/>
          <p:nvPr/>
        </p:nvSpPr>
        <p:spPr>
          <a:xfrm>
            <a:off x="4195169" y="3775166"/>
            <a:ext cx="1282375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71%</a:t>
            </a:r>
          </a:p>
        </p:txBody>
      </p:sp>
      <p:grpSp>
        <p:nvGrpSpPr>
          <p:cNvPr id="2037" name="사각형: 둥근 모서리 12"/>
          <p:cNvGrpSpPr/>
          <p:nvPr/>
        </p:nvGrpSpPr>
        <p:grpSpPr>
          <a:xfrm>
            <a:off x="3766392" y="2421306"/>
            <a:ext cx="2083326" cy="360002"/>
            <a:chOff x="0" y="0"/>
            <a:chExt cx="2083324" cy="360000"/>
          </a:xfrm>
        </p:grpSpPr>
        <p:sp>
          <p:nvSpPr>
            <p:cNvPr id="2035" name="Rounded Rectangle"/>
            <p:cNvSpPr/>
            <p:nvPr/>
          </p:nvSpPr>
          <p:spPr>
            <a:xfrm>
              <a:off x="0" y="0"/>
              <a:ext cx="2083324" cy="360000"/>
            </a:xfrm>
            <a:prstGeom prst="roundRect">
              <a:avLst>
                <a:gd name="adj" fmla="val 50000"/>
              </a:avLst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36" name="키워드 입력"/>
            <p:cNvSpPr txBox="1"/>
            <p:nvPr/>
          </p:nvSpPr>
          <p:spPr>
            <a:xfrm>
              <a:off x="98439" y="20105"/>
              <a:ext cx="1886446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aphicFrame>
        <p:nvGraphicFramePr>
          <p:cNvPr id="2038" name="Content Placeholder 16"/>
          <p:cNvGraphicFramePr/>
          <p:nvPr/>
        </p:nvGraphicFramePr>
        <p:xfrm>
          <a:off x="6334738" y="3059122"/>
          <a:ext cx="2098415" cy="2098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39" name="Text Placeholder 39"/>
          <p:cNvSpPr txBox="1"/>
          <p:nvPr/>
        </p:nvSpPr>
        <p:spPr>
          <a:xfrm>
            <a:off x="6741705" y="3775166"/>
            <a:ext cx="1282375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36%</a:t>
            </a:r>
          </a:p>
        </p:txBody>
      </p:sp>
      <p:grpSp>
        <p:nvGrpSpPr>
          <p:cNvPr id="2042" name="사각형: 둥근 모서리 15"/>
          <p:cNvGrpSpPr/>
          <p:nvPr/>
        </p:nvGrpSpPr>
        <p:grpSpPr>
          <a:xfrm>
            <a:off x="6342283" y="2421306"/>
            <a:ext cx="2083326" cy="360002"/>
            <a:chOff x="0" y="0"/>
            <a:chExt cx="2083324" cy="360000"/>
          </a:xfrm>
        </p:grpSpPr>
        <p:sp>
          <p:nvSpPr>
            <p:cNvPr id="2040" name="Rounded Rectangle"/>
            <p:cNvSpPr/>
            <p:nvPr/>
          </p:nvSpPr>
          <p:spPr>
            <a:xfrm>
              <a:off x="0" y="0"/>
              <a:ext cx="2083324" cy="360000"/>
            </a:xfrm>
            <a:prstGeom prst="roundRect">
              <a:avLst>
                <a:gd name="adj" fmla="val 50000"/>
              </a:avLst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41" name="키워드 입력"/>
            <p:cNvSpPr txBox="1"/>
            <p:nvPr/>
          </p:nvSpPr>
          <p:spPr>
            <a:xfrm>
              <a:off x="98439" y="20105"/>
              <a:ext cx="1886446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aphicFrame>
        <p:nvGraphicFramePr>
          <p:cNvPr id="2043" name="Content Placeholder 16"/>
          <p:cNvGraphicFramePr/>
          <p:nvPr/>
        </p:nvGraphicFramePr>
        <p:xfrm>
          <a:off x="8910628" y="3059122"/>
          <a:ext cx="2098415" cy="2098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44" name="Text Placeholder 39"/>
          <p:cNvSpPr txBox="1"/>
          <p:nvPr/>
        </p:nvSpPr>
        <p:spPr>
          <a:xfrm>
            <a:off x="9328807" y="3775166"/>
            <a:ext cx="1282375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52%</a:t>
            </a:r>
          </a:p>
        </p:txBody>
      </p:sp>
      <p:grpSp>
        <p:nvGrpSpPr>
          <p:cNvPr id="2047" name="사각형: 둥근 모서리 18"/>
          <p:cNvGrpSpPr/>
          <p:nvPr/>
        </p:nvGrpSpPr>
        <p:grpSpPr>
          <a:xfrm>
            <a:off x="8918172" y="2421306"/>
            <a:ext cx="2083326" cy="360002"/>
            <a:chOff x="0" y="0"/>
            <a:chExt cx="2083324" cy="360000"/>
          </a:xfrm>
        </p:grpSpPr>
        <p:sp>
          <p:nvSpPr>
            <p:cNvPr id="2045" name="Rounded Rectangle"/>
            <p:cNvSpPr/>
            <p:nvPr/>
          </p:nvSpPr>
          <p:spPr>
            <a:xfrm>
              <a:off x="0" y="0"/>
              <a:ext cx="2083324" cy="360000"/>
            </a:xfrm>
            <a:prstGeom prst="roundRect">
              <a:avLst>
                <a:gd name="adj" fmla="val 50000"/>
              </a:avLst>
            </a:prstGeom>
            <a:solidFill>
              <a:srgbClr val="C8C9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46" name="키워드 입력"/>
            <p:cNvSpPr txBox="1"/>
            <p:nvPr/>
          </p:nvSpPr>
          <p:spPr>
            <a:xfrm>
              <a:off x="98439" y="20105"/>
              <a:ext cx="1886446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126BF6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2048" name="TextBox 19"/>
          <p:cNvSpPr txBox="1"/>
          <p:nvPr/>
        </p:nvSpPr>
        <p:spPr>
          <a:xfrm>
            <a:off x="1243873" y="5355113"/>
            <a:ext cx="1976584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세부내용 작성해주세요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 작성해주세요</a:t>
            </a:r>
          </a:p>
        </p:txBody>
      </p:sp>
      <p:sp>
        <p:nvSpPr>
          <p:cNvPr id="2049" name="TextBox 20"/>
          <p:cNvSpPr txBox="1"/>
          <p:nvPr/>
        </p:nvSpPr>
        <p:spPr>
          <a:xfrm>
            <a:off x="3858531" y="5355113"/>
            <a:ext cx="197658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세부내용 작성해주세요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 작성해주세요</a:t>
            </a:r>
          </a:p>
        </p:txBody>
      </p:sp>
      <p:sp>
        <p:nvSpPr>
          <p:cNvPr id="2050" name="TextBox 21"/>
          <p:cNvSpPr txBox="1"/>
          <p:nvPr/>
        </p:nvSpPr>
        <p:spPr>
          <a:xfrm>
            <a:off x="6445851" y="5355113"/>
            <a:ext cx="197658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세부내용 작성해주세요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 작성해주세요</a:t>
            </a:r>
          </a:p>
        </p:txBody>
      </p:sp>
      <p:sp>
        <p:nvSpPr>
          <p:cNvPr id="2051" name="TextBox 22"/>
          <p:cNvSpPr txBox="1"/>
          <p:nvPr/>
        </p:nvSpPr>
        <p:spPr>
          <a:xfrm>
            <a:off x="9064018" y="5355113"/>
            <a:ext cx="197658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세부내용 작성해주세요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 작성해주세요</a:t>
            </a:r>
          </a:p>
        </p:txBody>
      </p:sp>
      <p:pic>
        <p:nvPicPr>
          <p:cNvPr id="2052" name="그림 24" descr="그림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TextBox 2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056" name="그림 2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05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055" name="image3.png" descr="image3.png"/>
            <p:cNvPicPr>
              <a:picLocks noChangeAspect="1"/>
            </p:cNvPicPr>
            <p:nvPr/>
          </p:nvPicPr>
          <p:blipFill>
            <a:blip r:embed="rId7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5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06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06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06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063" name="Content Placeholder 16"/>
          <p:cNvGraphicFramePr/>
          <p:nvPr/>
        </p:nvGraphicFramePr>
        <p:xfrm>
          <a:off x="1914406" y="3214817"/>
          <a:ext cx="2264583" cy="2264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64" name="Text Placeholder 39"/>
          <p:cNvSpPr txBox="1"/>
          <p:nvPr/>
        </p:nvSpPr>
        <p:spPr>
          <a:xfrm>
            <a:off x="2405511" y="4022997"/>
            <a:ext cx="1282375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70%</a:t>
            </a:r>
          </a:p>
        </p:txBody>
      </p:sp>
      <p:grpSp>
        <p:nvGrpSpPr>
          <p:cNvPr id="2067" name="직사각형 9"/>
          <p:cNvGrpSpPr/>
          <p:nvPr/>
        </p:nvGrpSpPr>
        <p:grpSpPr>
          <a:xfrm>
            <a:off x="1696696" y="2570095"/>
            <a:ext cx="2700004" cy="353189"/>
            <a:chOff x="-1" y="-1"/>
            <a:chExt cx="2700002" cy="353187"/>
          </a:xfrm>
        </p:grpSpPr>
        <p:sp>
          <p:nvSpPr>
            <p:cNvPr id="2065" name="Rectangle"/>
            <p:cNvSpPr/>
            <p:nvPr/>
          </p:nvSpPr>
          <p:spPr>
            <a:xfrm>
              <a:off x="-1" y="-1"/>
              <a:ext cx="2700002" cy="353187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66" name="키워드 입력"/>
            <p:cNvSpPr txBox="1"/>
            <p:nvPr/>
          </p:nvSpPr>
          <p:spPr>
            <a:xfrm>
              <a:off x="45719" y="16697"/>
              <a:ext cx="2608562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aphicFrame>
        <p:nvGraphicFramePr>
          <p:cNvPr id="2068" name="Content Placeholder 16"/>
          <p:cNvGraphicFramePr/>
          <p:nvPr/>
        </p:nvGraphicFramePr>
        <p:xfrm>
          <a:off x="4963709" y="3214817"/>
          <a:ext cx="2264582" cy="2264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69" name="Text Placeholder 39"/>
          <p:cNvSpPr txBox="1"/>
          <p:nvPr/>
        </p:nvSpPr>
        <p:spPr>
          <a:xfrm>
            <a:off x="5454813" y="4022997"/>
            <a:ext cx="1282375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6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55%</a:t>
            </a:r>
          </a:p>
        </p:txBody>
      </p:sp>
      <p:grpSp>
        <p:nvGrpSpPr>
          <p:cNvPr id="2072" name="직사각형 12"/>
          <p:cNvGrpSpPr/>
          <p:nvPr/>
        </p:nvGrpSpPr>
        <p:grpSpPr>
          <a:xfrm>
            <a:off x="4745998" y="2570095"/>
            <a:ext cx="2700003" cy="353189"/>
            <a:chOff x="-1" y="-1"/>
            <a:chExt cx="2700002" cy="353187"/>
          </a:xfrm>
        </p:grpSpPr>
        <p:sp>
          <p:nvSpPr>
            <p:cNvPr id="2070" name="Rectangle"/>
            <p:cNvSpPr/>
            <p:nvPr/>
          </p:nvSpPr>
          <p:spPr>
            <a:xfrm>
              <a:off x="-1" y="-1"/>
              <a:ext cx="2700002" cy="353187"/>
            </a:xfrm>
            <a:prstGeom prst="rect">
              <a:avLst/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71" name="키워드 입력"/>
            <p:cNvSpPr txBox="1"/>
            <p:nvPr/>
          </p:nvSpPr>
          <p:spPr>
            <a:xfrm>
              <a:off x="45719" y="16697"/>
              <a:ext cx="2608562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aphicFrame>
        <p:nvGraphicFramePr>
          <p:cNvPr id="2073" name="Content Placeholder 16"/>
          <p:cNvGraphicFramePr/>
          <p:nvPr/>
        </p:nvGraphicFramePr>
        <p:xfrm>
          <a:off x="8013010" y="3214817"/>
          <a:ext cx="2264583" cy="2264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74" name="Text Placeholder 39"/>
          <p:cNvSpPr txBox="1"/>
          <p:nvPr/>
        </p:nvSpPr>
        <p:spPr>
          <a:xfrm>
            <a:off x="8504115" y="4022997"/>
            <a:ext cx="1282375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6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40%</a:t>
            </a:r>
          </a:p>
        </p:txBody>
      </p:sp>
      <p:grpSp>
        <p:nvGrpSpPr>
          <p:cNvPr id="2077" name="직사각형 15"/>
          <p:cNvGrpSpPr/>
          <p:nvPr/>
        </p:nvGrpSpPr>
        <p:grpSpPr>
          <a:xfrm>
            <a:off x="7795300" y="2570095"/>
            <a:ext cx="2700003" cy="353189"/>
            <a:chOff x="-1" y="-1"/>
            <a:chExt cx="2700002" cy="353187"/>
          </a:xfrm>
        </p:grpSpPr>
        <p:sp>
          <p:nvSpPr>
            <p:cNvPr id="2075" name="Rectangle"/>
            <p:cNvSpPr/>
            <p:nvPr/>
          </p:nvSpPr>
          <p:spPr>
            <a:xfrm>
              <a:off x="-1" y="-1"/>
              <a:ext cx="2700002" cy="353187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76" name="키워드 입력"/>
            <p:cNvSpPr txBox="1"/>
            <p:nvPr/>
          </p:nvSpPr>
          <p:spPr>
            <a:xfrm>
              <a:off x="45719" y="16697"/>
              <a:ext cx="2608562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2078" name="Oval 20"/>
          <p:cNvSpPr/>
          <p:nvPr/>
        </p:nvSpPr>
        <p:spPr>
          <a:xfrm>
            <a:off x="2004063" y="3287979"/>
            <a:ext cx="590995" cy="59099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079" name="Freeform: Shape 19"/>
          <p:cNvSpPr/>
          <p:nvPr/>
        </p:nvSpPr>
        <p:spPr>
          <a:xfrm>
            <a:off x="2153879" y="3472007"/>
            <a:ext cx="292589" cy="2299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536" y="1978"/>
                </a:moveTo>
                <a:lnTo>
                  <a:pt x="1536" y="14607"/>
                </a:lnTo>
                <a:lnTo>
                  <a:pt x="6363" y="8465"/>
                </a:lnTo>
                <a:lnTo>
                  <a:pt x="6941" y="7729"/>
                </a:lnTo>
                <a:lnTo>
                  <a:pt x="7519" y="8465"/>
                </a:lnTo>
                <a:lnTo>
                  <a:pt x="11948" y="14101"/>
                </a:lnTo>
                <a:lnTo>
                  <a:pt x="14840" y="10420"/>
                </a:lnTo>
                <a:lnTo>
                  <a:pt x="15418" y="9684"/>
                </a:lnTo>
                <a:lnTo>
                  <a:pt x="15997" y="10420"/>
                </a:lnTo>
                <a:lnTo>
                  <a:pt x="20046" y="15573"/>
                </a:lnTo>
                <a:lnTo>
                  <a:pt x="20046" y="1955"/>
                </a:lnTo>
                <a:lnTo>
                  <a:pt x="1536" y="1955"/>
                </a:lnTo>
                <a:close/>
                <a:moveTo>
                  <a:pt x="6941" y="10558"/>
                </a:moveTo>
                <a:lnTo>
                  <a:pt x="1536" y="17436"/>
                </a:lnTo>
                <a:lnTo>
                  <a:pt x="1536" y="19645"/>
                </a:lnTo>
                <a:lnTo>
                  <a:pt x="14008" y="19645"/>
                </a:lnTo>
                <a:lnTo>
                  <a:pt x="6941" y="10558"/>
                </a:lnTo>
                <a:close/>
                <a:moveTo>
                  <a:pt x="15418" y="12514"/>
                </a:moveTo>
                <a:lnTo>
                  <a:pt x="13014" y="15527"/>
                </a:lnTo>
                <a:lnTo>
                  <a:pt x="16195" y="19645"/>
                </a:lnTo>
                <a:lnTo>
                  <a:pt x="20046" y="19645"/>
                </a:lnTo>
                <a:lnTo>
                  <a:pt x="20046" y="18426"/>
                </a:lnTo>
                <a:lnTo>
                  <a:pt x="15418" y="12514"/>
                </a:lnTo>
                <a:close/>
                <a:moveTo>
                  <a:pt x="15870" y="4509"/>
                </a:moveTo>
                <a:cubicBezTo>
                  <a:pt x="16177" y="4118"/>
                  <a:pt x="16539" y="3934"/>
                  <a:pt x="16955" y="3934"/>
                </a:cubicBezTo>
                <a:cubicBezTo>
                  <a:pt x="17370" y="3934"/>
                  <a:pt x="17732" y="4118"/>
                  <a:pt x="18039" y="4509"/>
                </a:cubicBezTo>
                <a:cubicBezTo>
                  <a:pt x="18346" y="4900"/>
                  <a:pt x="18491" y="5360"/>
                  <a:pt x="18491" y="5889"/>
                </a:cubicBezTo>
                <a:cubicBezTo>
                  <a:pt x="18491" y="6418"/>
                  <a:pt x="18346" y="6878"/>
                  <a:pt x="18039" y="7269"/>
                </a:cubicBezTo>
                <a:cubicBezTo>
                  <a:pt x="17732" y="7660"/>
                  <a:pt x="17370" y="7844"/>
                  <a:pt x="16955" y="7844"/>
                </a:cubicBezTo>
                <a:cubicBezTo>
                  <a:pt x="16539" y="7844"/>
                  <a:pt x="16177" y="7660"/>
                  <a:pt x="15870" y="7269"/>
                </a:cubicBezTo>
                <a:cubicBezTo>
                  <a:pt x="15563" y="6878"/>
                  <a:pt x="15418" y="6418"/>
                  <a:pt x="15418" y="5889"/>
                </a:cubicBezTo>
                <a:cubicBezTo>
                  <a:pt x="15418" y="5360"/>
                  <a:pt x="15563" y="4900"/>
                  <a:pt x="15870" y="45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080" name="Oval 20"/>
          <p:cNvSpPr/>
          <p:nvPr/>
        </p:nvSpPr>
        <p:spPr>
          <a:xfrm>
            <a:off x="8069584" y="3287979"/>
            <a:ext cx="590995" cy="590995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081" name="Oval 20"/>
          <p:cNvSpPr/>
          <p:nvPr/>
        </p:nvSpPr>
        <p:spPr>
          <a:xfrm>
            <a:off x="5021634" y="3287979"/>
            <a:ext cx="590995" cy="590995"/>
          </a:xfrm>
          <a:prstGeom prst="ellipse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082" name="Freeform: Shape 27"/>
          <p:cNvSpPr/>
          <p:nvPr/>
        </p:nvSpPr>
        <p:spPr>
          <a:xfrm>
            <a:off x="5194715" y="3429706"/>
            <a:ext cx="244834" cy="300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083" name="Freeform: Shape 88"/>
          <p:cNvSpPr/>
          <p:nvPr/>
        </p:nvSpPr>
        <p:spPr>
          <a:xfrm>
            <a:off x="8234164" y="3475416"/>
            <a:ext cx="261836" cy="2311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38" y="0"/>
                </a:moveTo>
                <a:cubicBezTo>
                  <a:pt x="7492" y="0"/>
                  <a:pt x="9165" y="375"/>
                  <a:pt x="10819" y="1124"/>
                </a:cubicBezTo>
                <a:cubicBezTo>
                  <a:pt x="12474" y="375"/>
                  <a:pt x="14147" y="0"/>
                  <a:pt x="15801" y="0"/>
                </a:cubicBezTo>
                <a:cubicBezTo>
                  <a:pt x="16599" y="0"/>
                  <a:pt x="17436" y="88"/>
                  <a:pt x="18311" y="287"/>
                </a:cubicBezTo>
                <a:cubicBezTo>
                  <a:pt x="19187" y="485"/>
                  <a:pt x="19868" y="705"/>
                  <a:pt x="20355" y="926"/>
                </a:cubicBezTo>
                <a:lnTo>
                  <a:pt x="21075" y="1212"/>
                </a:lnTo>
                <a:lnTo>
                  <a:pt x="21600" y="1499"/>
                </a:lnTo>
                <a:lnTo>
                  <a:pt x="21600" y="20652"/>
                </a:lnTo>
                <a:lnTo>
                  <a:pt x="12259" y="20652"/>
                </a:lnTo>
                <a:cubicBezTo>
                  <a:pt x="11909" y="21269"/>
                  <a:pt x="11423" y="21600"/>
                  <a:pt x="10800" y="21600"/>
                </a:cubicBezTo>
                <a:cubicBezTo>
                  <a:pt x="10177" y="21600"/>
                  <a:pt x="9691" y="21291"/>
                  <a:pt x="9341" y="20652"/>
                </a:cubicBezTo>
                <a:lnTo>
                  <a:pt x="0" y="20652"/>
                </a:lnTo>
                <a:lnTo>
                  <a:pt x="0" y="1499"/>
                </a:lnTo>
                <a:lnTo>
                  <a:pt x="525" y="1212"/>
                </a:lnTo>
                <a:cubicBezTo>
                  <a:pt x="2277" y="397"/>
                  <a:pt x="4048" y="0"/>
                  <a:pt x="5838" y="0"/>
                </a:cubicBezTo>
                <a:close/>
                <a:moveTo>
                  <a:pt x="5838" y="1873"/>
                </a:moveTo>
                <a:cubicBezTo>
                  <a:pt x="4554" y="1873"/>
                  <a:pt x="3172" y="2182"/>
                  <a:pt x="1693" y="2821"/>
                </a:cubicBezTo>
                <a:lnTo>
                  <a:pt x="1693" y="17985"/>
                </a:lnTo>
                <a:cubicBezTo>
                  <a:pt x="3152" y="17434"/>
                  <a:pt x="4534" y="17170"/>
                  <a:pt x="5838" y="17170"/>
                </a:cubicBezTo>
                <a:cubicBezTo>
                  <a:pt x="7161" y="17170"/>
                  <a:pt x="8543" y="17434"/>
                  <a:pt x="9983" y="17985"/>
                </a:cubicBezTo>
                <a:lnTo>
                  <a:pt x="9983" y="2821"/>
                </a:lnTo>
                <a:cubicBezTo>
                  <a:pt x="8445" y="2182"/>
                  <a:pt x="7064" y="1873"/>
                  <a:pt x="5838" y="1873"/>
                </a:cubicBezTo>
                <a:close/>
                <a:moveTo>
                  <a:pt x="15801" y="1873"/>
                </a:moveTo>
                <a:cubicBezTo>
                  <a:pt x="14595" y="1873"/>
                  <a:pt x="13213" y="2182"/>
                  <a:pt x="11656" y="2821"/>
                </a:cubicBezTo>
                <a:lnTo>
                  <a:pt x="11656" y="17985"/>
                </a:lnTo>
                <a:cubicBezTo>
                  <a:pt x="13116" y="17434"/>
                  <a:pt x="14497" y="17170"/>
                  <a:pt x="15801" y="17170"/>
                </a:cubicBezTo>
                <a:cubicBezTo>
                  <a:pt x="17124" y="17170"/>
                  <a:pt x="18506" y="17434"/>
                  <a:pt x="19946" y="17985"/>
                </a:cubicBezTo>
                <a:lnTo>
                  <a:pt x="19946" y="2821"/>
                </a:lnTo>
                <a:cubicBezTo>
                  <a:pt x="18467" y="2182"/>
                  <a:pt x="17085" y="1873"/>
                  <a:pt x="15801" y="18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2084" name="그림 23" descr="그림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085" name="TextBox 2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088" name="그림 25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08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087" name="image3.png" descr="image3.png"/>
            <p:cNvPicPr>
              <a:picLocks noChangeAspect="1"/>
            </p:cNvPicPr>
            <p:nvPr/>
          </p:nvPicPr>
          <p:blipFill>
            <a:blip r:embed="rId6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91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092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09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094" name="차트 9"/>
          <p:cNvGraphicFramePr/>
          <p:nvPr/>
        </p:nvGraphicFramePr>
        <p:xfrm>
          <a:off x="1012131" y="2291083"/>
          <a:ext cx="4708621" cy="3818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95" name="TextBox 1"/>
          <p:cNvSpPr txBox="1"/>
          <p:nvPr/>
        </p:nvSpPr>
        <p:spPr>
          <a:xfrm>
            <a:off x="2045691" y="1483502"/>
            <a:ext cx="277169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096" name="직선 연결선 4"/>
          <p:cNvSpPr/>
          <p:nvPr/>
        </p:nvSpPr>
        <p:spPr>
          <a:xfrm>
            <a:off x="1159680" y="1822057"/>
            <a:ext cx="4543721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7" name="TextBox 10"/>
          <p:cNvSpPr txBox="1"/>
          <p:nvPr/>
        </p:nvSpPr>
        <p:spPr>
          <a:xfrm>
            <a:off x="7374610" y="1483502"/>
            <a:ext cx="277169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098" name="직선 연결선 11"/>
          <p:cNvSpPr/>
          <p:nvPr/>
        </p:nvSpPr>
        <p:spPr>
          <a:xfrm>
            <a:off x="6488600" y="1822057"/>
            <a:ext cx="4543721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101" name="그룹 12"/>
          <p:cNvGrpSpPr/>
          <p:nvPr/>
        </p:nvGrpSpPr>
        <p:grpSpPr>
          <a:xfrm>
            <a:off x="6723940" y="2276531"/>
            <a:ext cx="4013299" cy="4013299"/>
            <a:chOff x="0" y="0"/>
            <a:chExt cx="4013298" cy="4013298"/>
          </a:xfrm>
        </p:grpSpPr>
        <p:sp>
          <p:nvSpPr>
            <p:cNvPr id="2099" name="직선 연결선 13"/>
            <p:cNvSpPr/>
            <p:nvPr/>
          </p:nvSpPr>
          <p:spPr>
            <a:xfrm flipH="1">
              <a:off x="2006013" y="0"/>
              <a:ext cx="1" cy="4013299"/>
            </a:xfrm>
            <a:prstGeom prst="line">
              <a:avLst/>
            </a:prstGeom>
            <a:noFill/>
            <a:ln w="6350" cap="flat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00" name="직선 연결선 14"/>
            <p:cNvSpPr/>
            <p:nvPr/>
          </p:nvSpPr>
          <p:spPr>
            <a:xfrm flipH="1" flipV="1">
              <a:off x="0" y="2006014"/>
              <a:ext cx="4013299" cy="1"/>
            </a:xfrm>
            <a:prstGeom prst="line">
              <a:avLst/>
            </a:prstGeom>
            <a:noFill/>
            <a:ln w="6350" cap="flat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102" name="TextBox 15"/>
          <p:cNvSpPr txBox="1"/>
          <p:nvPr/>
        </p:nvSpPr>
        <p:spPr>
          <a:xfrm>
            <a:off x="8240131" y="1959139"/>
            <a:ext cx="94406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키워드 1</a:t>
            </a:r>
          </a:p>
        </p:txBody>
      </p:sp>
      <p:sp>
        <p:nvSpPr>
          <p:cNvPr id="2103" name="TextBox 16"/>
          <p:cNvSpPr txBox="1"/>
          <p:nvPr/>
        </p:nvSpPr>
        <p:spPr>
          <a:xfrm>
            <a:off x="5905465" y="4165820"/>
            <a:ext cx="94406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키워드 2</a:t>
            </a:r>
          </a:p>
        </p:txBody>
      </p:sp>
      <p:sp>
        <p:nvSpPr>
          <p:cNvPr id="2104" name="TextBox 17"/>
          <p:cNvSpPr txBox="1"/>
          <p:nvPr/>
        </p:nvSpPr>
        <p:spPr>
          <a:xfrm>
            <a:off x="10649405" y="4165820"/>
            <a:ext cx="94406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키워드 3</a:t>
            </a:r>
          </a:p>
        </p:txBody>
      </p:sp>
      <p:sp>
        <p:nvSpPr>
          <p:cNvPr id="2105" name="TextBox 18"/>
          <p:cNvSpPr txBox="1"/>
          <p:nvPr/>
        </p:nvSpPr>
        <p:spPr>
          <a:xfrm>
            <a:off x="8240131" y="6336129"/>
            <a:ext cx="94406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키워드 4</a:t>
            </a:r>
          </a:p>
        </p:txBody>
      </p:sp>
      <p:grpSp>
        <p:nvGrpSpPr>
          <p:cNvPr id="2108" name="타원 19"/>
          <p:cNvGrpSpPr/>
          <p:nvPr/>
        </p:nvGrpSpPr>
        <p:grpSpPr>
          <a:xfrm>
            <a:off x="9600285" y="2352860"/>
            <a:ext cx="1035502" cy="1035502"/>
            <a:chOff x="0" y="0"/>
            <a:chExt cx="1035500" cy="1035500"/>
          </a:xfrm>
        </p:grpSpPr>
        <p:sp>
          <p:nvSpPr>
            <p:cNvPr id="2106" name="Circle"/>
            <p:cNvSpPr/>
            <p:nvPr/>
          </p:nvSpPr>
          <p:spPr>
            <a:xfrm>
              <a:off x="0" y="0"/>
              <a:ext cx="1035500" cy="1035500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7" name="A사"/>
            <p:cNvSpPr txBox="1"/>
            <p:nvPr/>
          </p:nvSpPr>
          <p:spPr>
            <a:xfrm>
              <a:off x="197365" y="344265"/>
              <a:ext cx="640770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r>
                <a:t>A사</a:t>
              </a:r>
            </a:p>
          </p:txBody>
        </p:sp>
      </p:grpSp>
      <p:grpSp>
        <p:nvGrpSpPr>
          <p:cNvPr id="2111" name="타원 20"/>
          <p:cNvGrpSpPr/>
          <p:nvPr/>
        </p:nvGrpSpPr>
        <p:grpSpPr>
          <a:xfrm>
            <a:off x="8914620" y="3897087"/>
            <a:ext cx="786485" cy="786485"/>
            <a:chOff x="-1" y="-1"/>
            <a:chExt cx="786484" cy="786484"/>
          </a:xfrm>
        </p:grpSpPr>
        <p:sp>
          <p:nvSpPr>
            <p:cNvPr id="2109" name="Circle"/>
            <p:cNvSpPr/>
            <p:nvPr/>
          </p:nvSpPr>
          <p:spPr>
            <a:xfrm>
              <a:off x="-1" y="-1"/>
              <a:ext cx="786484" cy="786484"/>
            </a:xfrm>
            <a:prstGeom prst="ellipse">
              <a:avLst/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10" name="B사"/>
            <p:cNvSpPr txBox="1"/>
            <p:nvPr/>
          </p:nvSpPr>
          <p:spPr>
            <a:xfrm>
              <a:off x="160898" y="219756"/>
              <a:ext cx="464686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r>
                <a:t>B사</a:t>
              </a:r>
            </a:p>
          </p:txBody>
        </p:sp>
      </p:grpSp>
      <p:grpSp>
        <p:nvGrpSpPr>
          <p:cNvPr id="2114" name="타원 21"/>
          <p:cNvGrpSpPr/>
          <p:nvPr/>
        </p:nvGrpSpPr>
        <p:grpSpPr>
          <a:xfrm>
            <a:off x="7132048" y="3897087"/>
            <a:ext cx="1167675" cy="1167675"/>
            <a:chOff x="-1" y="-1"/>
            <a:chExt cx="1167674" cy="1167674"/>
          </a:xfrm>
        </p:grpSpPr>
        <p:sp>
          <p:nvSpPr>
            <p:cNvPr id="2112" name="Circle"/>
            <p:cNvSpPr/>
            <p:nvPr/>
          </p:nvSpPr>
          <p:spPr>
            <a:xfrm>
              <a:off x="-1" y="-1"/>
              <a:ext cx="1167674" cy="1167674"/>
            </a:xfrm>
            <a:prstGeom prst="ellipse">
              <a:avLst/>
            </a:prstGeom>
            <a:solidFill>
              <a:srgbClr val="A6A6A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13" name="C사"/>
            <p:cNvSpPr txBox="1"/>
            <p:nvPr/>
          </p:nvSpPr>
          <p:spPr>
            <a:xfrm>
              <a:off x="216721" y="410351"/>
              <a:ext cx="734229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r>
                <a:t>C사</a:t>
              </a:r>
            </a:p>
          </p:txBody>
        </p:sp>
      </p:grpSp>
      <p:grpSp>
        <p:nvGrpSpPr>
          <p:cNvPr id="2117" name="타원 22"/>
          <p:cNvGrpSpPr/>
          <p:nvPr/>
        </p:nvGrpSpPr>
        <p:grpSpPr>
          <a:xfrm>
            <a:off x="9160188" y="5112236"/>
            <a:ext cx="977516" cy="977516"/>
            <a:chOff x="0" y="0"/>
            <a:chExt cx="977514" cy="977514"/>
          </a:xfrm>
        </p:grpSpPr>
        <p:sp>
          <p:nvSpPr>
            <p:cNvPr id="2115" name="Circle"/>
            <p:cNvSpPr/>
            <p:nvPr/>
          </p:nvSpPr>
          <p:spPr>
            <a:xfrm>
              <a:off x="0" y="0"/>
              <a:ext cx="977514" cy="977514"/>
            </a:xfrm>
            <a:prstGeom prst="ellipse">
              <a:avLst/>
            </a:prstGeom>
            <a:solidFill>
              <a:srgbClr val="8497B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16" name="D사"/>
            <p:cNvSpPr txBox="1"/>
            <p:nvPr/>
          </p:nvSpPr>
          <p:spPr>
            <a:xfrm>
              <a:off x="188872" y="315272"/>
              <a:ext cx="599769" cy="3469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r>
                <a:t>D사</a:t>
              </a:r>
            </a:p>
          </p:txBody>
        </p:sp>
      </p:grpSp>
      <p:pic>
        <p:nvPicPr>
          <p:cNvPr id="2118" name="그림 23" descr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119" name="TextBox 2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122" name="그림 25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12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121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12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12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12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9" name="Rectangle: Rounded Corners 14"/>
          <p:cNvSpPr/>
          <p:nvPr/>
        </p:nvSpPr>
        <p:spPr>
          <a:xfrm>
            <a:off x="774063" y="2417014"/>
            <a:ext cx="3454645" cy="3343703"/>
          </a:xfrm>
          <a:prstGeom prst="roundRect">
            <a:avLst>
              <a:gd name="adj" fmla="val 5526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8100000" rotWithShape="0">
              <a:srgbClr val="C4D0DE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130" name="Rectangle 30"/>
          <p:cNvSpPr txBox="1"/>
          <p:nvPr/>
        </p:nvSpPr>
        <p:spPr>
          <a:xfrm>
            <a:off x="986405" y="3547245"/>
            <a:ext cx="1009656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350</a:t>
            </a:r>
          </a:p>
        </p:txBody>
      </p:sp>
      <p:sp>
        <p:nvSpPr>
          <p:cNvPr id="2131" name="Rectangle 31"/>
          <p:cNvSpPr txBox="1"/>
          <p:nvPr/>
        </p:nvSpPr>
        <p:spPr>
          <a:xfrm>
            <a:off x="986405" y="2890533"/>
            <a:ext cx="165017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132" name="Freeform 135"/>
          <p:cNvSpPr/>
          <p:nvPr/>
        </p:nvSpPr>
        <p:spPr>
          <a:xfrm>
            <a:off x="1045617" y="4088700"/>
            <a:ext cx="286657" cy="282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79" y="21600"/>
                </a:moveTo>
                <a:cubicBezTo>
                  <a:pt x="4823" y="21600"/>
                  <a:pt x="0" y="16767"/>
                  <a:pt x="0" y="10800"/>
                </a:cubicBezTo>
                <a:cubicBezTo>
                  <a:pt x="0" y="4833"/>
                  <a:pt x="4823" y="0"/>
                  <a:pt x="10779" y="0"/>
                </a:cubicBezTo>
                <a:cubicBezTo>
                  <a:pt x="16735" y="0"/>
                  <a:pt x="21600" y="4833"/>
                  <a:pt x="21600" y="10800"/>
                </a:cubicBezTo>
                <a:cubicBezTo>
                  <a:pt x="21600" y="16767"/>
                  <a:pt x="16735" y="21600"/>
                  <a:pt x="10779" y="21600"/>
                </a:cubicBezTo>
                <a:close/>
                <a:moveTo>
                  <a:pt x="17825" y="12775"/>
                </a:moveTo>
                <a:cubicBezTo>
                  <a:pt x="18161" y="12439"/>
                  <a:pt x="18161" y="11851"/>
                  <a:pt x="17825" y="11514"/>
                </a:cubicBezTo>
                <a:cubicBezTo>
                  <a:pt x="11408" y="5127"/>
                  <a:pt x="11408" y="5127"/>
                  <a:pt x="11408" y="5127"/>
                </a:cubicBezTo>
                <a:cubicBezTo>
                  <a:pt x="11073" y="4749"/>
                  <a:pt x="10527" y="4749"/>
                  <a:pt x="10150" y="5127"/>
                </a:cubicBezTo>
                <a:cubicBezTo>
                  <a:pt x="3775" y="11514"/>
                  <a:pt x="3775" y="11514"/>
                  <a:pt x="3775" y="11514"/>
                </a:cubicBezTo>
                <a:cubicBezTo>
                  <a:pt x="3439" y="11851"/>
                  <a:pt x="3439" y="12439"/>
                  <a:pt x="3775" y="12775"/>
                </a:cubicBezTo>
                <a:cubicBezTo>
                  <a:pt x="5201" y="14204"/>
                  <a:pt x="5201" y="14204"/>
                  <a:pt x="5201" y="14204"/>
                </a:cubicBezTo>
                <a:cubicBezTo>
                  <a:pt x="5578" y="14582"/>
                  <a:pt x="6123" y="14582"/>
                  <a:pt x="6501" y="14204"/>
                </a:cubicBezTo>
                <a:cubicBezTo>
                  <a:pt x="10779" y="9875"/>
                  <a:pt x="10779" y="9875"/>
                  <a:pt x="10779" y="9875"/>
                </a:cubicBezTo>
                <a:cubicBezTo>
                  <a:pt x="15099" y="14204"/>
                  <a:pt x="15099" y="14204"/>
                  <a:pt x="15099" y="14204"/>
                </a:cubicBezTo>
                <a:cubicBezTo>
                  <a:pt x="15477" y="14582"/>
                  <a:pt x="16022" y="14582"/>
                  <a:pt x="16357" y="14204"/>
                </a:cubicBezTo>
                <a:lnTo>
                  <a:pt x="17825" y="12775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grpSp>
        <p:nvGrpSpPr>
          <p:cNvPr id="2135" name="Rectangle: Rounded Corners 33"/>
          <p:cNvGrpSpPr/>
          <p:nvPr/>
        </p:nvGrpSpPr>
        <p:grpSpPr>
          <a:xfrm>
            <a:off x="1363497" y="4088700"/>
            <a:ext cx="572292" cy="282387"/>
            <a:chOff x="0" y="0"/>
            <a:chExt cx="572291" cy="282385"/>
          </a:xfrm>
        </p:grpSpPr>
        <p:sp>
          <p:nvSpPr>
            <p:cNvPr id="2133" name="Rounded Rectangle"/>
            <p:cNvSpPr/>
            <p:nvPr/>
          </p:nvSpPr>
          <p:spPr>
            <a:xfrm>
              <a:off x="0" y="0"/>
              <a:ext cx="572291" cy="282385"/>
            </a:xfrm>
            <a:prstGeom prst="roundRect">
              <a:avLst>
                <a:gd name="adj" fmla="val 50000"/>
              </a:avLst>
            </a:prstGeom>
            <a:solidFill>
              <a:srgbClr val="E7E6E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134" name="3%"/>
            <p:cNvSpPr txBox="1"/>
            <p:nvPr/>
          </p:nvSpPr>
          <p:spPr>
            <a:xfrm>
              <a:off x="41353" y="20542"/>
              <a:ext cx="489585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3%</a:t>
              </a:r>
            </a:p>
          </p:txBody>
        </p:sp>
      </p:grpSp>
      <p:sp>
        <p:nvSpPr>
          <p:cNvPr id="2136" name="Rectangle 34"/>
          <p:cNvSpPr txBox="1"/>
          <p:nvPr/>
        </p:nvSpPr>
        <p:spPr>
          <a:xfrm>
            <a:off x="986406" y="2583601"/>
            <a:ext cx="1431768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126BF6"/>
                </a:solidFill>
              </a:defRPr>
            </a:lvl1pPr>
          </a:lstStyle>
          <a:p>
            <a:r>
              <a:t>Keyword</a:t>
            </a:r>
          </a:p>
        </p:txBody>
      </p:sp>
      <p:graphicFrame>
        <p:nvGraphicFramePr>
          <p:cNvPr id="2137" name="Chart 35"/>
          <p:cNvGraphicFramePr/>
          <p:nvPr/>
        </p:nvGraphicFramePr>
        <p:xfrm>
          <a:off x="2467948" y="3113322"/>
          <a:ext cx="1418045" cy="1418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38" name="Rectangle 36"/>
          <p:cNvSpPr txBox="1"/>
          <p:nvPr/>
        </p:nvSpPr>
        <p:spPr>
          <a:xfrm>
            <a:off x="2509612" y="3550563"/>
            <a:ext cx="134618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55</a:t>
            </a:r>
            <a:r>
              <a:rPr sz="1600"/>
              <a:t>%</a:t>
            </a:r>
          </a:p>
        </p:txBody>
      </p:sp>
      <p:sp>
        <p:nvSpPr>
          <p:cNvPr id="2139" name="Rectangle 37"/>
          <p:cNvSpPr txBox="1"/>
          <p:nvPr/>
        </p:nvSpPr>
        <p:spPr>
          <a:xfrm>
            <a:off x="981773" y="4704558"/>
            <a:ext cx="3039226" cy="66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수치에 맞는 주요 내용을 입력해주세요</a:t>
            </a:r>
          </a:p>
          <a:p>
            <a:pPr algn="ctr">
              <a:lnSpc>
                <a:spcPct val="150000"/>
              </a:lnSpc>
              <a:defRPr sz="14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입력해주세요</a:t>
            </a:r>
          </a:p>
        </p:txBody>
      </p:sp>
      <p:grpSp>
        <p:nvGrpSpPr>
          <p:cNvPr id="2142" name="Rectangle: Rounded Corners 14"/>
          <p:cNvGrpSpPr/>
          <p:nvPr/>
        </p:nvGrpSpPr>
        <p:grpSpPr>
          <a:xfrm>
            <a:off x="4366978" y="2417014"/>
            <a:ext cx="3454646" cy="3343704"/>
            <a:chOff x="0" y="0"/>
            <a:chExt cx="3454645" cy="3343703"/>
          </a:xfrm>
        </p:grpSpPr>
        <p:sp>
          <p:nvSpPr>
            <p:cNvPr id="2140" name="Rounded Rectangle"/>
            <p:cNvSpPr/>
            <p:nvPr/>
          </p:nvSpPr>
          <p:spPr>
            <a:xfrm>
              <a:off x="0" y="0"/>
              <a:ext cx="3454645" cy="3343703"/>
            </a:xfrm>
            <a:prstGeom prst="roundRect">
              <a:avLst>
                <a:gd name="adj" fmla="val 5526"/>
              </a:avLst>
            </a:prstGeom>
            <a:solidFill>
              <a:srgbClr val="F6F7FA"/>
            </a:solidFill>
            <a:ln w="12700" cap="flat">
              <a:noFill/>
              <a:miter lim="400000"/>
            </a:ln>
            <a:effectLst>
              <a:outerShdw blurRad="50800" dist="38100" dir="8100000" rotWithShape="0">
                <a:srgbClr val="C4D0DE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141" name="ㅊ"/>
            <p:cNvSpPr txBox="1"/>
            <p:nvPr/>
          </p:nvSpPr>
          <p:spPr>
            <a:xfrm>
              <a:off x="99838" y="1492781"/>
              <a:ext cx="3254969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ㅊ</a:t>
              </a:r>
            </a:p>
          </p:txBody>
        </p:sp>
      </p:grpSp>
      <p:sp>
        <p:nvSpPr>
          <p:cNvPr id="2143" name="Rectangle 30"/>
          <p:cNvSpPr txBox="1"/>
          <p:nvPr/>
        </p:nvSpPr>
        <p:spPr>
          <a:xfrm>
            <a:off x="4579321" y="3547245"/>
            <a:ext cx="100965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400</a:t>
            </a:r>
          </a:p>
        </p:txBody>
      </p:sp>
      <p:sp>
        <p:nvSpPr>
          <p:cNvPr id="2144" name="Rectangle 31"/>
          <p:cNvSpPr txBox="1"/>
          <p:nvPr/>
        </p:nvSpPr>
        <p:spPr>
          <a:xfrm>
            <a:off x="4579321" y="2890533"/>
            <a:ext cx="165017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145" name="Freeform 135"/>
          <p:cNvSpPr/>
          <p:nvPr/>
        </p:nvSpPr>
        <p:spPr>
          <a:xfrm rot="10800000">
            <a:off x="4638533" y="4088700"/>
            <a:ext cx="286657" cy="282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79" y="21600"/>
                </a:moveTo>
                <a:cubicBezTo>
                  <a:pt x="4823" y="21600"/>
                  <a:pt x="0" y="16767"/>
                  <a:pt x="0" y="10800"/>
                </a:cubicBezTo>
                <a:cubicBezTo>
                  <a:pt x="0" y="4833"/>
                  <a:pt x="4823" y="0"/>
                  <a:pt x="10779" y="0"/>
                </a:cubicBezTo>
                <a:cubicBezTo>
                  <a:pt x="16735" y="0"/>
                  <a:pt x="21600" y="4833"/>
                  <a:pt x="21600" y="10800"/>
                </a:cubicBezTo>
                <a:cubicBezTo>
                  <a:pt x="21600" y="16767"/>
                  <a:pt x="16735" y="21600"/>
                  <a:pt x="10779" y="21600"/>
                </a:cubicBezTo>
                <a:close/>
                <a:moveTo>
                  <a:pt x="17825" y="12775"/>
                </a:moveTo>
                <a:cubicBezTo>
                  <a:pt x="18161" y="12439"/>
                  <a:pt x="18161" y="11851"/>
                  <a:pt x="17825" y="11514"/>
                </a:cubicBezTo>
                <a:cubicBezTo>
                  <a:pt x="11408" y="5127"/>
                  <a:pt x="11408" y="5127"/>
                  <a:pt x="11408" y="5127"/>
                </a:cubicBezTo>
                <a:cubicBezTo>
                  <a:pt x="11073" y="4749"/>
                  <a:pt x="10527" y="4749"/>
                  <a:pt x="10150" y="5127"/>
                </a:cubicBezTo>
                <a:cubicBezTo>
                  <a:pt x="3775" y="11514"/>
                  <a:pt x="3775" y="11514"/>
                  <a:pt x="3775" y="11514"/>
                </a:cubicBezTo>
                <a:cubicBezTo>
                  <a:pt x="3439" y="11851"/>
                  <a:pt x="3439" y="12439"/>
                  <a:pt x="3775" y="12775"/>
                </a:cubicBezTo>
                <a:cubicBezTo>
                  <a:pt x="5201" y="14204"/>
                  <a:pt x="5201" y="14204"/>
                  <a:pt x="5201" y="14204"/>
                </a:cubicBezTo>
                <a:cubicBezTo>
                  <a:pt x="5578" y="14582"/>
                  <a:pt x="6123" y="14582"/>
                  <a:pt x="6501" y="14204"/>
                </a:cubicBezTo>
                <a:cubicBezTo>
                  <a:pt x="10779" y="9875"/>
                  <a:pt x="10779" y="9875"/>
                  <a:pt x="10779" y="9875"/>
                </a:cubicBezTo>
                <a:cubicBezTo>
                  <a:pt x="15099" y="14204"/>
                  <a:pt x="15099" y="14204"/>
                  <a:pt x="15099" y="14204"/>
                </a:cubicBezTo>
                <a:cubicBezTo>
                  <a:pt x="15477" y="14582"/>
                  <a:pt x="16022" y="14582"/>
                  <a:pt x="16357" y="14204"/>
                </a:cubicBezTo>
                <a:lnTo>
                  <a:pt x="17825" y="12775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grpSp>
        <p:nvGrpSpPr>
          <p:cNvPr id="2148" name="Rectangle: Rounded Corners 33"/>
          <p:cNvGrpSpPr/>
          <p:nvPr/>
        </p:nvGrpSpPr>
        <p:grpSpPr>
          <a:xfrm>
            <a:off x="4956411" y="4088700"/>
            <a:ext cx="572293" cy="282387"/>
            <a:chOff x="0" y="0"/>
            <a:chExt cx="572291" cy="282385"/>
          </a:xfrm>
        </p:grpSpPr>
        <p:sp>
          <p:nvSpPr>
            <p:cNvPr id="2146" name="Rounded Rectangle"/>
            <p:cNvSpPr/>
            <p:nvPr/>
          </p:nvSpPr>
          <p:spPr>
            <a:xfrm>
              <a:off x="0" y="0"/>
              <a:ext cx="572291" cy="282385"/>
            </a:xfrm>
            <a:prstGeom prst="roundRect">
              <a:avLst>
                <a:gd name="adj" fmla="val 50000"/>
              </a:avLst>
            </a:prstGeom>
            <a:solidFill>
              <a:srgbClr val="E7E6E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147" name="5%"/>
            <p:cNvSpPr txBox="1"/>
            <p:nvPr/>
          </p:nvSpPr>
          <p:spPr>
            <a:xfrm>
              <a:off x="41353" y="20542"/>
              <a:ext cx="489585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5%</a:t>
              </a:r>
            </a:p>
          </p:txBody>
        </p:sp>
      </p:grpSp>
      <p:sp>
        <p:nvSpPr>
          <p:cNvPr id="2149" name="Rectangle 34"/>
          <p:cNvSpPr txBox="1"/>
          <p:nvPr/>
        </p:nvSpPr>
        <p:spPr>
          <a:xfrm>
            <a:off x="4579322" y="2583601"/>
            <a:ext cx="143176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126BF6"/>
                </a:solidFill>
              </a:defRPr>
            </a:lvl1pPr>
          </a:lstStyle>
          <a:p>
            <a:r>
              <a:t>Keyword</a:t>
            </a:r>
          </a:p>
        </p:txBody>
      </p:sp>
      <p:graphicFrame>
        <p:nvGraphicFramePr>
          <p:cNvPr id="2150" name="Chart 35"/>
          <p:cNvGraphicFramePr/>
          <p:nvPr/>
        </p:nvGraphicFramePr>
        <p:xfrm>
          <a:off x="6060864" y="3113322"/>
          <a:ext cx="1418044" cy="1418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51" name="Rectangle 36"/>
          <p:cNvSpPr txBox="1"/>
          <p:nvPr/>
        </p:nvSpPr>
        <p:spPr>
          <a:xfrm>
            <a:off x="6102527" y="3550563"/>
            <a:ext cx="134618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65</a:t>
            </a:r>
            <a:r>
              <a:rPr sz="1600"/>
              <a:t>%</a:t>
            </a:r>
          </a:p>
        </p:txBody>
      </p:sp>
      <p:sp>
        <p:nvSpPr>
          <p:cNvPr id="2152" name="Rectangle 37"/>
          <p:cNvSpPr txBox="1"/>
          <p:nvPr/>
        </p:nvSpPr>
        <p:spPr>
          <a:xfrm>
            <a:off x="4574688" y="4704558"/>
            <a:ext cx="3039226" cy="66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수치에 맞는 주요 내용을 입력해주세요</a:t>
            </a:r>
          </a:p>
          <a:p>
            <a:pPr algn="ctr">
              <a:lnSpc>
                <a:spcPct val="150000"/>
              </a:lnSpc>
              <a:defRPr sz="14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입력해주세요</a:t>
            </a:r>
          </a:p>
        </p:txBody>
      </p:sp>
      <p:sp>
        <p:nvSpPr>
          <p:cNvPr id="2153" name="Rectangle: Rounded Corners 14"/>
          <p:cNvSpPr/>
          <p:nvPr/>
        </p:nvSpPr>
        <p:spPr>
          <a:xfrm>
            <a:off x="7963292" y="2417014"/>
            <a:ext cx="3454646" cy="3343703"/>
          </a:xfrm>
          <a:prstGeom prst="roundRect">
            <a:avLst>
              <a:gd name="adj" fmla="val 5526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8100000" rotWithShape="0">
              <a:srgbClr val="C4D0DE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154" name="Rectangle 30"/>
          <p:cNvSpPr txBox="1"/>
          <p:nvPr/>
        </p:nvSpPr>
        <p:spPr>
          <a:xfrm>
            <a:off x="8175635" y="3547245"/>
            <a:ext cx="100965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250</a:t>
            </a:r>
          </a:p>
        </p:txBody>
      </p:sp>
      <p:sp>
        <p:nvSpPr>
          <p:cNvPr id="2155" name="Rectangle 31"/>
          <p:cNvSpPr txBox="1"/>
          <p:nvPr/>
        </p:nvSpPr>
        <p:spPr>
          <a:xfrm>
            <a:off x="8175635" y="2890533"/>
            <a:ext cx="165017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156" name="Freeform 135"/>
          <p:cNvSpPr/>
          <p:nvPr/>
        </p:nvSpPr>
        <p:spPr>
          <a:xfrm>
            <a:off x="8234847" y="4088700"/>
            <a:ext cx="286657" cy="282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79" y="21600"/>
                </a:moveTo>
                <a:cubicBezTo>
                  <a:pt x="4823" y="21600"/>
                  <a:pt x="0" y="16767"/>
                  <a:pt x="0" y="10800"/>
                </a:cubicBezTo>
                <a:cubicBezTo>
                  <a:pt x="0" y="4833"/>
                  <a:pt x="4823" y="0"/>
                  <a:pt x="10779" y="0"/>
                </a:cubicBezTo>
                <a:cubicBezTo>
                  <a:pt x="16735" y="0"/>
                  <a:pt x="21600" y="4833"/>
                  <a:pt x="21600" y="10800"/>
                </a:cubicBezTo>
                <a:cubicBezTo>
                  <a:pt x="21600" y="16767"/>
                  <a:pt x="16735" y="21600"/>
                  <a:pt x="10779" y="21600"/>
                </a:cubicBezTo>
                <a:close/>
                <a:moveTo>
                  <a:pt x="17825" y="12775"/>
                </a:moveTo>
                <a:cubicBezTo>
                  <a:pt x="18161" y="12439"/>
                  <a:pt x="18161" y="11851"/>
                  <a:pt x="17825" y="11514"/>
                </a:cubicBezTo>
                <a:cubicBezTo>
                  <a:pt x="11408" y="5127"/>
                  <a:pt x="11408" y="5127"/>
                  <a:pt x="11408" y="5127"/>
                </a:cubicBezTo>
                <a:cubicBezTo>
                  <a:pt x="11073" y="4749"/>
                  <a:pt x="10527" y="4749"/>
                  <a:pt x="10150" y="5127"/>
                </a:cubicBezTo>
                <a:cubicBezTo>
                  <a:pt x="3775" y="11514"/>
                  <a:pt x="3775" y="11514"/>
                  <a:pt x="3775" y="11514"/>
                </a:cubicBezTo>
                <a:cubicBezTo>
                  <a:pt x="3439" y="11851"/>
                  <a:pt x="3439" y="12439"/>
                  <a:pt x="3775" y="12775"/>
                </a:cubicBezTo>
                <a:cubicBezTo>
                  <a:pt x="5201" y="14204"/>
                  <a:pt x="5201" y="14204"/>
                  <a:pt x="5201" y="14204"/>
                </a:cubicBezTo>
                <a:cubicBezTo>
                  <a:pt x="5578" y="14582"/>
                  <a:pt x="6123" y="14582"/>
                  <a:pt x="6501" y="14204"/>
                </a:cubicBezTo>
                <a:cubicBezTo>
                  <a:pt x="10779" y="9875"/>
                  <a:pt x="10779" y="9875"/>
                  <a:pt x="10779" y="9875"/>
                </a:cubicBezTo>
                <a:cubicBezTo>
                  <a:pt x="15099" y="14204"/>
                  <a:pt x="15099" y="14204"/>
                  <a:pt x="15099" y="14204"/>
                </a:cubicBezTo>
                <a:cubicBezTo>
                  <a:pt x="15477" y="14582"/>
                  <a:pt x="16022" y="14582"/>
                  <a:pt x="16357" y="14204"/>
                </a:cubicBezTo>
                <a:lnTo>
                  <a:pt x="17825" y="12775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grpSp>
        <p:nvGrpSpPr>
          <p:cNvPr id="2159" name="Rectangle: Rounded Corners 33"/>
          <p:cNvGrpSpPr/>
          <p:nvPr/>
        </p:nvGrpSpPr>
        <p:grpSpPr>
          <a:xfrm>
            <a:off x="8552726" y="4088700"/>
            <a:ext cx="572293" cy="282387"/>
            <a:chOff x="0" y="0"/>
            <a:chExt cx="572291" cy="282385"/>
          </a:xfrm>
        </p:grpSpPr>
        <p:sp>
          <p:nvSpPr>
            <p:cNvPr id="2157" name="Rounded Rectangle"/>
            <p:cNvSpPr/>
            <p:nvPr/>
          </p:nvSpPr>
          <p:spPr>
            <a:xfrm>
              <a:off x="0" y="0"/>
              <a:ext cx="572291" cy="282385"/>
            </a:xfrm>
            <a:prstGeom prst="roundRect">
              <a:avLst>
                <a:gd name="adj" fmla="val 50000"/>
              </a:avLst>
            </a:prstGeom>
            <a:solidFill>
              <a:srgbClr val="E7E6E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158" name="1%"/>
            <p:cNvSpPr txBox="1"/>
            <p:nvPr/>
          </p:nvSpPr>
          <p:spPr>
            <a:xfrm>
              <a:off x="41353" y="20542"/>
              <a:ext cx="489585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1%</a:t>
              </a:r>
            </a:p>
          </p:txBody>
        </p:sp>
      </p:grpSp>
      <p:sp>
        <p:nvSpPr>
          <p:cNvPr id="2160" name="Rectangle 34"/>
          <p:cNvSpPr txBox="1"/>
          <p:nvPr/>
        </p:nvSpPr>
        <p:spPr>
          <a:xfrm>
            <a:off x="8175636" y="2583601"/>
            <a:ext cx="143176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126BF6"/>
                </a:solidFill>
              </a:defRPr>
            </a:lvl1pPr>
          </a:lstStyle>
          <a:p>
            <a:r>
              <a:t>Keyword</a:t>
            </a:r>
          </a:p>
        </p:txBody>
      </p:sp>
      <p:graphicFrame>
        <p:nvGraphicFramePr>
          <p:cNvPr id="2161" name="Chart 35"/>
          <p:cNvGraphicFramePr/>
          <p:nvPr/>
        </p:nvGraphicFramePr>
        <p:xfrm>
          <a:off x="9657178" y="3113322"/>
          <a:ext cx="1418044" cy="1418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62" name="Rectangle 36"/>
          <p:cNvSpPr txBox="1"/>
          <p:nvPr/>
        </p:nvSpPr>
        <p:spPr>
          <a:xfrm>
            <a:off x="9698841" y="3550563"/>
            <a:ext cx="134618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45</a:t>
            </a:r>
            <a:r>
              <a:rPr sz="1600"/>
              <a:t>%</a:t>
            </a:r>
          </a:p>
        </p:txBody>
      </p:sp>
      <p:sp>
        <p:nvSpPr>
          <p:cNvPr id="2163" name="Rectangle 37"/>
          <p:cNvSpPr txBox="1"/>
          <p:nvPr/>
        </p:nvSpPr>
        <p:spPr>
          <a:xfrm>
            <a:off x="8171002" y="4704558"/>
            <a:ext cx="3039226" cy="66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수치에 맞는 주요 내용을 입력해주세요</a:t>
            </a:r>
          </a:p>
          <a:p>
            <a:pPr algn="ctr">
              <a:lnSpc>
                <a:spcPct val="150000"/>
              </a:lnSpc>
              <a:defRPr sz="14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입력해주세요</a:t>
            </a:r>
          </a:p>
        </p:txBody>
      </p:sp>
      <p:pic>
        <p:nvPicPr>
          <p:cNvPr id="2164" name="그림 35" descr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165" name="TextBox 36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168" name="그림 37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16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167" name="image3.png" descr="image3.png"/>
            <p:cNvPicPr>
              <a:picLocks noChangeAspect="1"/>
            </p:cNvPicPr>
            <p:nvPr/>
          </p:nvPicPr>
          <p:blipFill>
            <a:blip r:embed="rId6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71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172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17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174" name="차트 1"/>
          <p:cNvGraphicFramePr/>
          <p:nvPr/>
        </p:nvGraphicFramePr>
        <p:xfrm>
          <a:off x="1925155" y="2557216"/>
          <a:ext cx="2824915" cy="2824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75" name="Freeform 166"/>
          <p:cNvSpPr/>
          <p:nvPr/>
        </p:nvSpPr>
        <p:spPr>
          <a:xfrm>
            <a:off x="4596653" y="4945455"/>
            <a:ext cx="345055" cy="601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76" name="Freeform 9"/>
          <p:cNvSpPr/>
          <p:nvPr/>
        </p:nvSpPr>
        <p:spPr>
          <a:xfrm>
            <a:off x="1729988" y="4944076"/>
            <a:ext cx="433388" cy="6045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85" y="13729"/>
                </a:moveTo>
                <a:cubicBezTo>
                  <a:pt x="19430" y="13729"/>
                  <a:pt x="18925" y="13546"/>
                  <a:pt x="18622" y="13216"/>
                </a:cubicBezTo>
                <a:cubicBezTo>
                  <a:pt x="14787" y="9043"/>
                  <a:pt x="14787" y="9043"/>
                  <a:pt x="14787" y="9043"/>
                </a:cubicBezTo>
                <a:cubicBezTo>
                  <a:pt x="14030" y="9043"/>
                  <a:pt x="14030" y="9043"/>
                  <a:pt x="14030" y="9043"/>
                </a:cubicBezTo>
                <a:cubicBezTo>
                  <a:pt x="14030" y="10654"/>
                  <a:pt x="14030" y="10654"/>
                  <a:pt x="14030" y="10654"/>
                </a:cubicBezTo>
                <a:cubicBezTo>
                  <a:pt x="18219" y="15706"/>
                  <a:pt x="18219" y="15706"/>
                  <a:pt x="18219" y="15706"/>
                </a:cubicBezTo>
                <a:cubicBezTo>
                  <a:pt x="18320" y="15816"/>
                  <a:pt x="18370" y="15962"/>
                  <a:pt x="18370" y="16108"/>
                </a:cubicBezTo>
                <a:cubicBezTo>
                  <a:pt x="18370" y="16548"/>
                  <a:pt x="17865" y="16877"/>
                  <a:pt x="17260" y="16877"/>
                </a:cubicBezTo>
                <a:cubicBezTo>
                  <a:pt x="14030" y="16877"/>
                  <a:pt x="14030" y="16877"/>
                  <a:pt x="14030" y="16877"/>
                </a:cubicBezTo>
                <a:cubicBezTo>
                  <a:pt x="14030" y="20209"/>
                  <a:pt x="14030" y="20209"/>
                  <a:pt x="14030" y="20209"/>
                </a:cubicBezTo>
                <a:cubicBezTo>
                  <a:pt x="14030" y="20978"/>
                  <a:pt x="13172" y="21600"/>
                  <a:pt x="12163" y="21600"/>
                </a:cubicBezTo>
                <a:cubicBezTo>
                  <a:pt x="9437" y="21600"/>
                  <a:pt x="9437" y="21600"/>
                  <a:pt x="9437" y="21600"/>
                </a:cubicBezTo>
                <a:cubicBezTo>
                  <a:pt x="8428" y="21600"/>
                  <a:pt x="7570" y="20978"/>
                  <a:pt x="7570" y="20209"/>
                </a:cubicBezTo>
                <a:cubicBezTo>
                  <a:pt x="7570" y="16877"/>
                  <a:pt x="7570" y="16877"/>
                  <a:pt x="7570" y="16877"/>
                </a:cubicBezTo>
                <a:cubicBezTo>
                  <a:pt x="4290" y="16877"/>
                  <a:pt x="4290" y="16877"/>
                  <a:pt x="4290" y="16877"/>
                </a:cubicBezTo>
                <a:cubicBezTo>
                  <a:pt x="3735" y="16877"/>
                  <a:pt x="3230" y="16548"/>
                  <a:pt x="3230" y="16108"/>
                </a:cubicBezTo>
                <a:cubicBezTo>
                  <a:pt x="3230" y="15962"/>
                  <a:pt x="3280" y="15816"/>
                  <a:pt x="3381" y="15706"/>
                </a:cubicBezTo>
                <a:cubicBezTo>
                  <a:pt x="7570" y="10654"/>
                  <a:pt x="7570" y="10654"/>
                  <a:pt x="7570" y="10654"/>
                </a:cubicBezTo>
                <a:cubicBezTo>
                  <a:pt x="7570" y="9043"/>
                  <a:pt x="7570" y="9043"/>
                  <a:pt x="7570" y="9043"/>
                </a:cubicBezTo>
                <a:cubicBezTo>
                  <a:pt x="6813" y="9043"/>
                  <a:pt x="6813" y="9043"/>
                  <a:pt x="6813" y="9043"/>
                </a:cubicBezTo>
                <a:cubicBezTo>
                  <a:pt x="2978" y="13216"/>
                  <a:pt x="2978" y="13216"/>
                  <a:pt x="2978" y="13216"/>
                </a:cubicBezTo>
                <a:cubicBezTo>
                  <a:pt x="2624" y="13546"/>
                  <a:pt x="2120" y="13729"/>
                  <a:pt x="1615" y="13729"/>
                </a:cubicBezTo>
                <a:cubicBezTo>
                  <a:pt x="707" y="13729"/>
                  <a:pt x="0" y="13216"/>
                  <a:pt x="0" y="12557"/>
                </a:cubicBezTo>
                <a:cubicBezTo>
                  <a:pt x="0" y="12338"/>
                  <a:pt x="101" y="12118"/>
                  <a:pt x="252" y="11935"/>
                </a:cubicBezTo>
                <a:cubicBezTo>
                  <a:pt x="4593" y="7212"/>
                  <a:pt x="4593" y="7212"/>
                  <a:pt x="4593" y="7212"/>
                </a:cubicBezTo>
                <a:cubicBezTo>
                  <a:pt x="5249" y="6480"/>
                  <a:pt x="6308" y="5894"/>
                  <a:pt x="7570" y="5894"/>
                </a:cubicBezTo>
                <a:cubicBezTo>
                  <a:pt x="14030" y="5894"/>
                  <a:pt x="14030" y="5894"/>
                  <a:pt x="14030" y="5894"/>
                </a:cubicBezTo>
                <a:cubicBezTo>
                  <a:pt x="15292" y="5894"/>
                  <a:pt x="16351" y="6480"/>
                  <a:pt x="17007" y="7212"/>
                </a:cubicBezTo>
                <a:cubicBezTo>
                  <a:pt x="21348" y="11935"/>
                  <a:pt x="21348" y="11935"/>
                  <a:pt x="21348" y="11935"/>
                </a:cubicBezTo>
                <a:cubicBezTo>
                  <a:pt x="21499" y="12118"/>
                  <a:pt x="21600" y="12338"/>
                  <a:pt x="21600" y="12557"/>
                </a:cubicBezTo>
                <a:cubicBezTo>
                  <a:pt x="21600" y="13216"/>
                  <a:pt x="20893" y="13729"/>
                  <a:pt x="19985" y="13729"/>
                </a:cubicBezTo>
                <a:close/>
                <a:moveTo>
                  <a:pt x="10800" y="5492"/>
                </a:moveTo>
                <a:cubicBezTo>
                  <a:pt x="8680" y="5492"/>
                  <a:pt x="7015" y="4283"/>
                  <a:pt x="7015" y="2746"/>
                </a:cubicBezTo>
                <a:cubicBezTo>
                  <a:pt x="7015" y="1245"/>
                  <a:pt x="8680" y="0"/>
                  <a:pt x="10800" y="0"/>
                </a:cubicBezTo>
                <a:cubicBezTo>
                  <a:pt x="12869" y="0"/>
                  <a:pt x="14585" y="1245"/>
                  <a:pt x="14585" y="2746"/>
                </a:cubicBezTo>
                <a:cubicBezTo>
                  <a:pt x="14585" y="4283"/>
                  <a:pt x="12869" y="5492"/>
                  <a:pt x="10800" y="5492"/>
                </a:cubicBez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77" name="Text Placeholder 39"/>
          <p:cNvSpPr txBox="1"/>
          <p:nvPr/>
        </p:nvSpPr>
        <p:spPr>
          <a:xfrm>
            <a:off x="2026563" y="3634392"/>
            <a:ext cx="1282375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0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60%</a:t>
            </a:r>
          </a:p>
        </p:txBody>
      </p:sp>
      <p:sp>
        <p:nvSpPr>
          <p:cNvPr id="2178" name="Text Placeholder 39"/>
          <p:cNvSpPr txBox="1"/>
          <p:nvPr/>
        </p:nvSpPr>
        <p:spPr>
          <a:xfrm>
            <a:off x="3454451" y="3634392"/>
            <a:ext cx="1282375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0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40%</a:t>
            </a:r>
          </a:p>
        </p:txBody>
      </p:sp>
      <p:sp>
        <p:nvSpPr>
          <p:cNvPr id="2179" name="TextBox 16"/>
          <p:cNvSpPr txBox="1"/>
          <p:nvPr/>
        </p:nvSpPr>
        <p:spPr>
          <a:xfrm>
            <a:off x="4551033" y="5613954"/>
            <a:ext cx="4223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남자</a:t>
            </a:r>
          </a:p>
        </p:txBody>
      </p:sp>
      <p:sp>
        <p:nvSpPr>
          <p:cNvPr id="2180" name="TextBox 17"/>
          <p:cNvSpPr txBox="1"/>
          <p:nvPr/>
        </p:nvSpPr>
        <p:spPr>
          <a:xfrm>
            <a:off x="1735489" y="5613954"/>
            <a:ext cx="4223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87B9FA"/>
                </a:solidFill>
              </a:defRPr>
            </a:lvl1pPr>
          </a:lstStyle>
          <a:p>
            <a:r>
              <a:t>여자</a:t>
            </a:r>
          </a:p>
        </p:txBody>
      </p:sp>
      <p:sp>
        <p:nvSpPr>
          <p:cNvPr id="2181" name="TextBox 18"/>
          <p:cNvSpPr txBox="1"/>
          <p:nvPr/>
        </p:nvSpPr>
        <p:spPr>
          <a:xfrm>
            <a:off x="6388574" y="2635616"/>
            <a:ext cx="84131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키워드 01</a:t>
            </a:r>
          </a:p>
        </p:txBody>
      </p:sp>
      <p:sp>
        <p:nvSpPr>
          <p:cNvPr id="2182" name="Freeform 166"/>
          <p:cNvSpPr/>
          <p:nvPr/>
        </p:nvSpPr>
        <p:spPr>
          <a:xfrm>
            <a:off x="7318834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126BF6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83" name="Freeform 166"/>
          <p:cNvSpPr/>
          <p:nvPr/>
        </p:nvSpPr>
        <p:spPr>
          <a:xfrm>
            <a:off x="7635061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126BF6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84" name="Freeform 166"/>
          <p:cNvSpPr/>
          <p:nvPr/>
        </p:nvSpPr>
        <p:spPr>
          <a:xfrm>
            <a:off x="7951289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126BF6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85" name="Freeform 166"/>
          <p:cNvSpPr/>
          <p:nvPr/>
        </p:nvSpPr>
        <p:spPr>
          <a:xfrm>
            <a:off x="8267516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126BF6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86" name="Freeform 166"/>
          <p:cNvSpPr/>
          <p:nvPr/>
        </p:nvSpPr>
        <p:spPr>
          <a:xfrm>
            <a:off x="8583742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126BF6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87" name="Freeform 166"/>
          <p:cNvSpPr/>
          <p:nvPr/>
        </p:nvSpPr>
        <p:spPr>
          <a:xfrm>
            <a:off x="8899969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88" name="Freeform 166"/>
          <p:cNvSpPr/>
          <p:nvPr/>
        </p:nvSpPr>
        <p:spPr>
          <a:xfrm>
            <a:off x="9216197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89" name="Freeform 166"/>
          <p:cNvSpPr/>
          <p:nvPr/>
        </p:nvSpPr>
        <p:spPr>
          <a:xfrm>
            <a:off x="9532424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0" name="Freeform 166"/>
          <p:cNvSpPr/>
          <p:nvPr/>
        </p:nvSpPr>
        <p:spPr>
          <a:xfrm>
            <a:off x="9848650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1" name="Freeform 166"/>
          <p:cNvSpPr/>
          <p:nvPr/>
        </p:nvSpPr>
        <p:spPr>
          <a:xfrm>
            <a:off x="10164881" y="2527655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2" name="Text Placeholder 39"/>
          <p:cNvSpPr txBox="1"/>
          <p:nvPr/>
        </p:nvSpPr>
        <p:spPr>
          <a:xfrm>
            <a:off x="10532206" y="2533890"/>
            <a:ext cx="120608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50%</a:t>
            </a:r>
          </a:p>
        </p:txBody>
      </p:sp>
      <p:sp>
        <p:nvSpPr>
          <p:cNvPr id="2193" name="TextBox 30"/>
          <p:cNvSpPr txBox="1"/>
          <p:nvPr/>
        </p:nvSpPr>
        <p:spPr>
          <a:xfrm>
            <a:off x="6388574" y="3407557"/>
            <a:ext cx="84131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키워드 02</a:t>
            </a:r>
          </a:p>
        </p:txBody>
      </p:sp>
      <p:sp>
        <p:nvSpPr>
          <p:cNvPr id="2194" name="Freeform 166"/>
          <p:cNvSpPr/>
          <p:nvPr/>
        </p:nvSpPr>
        <p:spPr>
          <a:xfrm>
            <a:off x="7318834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5" name="Freeform 166"/>
          <p:cNvSpPr/>
          <p:nvPr/>
        </p:nvSpPr>
        <p:spPr>
          <a:xfrm>
            <a:off x="7635061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6" name="Freeform 166"/>
          <p:cNvSpPr/>
          <p:nvPr/>
        </p:nvSpPr>
        <p:spPr>
          <a:xfrm>
            <a:off x="7951289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7" name="Freeform 166"/>
          <p:cNvSpPr/>
          <p:nvPr/>
        </p:nvSpPr>
        <p:spPr>
          <a:xfrm>
            <a:off x="8267516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8" name="Freeform 166"/>
          <p:cNvSpPr/>
          <p:nvPr/>
        </p:nvSpPr>
        <p:spPr>
          <a:xfrm>
            <a:off x="8583742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199" name="Freeform 166"/>
          <p:cNvSpPr/>
          <p:nvPr/>
        </p:nvSpPr>
        <p:spPr>
          <a:xfrm>
            <a:off x="8899969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0" name="Freeform 166"/>
          <p:cNvSpPr/>
          <p:nvPr/>
        </p:nvSpPr>
        <p:spPr>
          <a:xfrm>
            <a:off x="9216197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1" name="Freeform 166"/>
          <p:cNvSpPr/>
          <p:nvPr/>
        </p:nvSpPr>
        <p:spPr>
          <a:xfrm>
            <a:off x="9532424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2" name="Freeform 166"/>
          <p:cNvSpPr/>
          <p:nvPr/>
        </p:nvSpPr>
        <p:spPr>
          <a:xfrm>
            <a:off x="9848650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3" name="Freeform 166"/>
          <p:cNvSpPr/>
          <p:nvPr/>
        </p:nvSpPr>
        <p:spPr>
          <a:xfrm>
            <a:off x="10164881" y="329959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4" name="Text Placeholder 39"/>
          <p:cNvSpPr txBox="1"/>
          <p:nvPr/>
        </p:nvSpPr>
        <p:spPr>
          <a:xfrm>
            <a:off x="10532206" y="3305832"/>
            <a:ext cx="120608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30%</a:t>
            </a:r>
          </a:p>
        </p:txBody>
      </p:sp>
      <p:sp>
        <p:nvSpPr>
          <p:cNvPr id="2205" name="TextBox 42"/>
          <p:cNvSpPr txBox="1"/>
          <p:nvPr/>
        </p:nvSpPr>
        <p:spPr>
          <a:xfrm>
            <a:off x="6388574" y="4179498"/>
            <a:ext cx="84131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키워드 03</a:t>
            </a:r>
          </a:p>
        </p:txBody>
      </p:sp>
      <p:sp>
        <p:nvSpPr>
          <p:cNvPr id="2206" name="Freeform 166"/>
          <p:cNvSpPr/>
          <p:nvPr/>
        </p:nvSpPr>
        <p:spPr>
          <a:xfrm>
            <a:off x="7318834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7" name="Freeform 166"/>
          <p:cNvSpPr/>
          <p:nvPr/>
        </p:nvSpPr>
        <p:spPr>
          <a:xfrm>
            <a:off x="7635061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8" name="Freeform 166"/>
          <p:cNvSpPr/>
          <p:nvPr/>
        </p:nvSpPr>
        <p:spPr>
          <a:xfrm>
            <a:off x="7951289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09" name="Freeform 166"/>
          <p:cNvSpPr/>
          <p:nvPr/>
        </p:nvSpPr>
        <p:spPr>
          <a:xfrm>
            <a:off x="8267516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10" name="Freeform 166"/>
          <p:cNvSpPr/>
          <p:nvPr/>
        </p:nvSpPr>
        <p:spPr>
          <a:xfrm>
            <a:off x="8583742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11" name="Freeform 166"/>
          <p:cNvSpPr/>
          <p:nvPr/>
        </p:nvSpPr>
        <p:spPr>
          <a:xfrm>
            <a:off x="8899969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12" name="Freeform 166"/>
          <p:cNvSpPr/>
          <p:nvPr/>
        </p:nvSpPr>
        <p:spPr>
          <a:xfrm>
            <a:off x="9216197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13" name="Freeform 166"/>
          <p:cNvSpPr/>
          <p:nvPr/>
        </p:nvSpPr>
        <p:spPr>
          <a:xfrm>
            <a:off x="9532424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14" name="Freeform 166"/>
          <p:cNvSpPr/>
          <p:nvPr/>
        </p:nvSpPr>
        <p:spPr>
          <a:xfrm>
            <a:off x="9848650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15" name="Freeform 166"/>
          <p:cNvSpPr/>
          <p:nvPr/>
        </p:nvSpPr>
        <p:spPr>
          <a:xfrm>
            <a:off x="10164881" y="4071537"/>
            <a:ext cx="257483" cy="449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363"/>
                </a:moveTo>
                <a:cubicBezTo>
                  <a:pt x="21600" y="14022"/>
                  <a:pt x="20655" y="14534"/>
                  <a:pt x="19522" y="14534"/>
                </a:cubicBezTo>
                <a:cubicBezTo>
                  <a:pt x="18451" y="14534"/>
                  <a:pt x="17507" y="14022"/>
                  <a:pt x="17507" y="13363"/>
                </a:cubicBezTo>
                <a:cubicBezTo>
                  <a:pt x="17507" y="9043"/>
                  <a:pt x="17507" y="9043"/>
                  <a:pt x="17507" y="9043"/>
                </a:cubicBezTo>
                <a:cubicBezTo>
                  <a:pt x="16184" y="9043"/>
                  <a:pt x="16184" y="9043"/>
                  <a:pt x="16184" y="9043"/>
                </a:cubicBezTo>
                <a:cubicBezTo>
                  <a:pt x="16184" y="20209"/>
                  <a:pt x="16184" y="20209"/>
                  <a:pt x="16184" y="20209"/>
                </a:cubicBezTo>
                <a:cubicBezTo>
                  <a:pt x="16184" y="20978"/>
                  <a:pt x="15114" y="21600"/>
                  <a:pt x="13791" y="21600"/>
                </a:cubicBezTo>
                <a:cubicBezTo>
                  <a:pt x="12532" y="21600"/>
                  <a:pt x="11461" y="20978"/>
                  <a:pt x="11461" y="20209"/>
                </a:cubicBezTo>
                <a:cubicBezTo>
                  <a:pt x="11461" y="14534"/>
                  <a:pt x="11461" y="14534"/>
                  <a:pt x="11461" y="14534"/>
                </a:cubicBezTo>
                <a:cubicBezTo>
                  <a:pt x="10076" y="14534"/>
                  <a:pt x="10076" y="14534"/>
                  <a:pt x="10076" y="14534"/>
                </a:cubicBezTo>
                <a:cubicBezTo>
                  <a:pt x="10076" y="20209"/>
                  <a:pt x="10076" y="20209"/>
                  <a:pt x="10076" y="20209"/>
                </a:cubicBezTo>
                <a:cubicBezTo>
                  <a:pt x="10076" y="20978"/>
                  <a:pt x="9068" y="21600"/>
                  <a:pt x="7746" y="21600"/>
                </a:cubicBezTo>
                <a:cubicBezTo>
                  <a:pt x="6423" y="21600"/>
                  <a:pt x="5353" y="20978"/>
                  <a:pt x="5353" y="20209"/>
                </a:cubicBezTo>
                <a:cubicBezTo>
                  <a:pt x="5353" y="9043"/>
                  <a:pt x="5353" y="9043"/>
                  <a:pt x="5353" y="9043"/>
                </a:cubicBezTo>
                <a:cubicBezTo>
                  <a:pt x="4030" y="9043"/>
                  <a:pt x="4030" y="9043"/>
                  <a:pt x="4030" y="9043"/>
                </a:cubicBezTo>
                <a:cubicBezTo>
                  <a:pt x="4030" y="13363"/>
                  <a:pt x="4030" y="13363"/>
                  <a:pt x="4030" y="13363"/>
                </a:cubicBezTo>
                <a:cubicBezTo>
                  <a:pt x="4030" y="14022"/>
                  <a:pt x="3149" y="14534"/>
                  <a:pt x="2015" y="14534"/>
                </a:cubicBezTo>
                <a:cubicBezTo>
                  <a:pt x="882" y="14534"/>
                  <a:pt x="0" y="14022"/>
                  <a:pt x="0" y="13363"/>
                </a:cubicBezTo>
                <a:cubicBezTo>
                  <a:pt x="0" y="8237"/>
                  <a:pt x="0" y="8237"/>
                  <a:pt x="0" y="8237"/>
                </a:cubicBezTo>
                <a:cubicBezTo>
                  <a:pt x="0" y="6956"/>
                  <a:pt x="1763" y="5894"/>
                  <a:pt x="4030" y="5894"/>
                </a:cubicBezTo>
                <a:cubicBezTo>
                  <a:pt x="17507" y="5894"/>
                  <a:pt x="17507" y="5894"/>
                  <a:pt x="17507" y="5894"/>
                </a:cubicBezTo>
                <a:cubicBezTo>
                  <a:pt x="19774" y="5894"/>
                  <a:pt x="21600" y="6956"/>
                  <a:pt x="21600" y="8237"/>
                </a:cubicBezTo>
                <a:lnTo>
                  <a:pt x="21600" y="13363"/>
                </a:lnTo>
                <a:close/>
                <a:moveTo>
                  <a:pt x="10769" y="5492"/>
                </a:moveTo>
                <a:cubicBezTo>
                  <a:pt x="8187" y="5492"/>
                  <a:pt x="6045" y="4283"/>
                  <a:pt x="6045" y="2746"/>
                </a:cubicBezTo>
                <a:cubicBezTo>
                  <a:pt x="6045" y="1245"/>
                  <a:pt x="8187" y="0"/>
                  <a:pt x="10769" y="0"/>
                </a:cubicBezTo>
                <a:cubicBezTo>
                  <a:pt x="13413" y="0"/>
                  <a:pt x="15492" y="1245"/>
                  <a:pt x="15492" y="2746"/>
                </a:cubicBezTo>
                <a:cubicBezTo>
                  <a:pt x="15492" y="4283"/>
                  <a:pt x="13413" y="5492"/>
                  <a:pt x="10769" y="5492"/>
                </a:cubicBezTo>
                <a:close/>
              </a:path>
            </a:pathLst>
          </a:custGeom>
          <a:solidFill>
            <a:srgbClr val="D0CECE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216" name="Text Placeholder 39"/>
          <p:cNvSpPr txBox="1"/>
          <p:nvPr/>
        </p:nvSpPr>
        <p:spPr>
          <a:xfrm>
            <a:off x="10532206" y="4077772"/>
            <a:ext cx="120608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40%</a:t>
            </a:r>
          </a:p>
        </p:txBody>
      </p:sp>
      <p:sp>
        <p:nvSpPr>
          <p:cNvPr id="2217" name="Rectangle: Rounded Corners 14"/>
          <p:cNvSpPr/>
          <p:nvPr/>
        </p:nvSpPr>
        <p:spPr>
          <a:xfrm>
            <a:off x="6312110" y="4880581"/>
            <a:ext cx="5251641" cy="1338073"/>
          </a:xfrm>
          <a:prstGeom prst="roundRect">
            <a:avLst>
              <a:gd name="adj" fmla="val 14176"/>
            </a:avLst>
          </a:prstGeom>
          <a:solidFill>
            <a:srgbClr val="F6F7FA"/>
          </a:solidFill>
          <a:ln w="12700">
            <a:miter lim="400000"/>
          </a:ln>
          <a:effectLst>
            <a:outerShdw blurRad="50800" dist="38100" dir="8100000" rotWithShape="0">
              <a:srgbClr val="C4D0DE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218" name="Rectangle 37"/>
          <p:cNvSpPr txBox="1"/>
          <p:nvPr/>
        </p:nvSpPr>
        <p:spPr>
          <a:xfrm>
            <a:off x="6636873" y="5099220"/>
            <a:ext cx="4493578" cy="73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수치에 맞는 주요 내용을 입력해주세요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solidFill>
                  <a:srgbClr val="0D0D0D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세부 내용을 입력해주세요</a:t>
            </a:r>
          </a:p>
        </p:txBody>
      </p:sp>
      <p:sp>
        <p:nvSpPr>
          <p:cNvPr id="2219" name="TextBox 56"/>
          <p:cNvSpPr txBox="1"/>
          <p:nvPr/>
        </p:nvSpPr>
        <p:spPr>
          <a:xfrm>
            <a:off x="2045691" y="1483502"/>
            <a:ext cx="277169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220" name="직선 연결선 57"/>
          <p:cNvSpPr/>
          <p:nvPr/>
        </p:nvSpPr>
        <p:spPr>
          <a:xfrm>
            <a:off x="1159680" y="1822057"/>
            <a:ext cx="4543721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21" name="TextBox 58"/>
          <p:cNvSpPr txBox="1"/>
          <p:nvPr/>
        </p:nvSpPr>
        <p:spPr>
          <a:xfrm>
            <a:off x="7374610" y="1483502"/>
            <a:ext cx="277169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222" name="직선 연결선 59"/>
          <p:cNvSpPr/>
          <p:nvPr/>
        </p:nvSpPr>
        <p:spPr>
          <a:xfrm>
            <a:off x="6488600" y="1822057"/>
            <a:ext cx="4543721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23" name="그림 7" descr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224" name="TextBox 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227" name="그림 1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22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226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3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23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23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3" name="TextBox 1"/>
          <p:cNvSpPr txBox="1"/>
          <p:nvPr/>
        </p:nvSpPr>
        <p:spPr>
          <a:xfrm>
            <a:off x="2045691" y="1483502"/>
            <a:ext cx="277169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234" name="직선 연결선 4"/>
          <p:cNvSpPr/>
          <p:nvPr/>
        </p:nvSpPr>
        <p:spPr>
          <a:xfrm>
            <a:off x="1159680" y="1822057"/>
            <a:ext cx="4543721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5" name="TextBox 9"/>
          <p:cNvSpPr txBox="1"/>
          <p:nvPr/>
        </p:nvSpPr>
        <p:spPr>
          <a:xfrm>
            <a:off x="7374610" y="1483502"/>
            <a:ext cx="277169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26BF6"/>
                </a:solidFill>
              </a:defRPr>
            </a:lvl1pPr>
          </a:lstStyle>
          <a:p>
            <a:r>
              <a:t>내용을 입력해주세요</a:t>
            </a:r>
          </a:p>
        </p:txBody>
      </p:sp>
      <p:sp>
        <p:nvSpPr>
          <p:cNvPr id="2236" name="직선 연결선 10"/>
          <p:cNvSpPr/>
          <p:nvPr/>
        </p:nvSpPr>
        <p:spPr>
          <a:xfrm>
            <a:off x="6488600" y="1822057"/>
            <a:ext cx="4543721" cy="1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7" name="직사각형 11"/>
          <p:cNvSpPr/>
          <p:nvPr/>
        </p:nvSpPr>
        <p:spPr>
          <a:xfrm>
            <a:off x="6667068" y="5668912"/>
            <a:ext cx="4543720" cy="786173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aphicFrame>
        <p:nvGraphicFramePr>
          <p:cNvPr id="2238" name="차트 12"/>
          <p:cNvGraphicFramePr/>
          <p:nvPr/>
        </p:nvGraphicFramePr>
        <p:xfrm>
          <a:off x="1336386" y="2046306"/>
          <a:ext cx="4100645" cy="4391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39" name="차트 13"/>
          <p:cNvGraphicFramePr/>
          <p:nvPr/>
        </p:nvGraphicFramePr>
        <p:xfrm>
          <a:off x="7775033" y="2546834"/>
          <a:ext cx="2454921" cy="2785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40" name="TextBox 14"/>
          <p:cNvSpPr txBox="1"/>
          <p:nvPr/>
        </p:nvSpPr>
        <p:spPr>
          <a:xfrm>
            <a:off x="6966915" y="5740725"/>
            <a:ext cx="387338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15999">
              <a:lnSpc>
                <a:spcPts val="2100"/>
              </a:lnSpc>
              <a:buSzPct val="98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수치에 맞는 내용을 상세하게 입력해주세요</a:t>
            </a:r>
          </a:p>
          <a:p>
            <a:pPr marL="285750" indent="-215999">
              <a:lnSpc>
                <a:spcPts val="2100"/>
              </a:lnSpc>
              <a:buSzPct val="98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수치에 맞는 내용을 상세하게 입력해주세요</a:t>
            </a:r>
          </a:p>
        </p:txBody>
      </p:sp>
      <p:sp>
        <p:nvSpPr>
          <p:cNvPr id="2241" name="Text Placeholder 39"/>
          <p:cNvSpPr txBox="1"/>
          <p:nvPr/>
        </p:nvSpPr>
        <p:spPr>
          <a:xfrm>
            <a:off x="6917981" y="2670998"/>
            <a:ext cx="107003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0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60%</a:t>
            </a:r>
          </a:p>
        </p:txBody>
      </p:sp>
      <p:sp>
        <p:nvSpPr>
          <p:cNvPr id="2242" name="Text Placeholder 39"/>
          <p:cNvSpPr txBox="1"/>
          <p:nvPr/>
        </p:nvSpPr>
        <p:spPr>
          <a:xfrm>
            <a:off x="10149567" y="3998869"/>
            <a:ext cx="1282375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0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40%</a:t>
            </a:r>
          </a:p>
        </p:txBody>
      </p:sp>
      <p:pic>
        <p:nvPicPr>
          <p:cNvPr id="2243" name="그림 17" descr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244" name="TextBox 18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247" name="그림 1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24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246" name="image3.png" descr="image3.png"/>
            <p:cNvPicPr>
              <a:picLocks noChangeAspect="1"/>
            </p:cNvPicPr>
            <p:nvPr/>
          </p:nvPicPr>
          <p:blipFill>
            <a:blip r:embed="rId5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5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25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252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25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256" name="Text Placeholder 73"/>
          <p:cNvGrpSpPr/>
          <p:nvPr/>
        </p:nvGrpSpPr>
        <p:grpSpPr>
          <a:xfrm>
            <a:off x="838198" y="2195751"/>
            <a:ext cx="5219705" cy="1259869"/>
            <a:chOff x="-1" y="-1"/>
            <a:chExt cx="5219703" cy="1259868"/>
          </a:xfrm>
        </p:grpSpPr>
        <p:sp>
          <p:nvSpPr>
            <p:cNvPr id="2254" name="Rectangle"/>
            <p:cNvSpPr/>
            <p:nvPr/>
          </p:nvSpPr>
          <p:spPr>
            <a:xfrm>
              <a:off x="-1" y="-1"/>
              <a:ext cx="5219703" cy="1259868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595959"/>
                  </a:solidFill>
                </a:defRPr>
              </a:pPr>
              <a:endParaRPr/>
            </a:p>
          </p:txBody>
        </p:sp>
        <p:sp>
          <p:nvSpPr>
            <p:cNvPr id="2255" name="120,000…"/>
            <p:cNvSpPr txBox="1"/>
            <p:nvPr/>
          </p:nvSpPr>
          <p:spPr>
            <a:xfrm>
              <a:off x="52069" y="6349"/>
              <a:ext cx="5115562" cy="829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120,000</a:t>
              </a:r>
            </a:p>
            <a:p>
              <a:pPr>
                <a:defRPr sz="1600">
                  <a:solidFill>
                    <a:srgbClr val="595959"/>
                  </a:solidFill>
                </a:defRPr>
              </a:pPr>
              <a:r>
                <a:t>누적 이용자 수</a:t>
              </a:r>
            </a:p>
          </p:txBody>
        </p:sp>
      </p:grpSp>
      <p:grpSp>
        <p:nvGrpSpPr>
          <p:cNvPr id="2259" name="Text Placeholder 73"/>
          <p:cNvGrpSpPr/>
          <p:nvPr/>
        </p:nvGrpSpPr>
        <p:grpSpPr>
          <a:xfrm>
            <a:off x="6134098" y="2195751"/>
            <a:ext cx="5219705" cy="1259869"/>
            <a:chOff x="-1" y="-1"/>
            <a:chExt cx="5219703" cy="1259868"/>
          </a:xfrm>
        </p:grpSpPr>
        <p:sp>
          <p:nvSpPr>
            <p:cNvPr id="2257" name="Rectangle"/>
            <p:cNvSpPr/>
            <p:nvPr/>
          </p:nvSpPr>
          <p:spPr>
            <a:xfrm>
              <a:off x="-1" y="-1"/>
              <a:ext cx="5219703" cy="1259868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595959"/>
                  </a:solidFill>
                </a:defRPr>
              </a:pPr>
              <a:endParaRPr/>
            </a:p>
          </p:txBody>
        </p:sp>
        <p:sp>
          <p:nvSpPr>
            <p:cNvPr id="2258" name="70,000…"/>
            <p:cNvSpPr txBox="1"/>
            <p:nvPr/>
          </p:nvSpPr>
          <p:spPr>
            <a:xfrm>
              <a:off x="52069" y="6349"/>
              <a:ext cx="5115562" cy="829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70,000</a:t>
              </a:r>
            </a:p>
            <a:p>
              <a:pPr>
                <a:defRPr sz="1600">
                  <a:solidFill>
                    <a:srgbClr val="595959"/>
                  </a:solidFill>
                </a:defRPr>
              </a:pPr>
              <a:r>
                <a:t>월평균 이용자 수</a:t>
              </a:r>
            </a:p>
          </p:txBody>
        </p:sp>
      </p:grpSp>
      <p:grpSp>
        <p:nvGrpSpPr>
          <p:cNvPr id="2262" name="Text Placeholder 73"/>
          <p:cNvGrpSpPr/>
          <p:nvPr/>
        </p:nvGrpSpPr>
        <p:grpSpPr>
          <a:xfrm>
            <a:off x="6134097" y="3603676"/>
            <a:ext cx="5219704" cy="1259732"/>
            <a:chOff x="-1" y="0"/>
            <a:chExt cx="5219703" cy="1259730"/>
          </a:xfrm>
        </p:grpSpPr>
        <p:sp>
          <p:nvSpPr>
            <p:cNvPr id="2260" name="Rectangle"/>
            <p:cNvSpPr/>
            <p:nvPr/>
          </p:nvSpPr>
          <p:spPr>
            <a:xfrm>
              <a:off x="-1" y="0"/>
              <a:ext cx="5219703" cy="1259730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595959"/>
                  </a:solidFill>
                </a:defRPr>
              </a:pPr>
              <a:endParaRPr/>
            </a:p>
          </p:txBody>
        </p:sp>
        <p:sp>
          <p:nvSpPr>
            <p:cNvPr id="2261" name="150,000…"/>
            <p:cNvSpPr txBox="1"/>
            <p:nvPr/>
          </p:nvSpPr>
          <p:spPr>
            <a:xfrm>
              <a:off x="52069" y="6350"/>
              <a:ext cx="5115562" cy="829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150,000</a:t>
              </a:r>
            </a:p>
            <a:p>
              <a:pPr>
                <a:defRPr sz="1600">
                  <a:solidFill>
                    <a:srgbClr val="595959"/>
                  </a:solidFill>
                </a:defRPr>
              </a:pPr>
              <a:r>
                <a:t>누적 페이지 뷰</a:t>
              </a:r>
            </a:p>
          </p:txBody>
        </p:sp>
      </p:grpSp>
      <p:grpSp>
        <p:nvGrpSpPr>
          <p:cNvPr id="2265" name="Text Placeholder 73"/>
          <p:cNvGrpSpPr/>
          <p:nvPr/>
        </p:nvGrpSpPr>
        <p:grpSpPr>
          <a:xfrm>
            <a:off x="838200" y="3605456"/>
            <a:ext cx="5219701" cy="1258037"/>
            <a:chOff x="0" y="-1"/>
            <a:chExt cx="5219700" cy="1258036"/>
          </a:xfrm>
        </p:grpSpPr>
        <p:sp>
          <p:nvSpPr>
            <p:cNvPr id="2263" name="Rectangle"/>
            <p:cNvSpPr/>
            <p:nvPr/>
          </p:nvSpPr>
          <p:spPr>
            <a:xfrm>
              <a:off x="0" y="-1"/>
              <a:ext cx="5219700" cy="1258036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595959"/>
                  </a:solidFill>
                </a:defRPr>
              </a:pPr>
              <a:endParaRPr/>
            </a:p>
          </p:txBody>
        </p:sp>
        <p:sp>
          <p:nvSpPr>
            <p:cNvPr id="2264" name="3.0…"/>
            <p:cNvSpPr txBox="1"/>
            <p:nvPr/>
          </p:nvSpPr>
          <p:spPr>
            <a:xfrm>
              <a:off x="52069" y="6349"/>
              <a:ext cx="5115561" cy="829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3.0</a:t>
              </a:r>
            </a:p>
            <a:p>
              <a:pPr>
                <a:defRPr sz="1600">
                  <a:solidFill>
                    <a:srgbClr val="595959"/>
                  </a:solidFill>
                </a:defRPr>
              </a:pPr>
              <a:r>
                <a:t>방문 페이지 수</a:t>
              </a:r>
            </a:p>
          </p:txBody>
        </p:sp>
      </p:grpSp>
      <p:grpSp>
        <p:nvGrpSpPr>
          <p:cNvPr id="2268" name="Text Placeholder 73"/>
          <p:cNvGrpSpPr/>
          <p:nvPr/>
        </p:nvGrpSpPr>
        <p:grpSpPr>
          <a:xfrm>
            <a:off x="838197" y="5013237"/>
            <a:ext cx="5219705" cy="1258037"/>
            <a:chOff x="-1" y="-1"/>
            <a:chExt cx="5219703" cy="1258036"/>
          </a:xfrm>
        </p:grpSpPr>
        <p:sp>
          <p:nvSpPr>
            <p:cNvPr id="2266" name="Rectangle"/>
            <p:cNvSpPr/>
            <p:nvPr/>
          </p:nvSpPr>
          <p:spPr>
            <a:xfrm>
              <a:off x="-1" y="-1"/>
              <a:ext cx="5219703" cy="1258036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595959"/>
                  </a:solidFill>
                </a:defRPr>
              </a:pPr>
              <a:endParaRPr/>
            </a:p>
          </p:txBody>
        </p:sp>
        <p:sp>
          <p:nvSpPr>
            <p:cNvPr id="2267" name="1,800…"/>
            <p:cNvSpPr txBox="1"/>
            <p:nvPr/>
          </p:nvSpPr>
          <p:spPr>
            <a:xfrm>
              <a:off x="52069" y="6349"/>
              <a:ext cx="5115562" cy="829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1,800</a:t>
              </a:r>
            </a:p>
            <a:p>
              <a:pPr>
                <a:defRPr sz="1600">
                  <a:solidFill>
                    <a:srgbClr val="595959"/>
                  </a:solidFill>
                </a:defRPr>
              </a:pPr>
              <a:r>
                <a:t>누적 판매 수</a:t>
              </a:r>
            </a:p>
          </p:txBody>
        </p:sp>
      </p:grpSp>
      <p:grpSp>
        <p:nvGrpSpPr>
          <p:cNvPr id="2271" name="Text Placeholder 73"/>
          <p:cNvGrpSpPr/>
          <p:nvPr/>
        </p:nvGrpSpPr>
        <p:grpSpPr>
          <a:xfrm>
            <a:off x="6134096" y="5011456"/>
            <a:ext cx="5219705" cy="1259732"/>
            <a:chOff x="-1" y="0"/>
            <a:chExt cx="5219703" cy="1259730"/>
          </a:xfrm>
        </p:grpSpPr>
        <p:sp>
          <p:nvSpPr>
            <p:cNvPr id="2269" name="Rectangle"/>
            <p:cNvSpPr/>
            <p:nvPr/>
          </p:nvSpPr>
          <p:spPr>
            <a:xfrm>
              <a:off x="-1" y="0"/>
              <a:ext cx="5219703" cy="1259730"/>
            </a:xfrm>
            <a:prstGeom prst="rect">
              <a:avLst/>
            </a:prstGeom>
            <a:solidFill>
              <a:srgbClr val="F6F7FA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595959"/>
                  </a:solidFill>
                </a:defRPr>
              </a:pPr>
              <a:endParaRPr/>
            </a:p>
          </p:txBody>
        </p:sp>
        <p:sp>
          <p:nvSpPr>
            <p:cNvPr id="2270" name="1,200…"/>
            <p:cNvSpPr txBox="1"/>
            <p:nvPr/>
          </p:nvSpPr>
          <p:spPr>
            <a:xfrm>
              <a:off x="52069" y="6350"/>
              <a:ext cx="5115562" cy="829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126BF6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r>
                <a:t>1,200</a:t>
              </a:r>
            </a:p>
            <a:p>
              <a:pPr>
                <a:defRPr sz="1600">
                  <a:solidFill>
                    <a:srgbClr val="595959"/>
                  </a:solidFill>
                </a:defRPr>
              </a:pPr>
              <a:r>
                <a:t>월평균 다운로드 수</a:t>
              </a:r>
            </a:p>
          </p:txBody>
        </p:sp>
      </p:grpSp>
      <p:sp>
        <p:nvSpPr>
          <p:cNvPr id="2272" name="Rectangle 12"/>
          <p:cNvSpPr/>
          <p:nvPr/>
        </p:nvSpPr>
        <p:spPr>
          <a:xfrm>
            <a:off x="928182" y="3135552"/>
            <a:ext cx="5053520" cy="484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73" name="Rectangle 13"/>
          <p:cNvSpPr/>
          <p:nvPr/>
        </p:nvSpPr>
        <p:spPr>
          <a:xfrm>
            <a:off x="928182" y="3135552"/>
            <a:ext cx="2722255" cy="45720"/>
          </a:xfrm>
          <a:prstGeom prst="rect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74" name="TextBox 15"/>
          <p:cNvSpPr txBox="1"/>
          <p:nvPr/>
        </p:nvSpPr>
        <p:spPr>
          <a:xfrm>
            <a:off x="883919" y="3183971"/>
            <a:ext cx="1032512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666666"/>
                </a:solidFill>
              </a:defRPr>
            </a:lvl1pPr>
          </a:lstStyle>
          <a:p>
            <a:r>
              <a:t>목표 달성</a:t>
            </a:r>
          </a:p>
        </p:txBody>
      </p:sp>
      <p:sp>
        <p:nvSpPr>
          <p:cNvPr id="2275" name="TextBox 16"/>
          <p:cNvSpPr txBox="1"/>
          <p:nvPr/>
        </p:nvSpPr>
        <p:spPr>
          <a:xfrm>
            <a:off x="4903471" y="3183971"/>
            <a:ext cx="10325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100" b="1">
                <a:solidFill>
                  <a:srgbClr val="666666"/>
                </a:solidFill>
              </a:defRPr>
            </a:lvl1pPr>
          </a:lstStyle>
          <a:p>
            <a:r>
              <a:t>55%</a:t>
            </a:r>
          </a:p>
        </p:txBody>
      </p:sp>
      <p:sp>
        <p:nvSpPr>
          <p:cNvPr id="2276" name="Rectangle 16"/>
          <p:cNvSpPr/>
          <p:nvPr/>
        </p:nvSpPr>
        <p:spPr>
          <a:xfrm>
            <a:off x="6224082" y="3135552"/>
            <a:ext cx="5053520" cy="484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77" name="TextBox 18"/>
          <p:cNvSpPr txBox="1"/>
          <p:nvPr/>
        </p:nvSpPr>
        <p:spPr>
          <a:xfrm>
            <a:off x="6179820" y="3183971"/>
            <a:ext cx="103251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666666"/>
                </a:solidFill>
              </a:defRPr>
            </a:lvl1pPr>
          </a:lstStyle>
          <a:p>
            <a:r>
              <a:t>목표 달성</a:t>
            </a:r>
          </a:p>
        </p:txBody>
      </p:sp>
      <p:sp>
        <p:nvSpPr>
          <p:cNvPr id="2278" name="TextBox 19"/>
          <p:cNvSpPr txBox="1"/>
          <p:nvPr/>
        </p:nvSpPr>
        <p:spPr>
          <a:xfrm>
            <a:off x="10199370" y="3183971"/>
            <a:ext cx="10325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100" b="1">
                <a:solidFill>
                  <a:srgbClr val="666666"/>
                </a:solidFill>
              </a:defRPr>
            </a:lvl1pPr>
          </a:lstStyle>
          <a:p>
            <a:r>
              <a:t>70%</a:t>
            </a:r>
          </a:p>
        </p:txBody>
      </p:sp>
      <p:sp>
        <p:nvSpPr>
          <p:cNvPr id="2279" name="Rectangle 42"/>
          <p:cNvSpPr/>
          <p:nvPr/>
        </p:nvSpPr>
        <p:spPr>
          <a:xfrm>
            <a:off x="928182" y="4553460"/>
            <a:ext cx="5053520" cy="484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0" name="Rectangle 43"/>
          <p:cNvSpPr/>
          <p:nvPr/>
        </p:nvSpPr>
        <p:spPr>
          <a:xfrm>
            <a:off x="928182" y="4553460"/>
            <a:ext cx="3043185" cy="48421"/>
          </a:xfrm>
          <a:prstGeom prst="rect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1" name="TextBox 22"/>
          <p:cNvSpPr txBox="1"/>
          <p:nvPr/>
        </p:nvSpPr>
        <p:spPr>
          <a:xfrm>
            <a:off x="883919" y="4601881"/>
            <a:ext cx="10325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666666"/>
                </a:solidFill>
              </a:defRPr>
            </a:lvl1pPr>
          </a:lstStyle>
          <a:p>
            <a:r>
              <a:t>PROGRESS</a:t>
            </a:r>
          </a:p>
        </p:txBody>
      </p:sp>
      <p:sp>
        <p:nvSpPr>
          <p:cNvPr id="2282" name="TextBox 23"/>
          <p:cNvSpPr txBox="1"/>
          <p:nvPr/>
        </p:nvSpPr>
        <p:spPr>
          <a:xfrm>
            <a:off x="4903471" y="4601881"/>
            <a:ext cx="10325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100" b="1">
                <a:solidFill>
                  <a:srgbClr val="666666"/>
                </a:solidFill>
              </a:defRPr>
            </a:lvl1pPr>
          </a:lstStyle>
          <a:p>
            <a:r>
              <a:t>75%</a:t>
            </a:r>
          </a:p>
        </p:txBody>
      </p:sp>
      <p:sp>
        <p:nvSpPr>
          <p:cNvPr id="2283" name="Rectangle 46"/>
          <p:cNvSpPr/>
          <p:nvPr/>
        </p:nvSpPr>
        <p:spPr>
          <a:xfrm>
            <a:off x="6224082" y="4553460"/>
            <a:ext cx="5053520" cy="484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4" name="Rectangle 47"/>
          <p:cNvSpPr/>
          <p:nvPr/>
        </p:nvSpPr>
        <p:spPr>
          <a:xfrm>
            <a:off x="6224082" y="4553460"/>
            <a:ext cx="3915965" cy="48421"/>
          </a:xfrm>
          <a:prstGeom prst="rect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5" name="TextBox 26"/>
          <p:cNvSpPr txBox="1"/>
          <p:nvPr/>
        </p:nvSpPr>
        <p:spPr>
          <a:xfrm>
            <a:off x="6179820" y="4601881"/>
            <a:ext cx="1032511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666666"/>
                </a:solidFill>
              </a:defRPr>
            </a:lvl1pPr>
          </a:lstStyle>
          <a:p>
            <a:r>
              <a:t>목표 달성</a:t>
            </a:r>
          </a:p>
        </p:txBody>
      </p:sp>
      <p:sp>
        <p:nvSpPr>
          <p:cNvPr id="2286" name="TextBox 27"/>
          <p:cNvSpPr txBox="1"/>
          <p:nvPr/>
        </p:nvSpPr>
        <p:spPr>
          <a:xfrm>
            <a:off x="10199370" y="4601881"/>
            <a:ext cx="10325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100" b="1">
                <a:solidFill>
                  <a:srgbClr val="666666"/>
                </a:solidFill>
              </a:defRPr>
            </a:lvl1pPr>
          </a:lstStyle>
          <a:p>
            <a:r>
              <a:t>80%</a:t>
            </a:r>
          </a:p>
        </p:txBody>
      </p:sp>
      <p:sp>
        <p:nvSpPr>
          <p:cNvPr id="2287" name="Rectangle 50"/>
          <p:cNvSpPr/>
          <p:nvPr/>
        </p:nvSpPr>
        <p:spPr>
          <a:xfrm>
            <a:off x="928182" y="5961241"/>
            <a:ext cx="5053520" cy="484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8" name="Rectangle 51"/>
          <p:cNvSpPr/>
          <p:nvPr/>
        </p:nvSpPr>
        <p:spPr>
          <a:xfrm>
            <a:off x="928182" y="5961241"/>
            <a:ext cx="2722255" cy="45720"/>
          </a:xfrm>
          <a:prstGeom prst="rect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9" name="TextBox 30"/>
          <p:cNvSpPr txBox="1"/>
          <p:nvPr/>
        </p:nvSpPr>
        <p:spPr>
          <a:xfrm>
            <a:off x="883919" y="6009661"/>
            <a:ext cx="1032512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666666"/>
                </a:solidFill>
              </a:defRPr>
            </a:lvl1pPr>
          </a:lstStyle>
          <a:p>
            <a:r>
              <a:t>목표 달성</a:t>
            </a:r>
          </a:p>
        </p:txBody>
      </p:sp>
      <p:sp>
        <p:nvSpPr>
          <p:cNvPr id="2290" name="TextBox 31"/>
          <p:cNvSpPr txBox="1"/>
          <p:nvPr/>
        </p:nvSpPr>
        <p:spPr>
          <a:xfrm>
            <a:off x="4903471" y="6009661"/>
            <a:ext cx="10325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100" b="1">
                <a:solidFill>
                  <a:srgbClr val="666666"/>
                </a:solidFill>
              </a:defRPr>
            </a:lvl1pPr>
          </a:lstStyle>
          <a:p>
            <a:r>
              <a:t>55%</a:t>
            </a:r>
          </a:p>
        </p:txBody>
      </p:sp>
      <p:sp>
        <p:nvSpPr>
          <p:cNvPr id="2291" name="Rectangle 54"/>
          <p:cNvSpPr/>
          <p:nvPr/>
        </p:nvSpPr>
        <p:spPr>
          <a:xfrm>
            <a:off x="6224082" y="5961241"/>
            <a:ext cx="5053520" cy="484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92" name="Rectangle 55"/>
          <p:cNvSpPr/>
          <p:nvPr/>
        </p:nvSpPr>
        <p:spPr>
          <a:xfrm flipV="1">
            <a:off x="6224082" y="5961241"/>
            <a:ext cx="3505523" cy="45720"/>
          </a:xfrm>
          <a:prstGeom prst="rect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93" name="TextBox 34"/>
          <p:cNvSpPr txBox="1"/>
          <p:nvPr/>
        </p:nvSpPr>
        <p:spPr>
          <a:xfrm>
            <a:off x="6179820" y="6009661"/>
            <a:ext cx="1032511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666666"/>
                </a:solidFill>
              </a:defRPr>
            </a:lvl1pPr>
          </a:lstStyle>
          <a:p>
            <a:r>
              <a:t>목표 달성</a:t>
            </a:r>
          </a:p>
        </p:txBody>
      </p:sp>
      <p:sp>
        <p:nvSpPr>
          <p:cNvPr id="2294" name="TextBox 35"/>
          <p:cNvSpPr txBox="1"/>
          <p:nvPr/>
        </p:nvSpPr>
        <p:spPr>
          <a:xfrm>
            <a:off x="10199370" y="6009661"/>
            <a:ext cx="10325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100" b="1">
                <a:solidFill>
                  <a:srgbClr val="666666"/>
                </a:solidFill>
              </a:defRPr>
            </a:lvl1pPr>
          </a:lstStyle>
          <a:p>
            <a:r>
              <a:t>70%</a:t>
            </a:r>
          </a:p>
        </p:txBody>
      </p:sp>
      <p:sp>
        <p:nvSpPr>
          <p:cNvPr id="2295" name="Freeform 74"/>
          <p:cNvSpPr/>
          <p:nvPr/>
        </p:nvSpPr>
        <p:spPr>
          <a:xfrm>
            <a:off x="5570326" y="2337699"/>
            <a:ext cx="375075" cy="3524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600" extrusionOk="0">
                <a:moveTo>
                  <a:pt x="3684" y="12348"/>
                </a:moveTo>
                <a:cubicBezTo>
                  <a:pt x="2177" y="12348"/>
                  <a:pt x="2177" y="12348"/>
                  <a:pt x="2177" y="12348"/>
                </a:cubicBezTo>
                <a:cubicBezTo>
                  <a:pt x="1039" y="12348"/>
                  <a:pt x="0" y="11772"/>
                  <a:pt x="0" y="10404"/>
                </a:cubicBezTo>
                <a:cubicBezTo>
                  <a:pt x="0" y="9432"/>
                  <a:pt x="-33" y="6156"/>
                  <a:pt x="1374" y="6156"/>
                </a:cubicBezTo>
                <a:cubicBezTo>
                  <a:pt x="1608" y="6156"/>
                  <a:pt x="2780" y="7200"/>
                  <a:pt x="4320" y="7200"/>
                </a:cubicBezTo>
                <a:cubicBezTo>
                  <a:pt x="4823" y="7200"/>
                  <a:pt x="5325" y="7092"/>
                  <a:pt x="5794" y="6912"/>
                </a:cubicBezTo>
                <a:cubicBezTo>
                  <a:pt x="5760" y="7164"/>
                  <a:pt x="5727" y="7452"/>
                  <a:pt x="5727" y="7704"/>
                </a:cubicBezTo>
                <a:cubicBezTo>
                  <a:pt x="5727" y="8820"/>
                  <a:pt x="6062" y="9900"/>
                  <a:pt x="6631" y="10800"/>
                </a:cubicBezTo>
                <a:cubicBezTo>
                  <a:pt x="5493" y="10836"/>
                  <a:pt x="4421" y="11376"/>
                  <a:pt x="3684" y="12348"/>
                </a:cubicBezTo>
                <a:close/>
                <a:moveTo>
                  <a:pt x="4320" y="6156"/>
                </a:moveTo>
                <a:cubicBezTo>
                  <a:pt x="2713" y="6156"/>
                  <a:pt x="1440" y="4788"/>
                  <a:pt x="1440" y="3060"/>
                </a:cubicBezTo>
                <a:cubicBezTo>
                  <a:pt x="1440" y="1368"/>
                  <a:pt x="2713" y="0"/>
                  <a:pt x="4320" y="0"/>
                </a:cubicBezTo>
                <a:cubicBezTo>
                  <a:pt x="5894" y="0"/>
                  <a:pt x="7167" y="1368"/>
                  <a:pt x="7167" y="3060"/>
                </a:cubicBezTo>
                <a:cubicBezTo>
                  <a:pt x="7167" y="4788"/>
                  <a:pt x="5894" y="6156"/>
                  <a:pt x="4320" y="6156"/>
                </a:cubicBezTo>
                <a:close/>
                <a:moveTo>
                  <a:pt x="15673" y="21600"/>
                </a:moveTo>
                <a:cubicBezTo>
                  <a:pt x="5861" y="21600"/>
                  <a:pt x="5861" y="21600"/>
                  <a:pt x="5861" y="21600"/>
                </a:cubicBezTo>
                <a:cubicBezTo>
                  <a:pt x="4053" y="21600"/>
                  <a:pt x="2880" y="20412"/>
                  <a:pt x="2880" y="18468"/>
                </a:cubicBezTo>
                <a:cubicBezTo>
                  <a:pt x="2880" y="15732"/>
                  <a:pt x="3450" y="11556"/>
                  <a:pt x="6765" y="11556"/>
                </a:cubicBezTo>
                <a:cubicBezTo>
                  <a:pt x="7134" y="11556"/>
                  <a:pt x="8507" y="13248"/>
                  <a:pt x="10750" y="13248"/>
                </a:cubicBezTo>
                <a:cubicBezTo>
                  <a:pt x="12994" y="13248"/>
                  <a:pt x="14400" y="11556"/>
                  <a:pt x="14769" y="11556"/>
                </a:cubicBezTo>
                <a:cubicBezTo>
                  <a:pt x="18051" y="11556"/>
                  <a:pt x="18654" y="15732"/>
                  <a:pt x="18654" y="18468"/>
                </a:cubicBezTo>
                <a:cubicBezTo>
                  <a:pt x="18654" y="20412"/>
                  <a:pt x="17448" y="21600"/>
                  <a:pt x="15673" y="21600"/>
                </a:cubicBezTo>
                <a:close/>
                <a:moveTo>
                  <a:pt x="10750" y="12348"/>
                </a:moveTo>
                <a:cubicBezTo>
                  <a:pt x="8373" y="12348"/>
                  <a:pt x="6464" y="10260"/>
                  <a:pt x="6464" y="7704"/>
                </a:cubicBezTo>
                <a:cubicBezTo>
                  <a:pt x="6464" y="5148"/>
                  <a:pt x="8373" y="3060"/>
                  <a:pt x="10750" y="3060"/>
                </a:cubicBezTo>
                <a:cubicBezTo>
                  <a:pt x="13128" y="3060"/>
                  <a:pt x="15070" y="5148"/>
                  <a:pt x="15070" y="7704"/>
                </a:cubicBezTo>
                <a:cubicBezTo>
                  <a:pt x="15070" y="10260"/>
                  <a:pt x="13128" y="12348"/>
                  <a:pt x="10750" y="12348"/>
                </a:cubicBezTo>
                <a:close/>
                <a:moveTo>
                  <a:pt x="17214" y="6156"/>
                </a:moveTo>
                <a:cubicBezTo>
                  <a:pt x="15640" y="6156"/>
                  <a:pt x="14367" y="4788"/>
                  <a:pt x="14367" y="3060"/>
                </a:cubicBezTo>
                <a:cubicBezTo>
                  <a:pt x="14367" y="1368"/>
                  <a:pt x="15640" y="0"/>
                  <a:pt x="17214" y="0"/>
                </a:cubicBezTo>
                <a:cubicBezTo>
                  <a:pt x="18787" y="0"/>
                  <a:pt x="20094" y="1368"/>
                  <a:pt x="20094" y="3060"/>
                </a:cubicBezTo>
                <a:cubicBezTo>
                  <a:pt x="20094" y="4788"/>
                  <a:pt x="18787" y="6156"/>
                  <a:pt x="17214" y="6156"/>
                </a:cubicBezTo>
                <a:close/>
                <a:moveTo>
                  <a:pt x="19357" y="12348"/>
                </a:moveTo>
                <a:cubicBezTo>
                  <a:pt x="17850" y="12348"/>
                  <a:pt x="17850" y="12348"/>
                  <a:pt x="17850" y="12348"/>
                </a:cubicBezTo>
                <a:cubicBezTo>
                  <a:pt x="17113" y="11376"/>
                  <a:pt x="16041" y="10836"/>
                  <a:pt x="14869" y="10800"/>
                </a:cubicBezTo>
                <a:cubicBezTo>
                  <a:pt x="15472" y="9900"/>
                  <a:pt x="15774" y="8820"/>
                  <a:pt x="15774" y="7704"/>
                </a:cubicBezTo>
                <a:cubicBezTo>
                  <a:pt x="15774" y="7452"/>
                  <a:pt x="15774" y="7164"/>
                  <a:pt x="15740" y="6912"/>
                </a:cubicBezTo>
                <a:cubicBezTo>
                  <a:pt x="16209" y="7092"/>
                  <a:pt x="16711" y="7200"/>
                  <a:pt x="17214" y="7200"/>
                </a:cubicBezTo>
                <a:cubicBezTo>
                  <a:pt x="18720" y="7200"/>
                  <a:pt x="19893" y="6156"/>
                  <a:pt x="20127" y="6156"/>
                </a:cubicBezTo>
                <a:cubicBezTo>
                  <a:pt x="21567" y="6156"/>
                  <a:pt x="21534" y="9432"/>
                  <a:pt x="21534" y="10404"/>
                </a:cubicBezTo>
                <a:cubicBezTo>
                  <a:pt x="21534" y="11772"/>
                  <a:pt x="20462" y="12348"/>
                  <a:pt x="19357" y="12348"/>
                </a:cubicBez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6" name="Freeform 206"/>
          <p:cNvSpPr/>
          <p:nvPr/>
        </p:nvSpPr>
        <p:spPr>
          <a:xfrm>
            <a:off x="10922000" y="2342858"/>
            <a:ext cx="276226" cy="30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18" y="21600"/>
                </a:moveTo>
                <a:cubicBezTo>
                  <a:pt x="4082" y="21600"/>
                  <a:pt x="4082" y="21600"/>
                  <a:pt x="4082" y="21600"/>
                </a:cubicBezTo>
                <a:cubicBezTo>
                  <a:pt x="1651" y="21600"/>
                  <a:pt x="0" y="20255"/>
                  <a:pt x="0" y="17986"/>
                </a:cubicBezTo>
                <a:cubicBezTo>
                  <a:pt x="0" y="14792"/>
                  <a:pt x="780" y="9918"/>
                  <a:pt x="5274" y="9918"/>
                </a:cubicBezTo>
                <a:cubicBezTo>
                  <a:pt x="5778" y="9918"/>
                  <a:pt x="7796" y="11851"/>
                  <a:pt x="10777" y="11851"/>
                </a:cubicBezTo>
                <a:cubicBezTo>
                  <a:pt x="13804" y="11851"/>
                  <a:pt x="15822" y="9918"/>
                  <a:pt x="16280" y="9918"/>
                </a:cubicBezTo>
                <a:cubicBezTo>
                  <a:pt x="20775" y="9918"/>
                  <a:pt x="21600" y="14792"/>
                  <a:pt x="21600" y="17986"/>
                </a:cubicBezTo>
                <a:cubicBezTo>
                  <a:pt x="21600" y="20255"/>
                  <a:pt x="19949" y="21600"/>
                  <a:pt x="17518" y="21600"/>
                </a:cubicBezTo>
                <a:close/>
                <a:moveTo>
                  <a:pt x="10777" y="10800"/>
                </a:moveTo>
                <a:cubicBezTo>
                  <a:pt x="7521" y="10800"/>
                  <a:pt x="4907" y="8405"/>
                  <a:pt x="4907" y="5421"/>
                </a:cubicBezTo>
                <a:cubicBezTo>
                  <a:pt x="4907" y="2437"/>
                  <a:pt x="7521" y="0"/>
                  <a:pt x="10777" y="0"/>
                </a:cubicBezTo>
                <a:cubicBezTo>
                  <a:pt x="14033" y="0"/>
                  <a:pt x="16693" y="2437"/>
                  <a:pt x="16693" y="5421"/>
                </a:cubicBezTo>
                <a:cubicBezTo>
                  <a:pt x="16693" y="8405"/>
                  <a:pt x="14033" y="10800"/>
                  <a:pt x="10777" y="10800"/>
                </a:cubicBez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7" name="Rectangle 13"/>
          <p:cNvSpPr/>
          <p:nvPr/>
        </p:nvSpPr>
        <p:spPr>
          <a:xfrm>
            <a:off x="6213459" y="3135552"/>
            <a:ext cx="3516146" cy="45720"/>
          </a:xfrm>
          <a:prstGeom prst="rect">
            <a:avLst/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98" name="Freeform 111"/>
          <p:cNvSpPr/>
          <p:nvPr/>
        </p:nvSpPr>
        <p:spPr>
          <a:xfrm>
            <a:off x="5607844" y="5145420"/>
            <a:ext cx="293147" cy="3571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12" y="14085"/>
                </a:moveTo>
                <a:cubicBezTo>
                  <a:pt x="20014" y="15876"/>
                  <a:pt x="15681" y="17171"/>
                  <a:pt x="10861" y="17171"/>
                </a:cubicBezTo>
                <a:cubicBezTo>
                  <a:pt x="5919" y="17171"/>
                  <a:pt x="2197" y="15876"/>
                  <a:pt x="549" y="14085"/>
                </a:cubicBezTo>
                <a:cubicBezTo>
                  <a:pt x="549" y="13687"/>
                  <a:pt x="0" y="14085"/>
                  <a:pt x="0" y="14085"/>
                </a:cubicBezTo>
                <a:cubicBezTo>
                  <a:pt x="0" y="14533"/>
                  <a:pt x="0" y="16723"/>
                  <a:pt x="0" y="16723"/>
                </a:cubicBezTo>
                <a:cubicBezTo>
                  <a:pt x="0" y="18962"/>
                  <a:pt x="4881" y="21600"/>
                  <a:pt x="10861" y="21600"/>
                </a:cubicBezTo>
                <a:cubicBezTo>
                  <a:pt x="16780" y="21600"/>
                  <a:pt x="21600" y="18962"/>
                  <a:pt x="21600" y="16723"/>
                </a:cubicBezTo>
                <a:cubicBezTo>
                  <a:pt x="21600" y="16723"/>
                  <a:pt x="21600" y="14533"/>
                  <a:pt x="21600" y="14085"/>
                </a:cubicBezTo>
                <a:cubicBezTo>
                  <a:pt x="21600" y="14085"/>
                  <a:pt x="21112" y="13687"/>
                  <a:pt x="21112" y="14085"/>
                </a:cubicBezTo>
                <a:close/>
                <a:moveTo>
                  <a:pt x="21112" y="7963"/>
                </a:moveTo>
                <a:cubicBezTo>
                  <a:pt x="20014" y="9257"/>
                  <a:pt x="15681" y="10601"/>
                  <a:pt x="10861" y="10601"/>
                </a:cubicBezTo>
                <a:cubicBezTo>
                  <a:pt x="5919" y="10601"/>
                  <a:pt x="2197" y="9257"/>
                  <a:pt x="549" y="7963"/>
                </a:cubicBezTo>
                <a:cubicBezTo>
                  <a:pt x="549" y="7515"/>
                  <a:pt x="0" y="7963"/>
                  <a:pt x="0" y="7963"/>
                </a:cubicBezTo>
                <a:lnTo>
                  <a:pt x="0" y="11049"/>
                </a:lnTo>
                <a:cubicBezTo>
                  <a:pt x="0" y="12791"/>
                  <a:pt x="4881" y="14533"/>
                  <a:pt x="10861" y="14533"/>
                </a:cubicBezTo>
                <a:cubicBezTo>
                  <a:pt x="16780" y="14533"/>
                  <a:pt x="21600" y="12791"/>
                  <a:pt x="21600" y="11049"/>
                </a:cubicBezTo>
                <a:lnTo>
                  <a:pt x="21600" y="7963"/>
                </a:lnTo>
                <a:cubicBezTo>
                  <a:pt x="21600" y="7963"/>
                  <a:pt x="21112" y="7515"/>
                  <a:pt x="21112" y="7963"/>
                </a:cubicBezTo>
                <a:close/>
                <a:moveTo>
                  <a:pt x="10861" y="0"/>
                </a:moveTo>
                <a:cubicBezTo>
                  <a:pt x="4881" y="0"/>
                  <a:pt x="0" y="1294"/>
                  <a:pt x="0" y="3086"/>
                </a:cubicBezTo>
                <a:cubicBezTo>
                  <a:pt x="0" y="4828"/>
                  <a:pt x="0" y="4828"/>
                  <a:pt x="0" y="4828"/>
                </a:cubicBezTo>
                <a:cubicBezTo>
                  <a:pt x="0" y="6619"/>
                  <a:pt x="4881" y="7963"/>
                  <a:pt x="10861" y="7963"/>
                </a:cubicBezTo>
                <a:cubicBezTo>
                  <a:pt x="16780" y="7963"/>
                  <a:pt x="21600" y="6619"/>
                  <a:pt x="21600" y="4828"/>
                </a:cubicBezTo>
                <a:cubicBezTo>
                  <a:pt x="21600" y="3086"/>
                  <a:pt x="21600" y="3086"/>
                  <a:pt x="21600" y="3086"/>
                </a:cubicBezTo>
                <a:cubicBezTo>
                  <a:pt x="21600" y="1294"/>
                  <a:pt x="16780" y="0"/>
                  <a:pt x="10861" y="0"/>
                </a:cubicBez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299" name="Freeform: Shape 158"/>
          <p:cNvSpPr/>
          <p:nvPr/>
        </p:nvSpPr>
        <p:spPr>
          <a:xfrm>
            <a:off x="10952791" y="5159724"/>
            <a:ext cx="248019" cy="3303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805"/>
                </a:moveTo>
                <a:lnTo>
                  <a:pt x="21600" y="19805"/>
                </a:lnTo>
                <a:lnTo>
                  <a:pt x="21600" y="21600"/>
                </a:lnTo>
                <a:lnTo>
                  <a:pt x="0" y="21600"/>
                </a:lnTo>
                <a:lnTo>
                  <a:pt x="0" y="19805"/>
                </a:lnTo>
                <a:close/>
                <a:moveTo>
                  <a:pt x="9619" y="0"/>
                </a:moveTo>
                <a:lnTo>
                  <a:pt x="12009" y="0"/>
                </a:lnTo>
                <a:lnTo>
                  <a:pt x="12009" y="14907"/>
                </a:lnTo>
                <a:lnTo>
                  <a:pt x="18309" y="10114"/>
                </a:lnTo>
                <a:lnTo>
                  <a:pt x="20109" y="11465"/>
                </a:lnTo>
                <a:lnTo>
                  <a:pt x="11700" y="17778"/>
                </a:lnTo>
                <a:lnTo>
                  <a:pt x="10800" y="18348"/>
                </a:lnTo>
                <a:lnTo>
                  <a:pt x="9900" y="17778"/>
                </a:lnTo>
                <a:lnTo>
                  <a:pt x="1491" y="11465"/>
                </a:lnTo>
                <a:lnTo>
                  <a:pt x="3291" y="10114"/>
                </a:lnTo>
                <a:lnTo>
                  <a:pt x="9591" y="14907"/>
                </a:lnTo>
                <a:lnTo>
                  <a:pt x="9591" y="0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300" name="Freeform 134"/>
          <p:cNvSpPr/>
          <p:nvPr/>
        </p:nvSpPr>
        <p:spPr>
          <a:xfrm>
            <a:off x="5618505" y="3777934"/>
            <a:ext cx="257500" cy="326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468" y="11851"/>
                </a:moveTo>
                <a:cubicBezTo>
                  <a:pt x="15132" y="11851"/>
                  <a:pt x="15132" y="11851"/>
                  <a:pt x="15132" y="11851"/>
                </a:cubicBezTo>
                <a:cubicBezTo>
                  <a:pt x="15132" y="9749"/>
                  <a:pt x="15132" y="9749"/>
                  <a:pt x="15132" y="9749"/>
                </a:cubicBezTo>
                <a:cubicBezTo>
                  <a:pt x="6468" y="9749"/>
                  <a:pt x="6468" y="9749"/>
                  <a:pt x="6468" y="9749"/>
                </a:cubicBezTo>
                <a:lnTo>
                  <a:pt x="6468" y="11851"/>
                </a:lnTo>
                <a:close/>
                <a:moveTo>
                  <a:pt x="18366" y="0"/>
                </a:moveTo>
                <a:cubicBezTo>
                  <a:pt x="3234" y="0"/>
                  <a:pt x="3234" y="0"/>
                  <a:pt x="3234" y="0"/>
                </a:cubicBezTo>
                <a:cubicBezTo>
                  <a:pt x="1586" y="0"/>
                  <a:pt x="0" y="1242"/>
                  <a:pt x="0" y="2533"/>
                </a:cubicBezTo>
                <a:cubicBezTo>
                  <a:pt x="0" y="19067"/>
                  <a:pt x="0" y="19067"/>
                  <a:pt x="0" y="19067"/>
                </a:cubicBezTo>
                <a:cubicBezTo>
                  <a:pt x="0" y="20310"/>
                  <a:pt x="1586" y="21600"/>
                  <a:pt x="3234" y="21600"/>
                </a:cubicBezTo>
                <a:cubicBezTo>
                  <a:pt x="18366" y="21600"/>
                  <a:pt x="18366" y="21600"/>
                  <a:pt x="18366" y="21600"/>
                </a:cubicBezTo>
                <a:cubicBezTo>
                  <a:pt x="20014" y="21600"/>
                  <a:pt x="21600" y="20310"/>
                  <a:pt x="21600" y="19067"/>
                </a:cubicBezTo>
                <a:cubicBezTo>
                  <a:pt x="21600" y="2533"/>
                  <a:pt x="21600" y="2533"/>
                  <a:pt x="21600" y="2533"/>
                </a:cubicBezTo>
                <a:cubicBezTo>
                  <a:pt x="21600" y="1242"/>
                  <a:pt x="20014" y="0"/>
                  <a:pt x="18366" y="0"/>
                </a:cubicBezTo>
                <a:close/>
                <a:moveTo>
                  <a:pt x="18366" y="19067"/>
                </a:moveTo>
                <a:cubicBezTo>
                  <a:pt x="3234" y="19067"/>
                  <a:pt x="3234" y="19067"/>
                  <a:pt x="3234" y="19067"/>
                </a:cubicBezTo>
                <a:cubicBezTo>
                  <a:pt x="3234" y="2533"/>
                  <a:pt x="3234" y="2533"/>
                  <a:pt x="3234" y="2533"/>
                </a:cubicBezTo>
                <a:cubicBezTo>
                  <a:pt x="18366" y="2533"/>
                  <a:pt x="18366" y="2533"/>
                  <a:pt x="18366" y="2533"/>
                </a:cubicBezTo>
                <a:lnTo>
                  <a:pt x="18366" y="19067"/>
                </a:lnTo>
                <a:close/>
                <a:moveTo>
                  <a:pt x="15132" y="5065"/>
                </a:moveTo>
                <a:cubicBezTo>
                  <a:pt x="6468" y="5065"/>
                  <a:pt x="6468" y="5065"/>
                  <a:pt x="6468" y="5065"/>
                </a:cubicBezTo>
                <a:cubicBezTo>
                  <a:pt x="6468" y="7216"/>
                  <a:pt x="6468" y="7216"/>
                  <a:pt x="6468" y="7216"/>
                </a:cubicBezTo>
                <a:cubicBezTo>
                  <a:pt x="15132" y="7216"/>
                  <a:pt x="15132" y="7216"/>
                  <a:pt x="15132" y="7216"/>
                </a:cubicBezTo>
                <a:lnTo>
                  <a:pt x="15132" y="5065"/>
                </a:lnTo>
                <a:close/>
                <a:moveTo>
                  <a:pt x="15132" y="14384"/>
                </a:moveTo>
                <a:cubicBezTo>
                  <a:pt x="6468" y="14384"/>
                  <a:pt x="6468" y="14384"/>
                  <a:pt x="6468" y="14384"/>
                </a:cubicBezTo>
                <a:cubicBezTo>
                  <a:pt x="6468" y="16487"/>
                  <a:pt x="6468" y="16487"/>
                  <a:pt x="6468" y="16487"/>
                </a:cubicBezTo>
                <a:cubicBezTo>
                  <a:pt x="15132" y="16487"/>
                  <a:pt x="15132" y="16487"/>
                  <a:pt x="15132" y="16487"/>
                </a:cubicBezTo>
                <a:lnTo>
                  <a:pt x="15132" y="14384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301" name="Freeform 152"/>
          <p:cNvSpPr/>
          <p:nvPr/>
        </p:nvSpPr>
        <p:spPr>
          <a:xfrm>
            <a:off x="10952791" y="3738100"/>
            <a:ext cx="257499" cy="326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6" y="0"/>
                </a:moveTo>
                <a:cubicBezTo>
                  <a:pt x="3234" y="0"/>
                  <a:pt x="3234" y="0"/>
                  <a:pt x="3234" y="0"/>
                </a:cubicBezTo>
                <a:cubicBezTo>
                  <a:pt x="1647" y="0"/>
                  <a:pt x="0" y="1242"/>
                  <a:pt x="0" y="2533"/>
                </a:cubicBezTo>
                <a:cubicBezTo>
                  <a:pt x="0" y="19067"/>
                  <a:pt x="0" y="19067"/>
                  <a:pt x="0" y="19067"/>
                </a:cubicBezTo>
                <a:cubicBezTo>
                  <a:pt x="0" y="20310"/>
                  <a:pt x="1647" y="21600"/>
                  <a:pt x="3234" y="21600"/>
                </a:cubicBezTo>
                <a:cubicBezTo>
                  <a:pt x="18366" y="21600"/>
                  <a:pt x="18366" y="21600"/>
                  <a:pt x="18366" y="21600"/>
                </a:cubicBezTo>
                <a:cubicBezTo>
                  <a:pt x="20014" y="21600"/>
                  <a:pt x="21600" y="20310"/>
                  <a:pt x="21600" y="19067"/>
                </a:cubicBezTo>
                <a:cubicBezTo>
                  <a:pt x="21600" y="2533"/>
                  <a:pt x="21600" y="2533"/>
                  <a:pt x="21600" y="2533"/>
                </a:cubicBezTo>
                <a:cubicBezTo>
                  <a:pt x="21600" y="1242"/>
                  <a:pt x="20014" y="0"/>
                  <a:pt x="18366" y="0"/>
                </a:cubicBezTo>
                <a:close/>
                <a:moveTo>
                  <a:pt x="4332" y="5065"/>
                </a:moveTo>
                <a:cubicBezTo>
                  <a:pt x="17329" y="5065"/>
                  <a:pt x="17329" y="5065"/>
                  <a:pt x="17329" y="5065"/>
                </a:cubicBezTo>
                <a:cubicBezTo>
                  <a:pt x="17329" y="7216"/>
                  <a:pt x="17329" y="7216"/>
                  <a:pt x="17329" y="7216"/>
                </a:cubicBezTo>
                <a:cubicBezTo>
                  <a:pt x="4332" y="7216"/>
                  <a:pt x="4332" y="7216"/>
                  <a:pt x="4332" y="7216"/>
                </a:cubicBezTo>
                <a:lnTo>
                  <a:pt x="4332" y="5065"/>
                </a:lnTo>
                <a:close/>
                <a:moveTo>
                  <a:pt x="17329" y="16487"/>
                </a:moveTo>
                <a:cubicBezTo>
                  <a:pt x="4332" y="16487"/>
                  <a:pt x="4332" y="16487"/>
                  <a:pt x="4332" y="16487"/>
                </a:cubicBezTo>
                <a:cubicBezTo>
                  <a:pt x="4332" y="14384"/>
                  <a:pt x="4332" y="14384"/>
                  <a:pt x="4332" y="14384"/>
                </a:cubicBezTo>
                <a:cubicBezTo>
                  <a:pt x="17329" y="14384"/>
                  <a:pt x="17329" y="14384"/>
                  <a:pt x="17329" y="14384"/>
                </a:cubicBezTo>
                <a:lnTo>
                  <a:pt x="17329" y="16487"/>
                </a:lnTo>
                <a:close/>
                <a:moveTo>
                  <a:pt x="17329" y="11851"/>
                </a:moveTo>
                <a:cubicBezTo>
                  <a:pt x="4332" y="11851"/>
                  <a:pt x="4332" y="11851"/>
                  <a:pt x="4332" y="11851"/>
                </a:cubicBezTo>
                <a:cubicBezTo>
                  <a:pt x="4332" y="9749"/>
                  <a:pt x="4332" y="9749"/>
                  <a:pt x="4332" y="9749"/>
                </a:cubicBezTo>
                <a:cubicBezTo>
                  <a:pt x="17329" y="9749"/>
                  <a:pt x="17329" y="9749"/>
                  <a:pt x="17329" y="9749"/>
                </a:cubicBezTo>
                <a:lnTo>
                  <a:pt x="17329" y="11851"/>
                </a:lnTo>
                <a:close/>
              </a:path>
            </a:pathLst>
          </a:cu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2302" name="그림 44" descr="그림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303" name="TextBox 4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306" name="그림 4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30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305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0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31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311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312" name="Table 231"/>
          <p:cNvGraphicFramePr/>
          <p:nvPr/>
        </p:nvGraphicFramePr>
        <p:xfrm>
          <a:off x="479425" y="1721893"/>
          <a:ext cx="11341104" cy="469177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945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450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45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12700">
                      <a:solidFill>
                        <a:srgbClr val="EAEFF4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12700">
                      <a:solidFill>
                        <a:srgbClr val="EAEFF4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81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JAN</a:t>
                      </a:r>
                    </a:p>
                  </a:txBody>
                  <a:tcPr marL="36000" marR="36000" marT="36000" marB="36000" anchor="ctr" horzOverflow="overflow">
                    <a:lnL w="12700">
                      <a:solidFill>
                        <a:srgbClr val="EAEFF4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FEB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MAR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APR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MAY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JUN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JUL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AUG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SEP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OCT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NOV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DEC</a:t>
                      </a:r>
                    </a:p>
                  </a:txBody>
                  <a:tcPr marL="36000" marR="36000" marT="36000" marB="36000" anchor="ctr" horzOverflow="overflow">
                    <a:lnL w="6350">
                      <a:solidFill>
                        <a:srgbClr val="D9D9D9"/>
                      </a:solidFill>
                    </a:lnL>
                    <a:lnR w="12700">
                      <a:solidFill>
                        <a:srgbClr val="EAEFF4"/>
                      </a:solidFill>
                    </a:lnR>
                    <a:lnT w="6350">
                      <a:solidFill>
                        <a:srgbClr val="F9FAFC"/>
                      </a:solidFill>
                    </a:lnT>
                    <a:lnB w="6350">
                      <a:solidFill>
                        <a:srgbClr val="F9FAFC"/>
                      </a:solidFill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13" name="Arrow: Left-Right 36"/>
          <p:cNvSpPr/>
          <p:nvPr/>
        </p:nvSpPr>
        <p:spPr>
          <a:xfrm>
            <a:off x="1006465" y="1931946"/>
            <a:ext cx="1776242" cy="28099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314" name="Arrow: Left-Right 37"/>
          <p:cNvSpPr/>
          <p:nvPr/>
        </p:nvSpPr>
        <p:spPr>
          <a:xfrm>
            <a:off x="1443776" y="2530009"/>
            <a:ext cx="2822146" cy="28099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315" name="Arrow: Left-Right 38"/>
          <p:cNvSpPr/>
          <p:nvPr/>
        </p:nvSpPr>
        <p:spPr>
          <a:xfrm>
            <a:off x="4254815" y="2987706"/>
            <a:ext cx="1877476" cy="28099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316" name="Arrow: Left-Right 39"/>
          <p:cNvSpPr/>
          <p:nvPr/>
        </p:nvSpPr>
        <p:spPr>
          <a:xfrm>
            <a:off x="4265921" y="3555127"/>
            <a:ext cx="2822145" cy="28099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317" name="Arrow: Left-Right 40"/>
          <p:cNvSpPr/>
          <p:nvPr/>
        </p:nvSpPr>
        <p:spPr>
          <a:xfrm>
            <a:off x="7088065" y="3977835"/>
            <a:ext cx="2830614" cy="28099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318" name="Arrow: Left-Right 42"/>
          <p:cNvSpPr/>
          <p:nvPr/>
        </p:nvSpPr>
        <p:spPr>
          <a:xfrm>
            <a:off x="8965900" y="4528306"/>
            <a:ext cx="2830614" cy="28099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2319" name="Rectangle 43"/>
          <p:cNvSpPr txBox="1"/>
          <p:nvPr/>
        </p:nvSpPr>
        <p:spPr>
          <a:xfrm>
            <a:off x="2916813" y="1947980"/>
            <a:ext cx="178603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START</a:t>
            </a:r>
          </a:p>
        </p:txBody>
      </p:sp>
      <p:sp>
        <p:nvSpPr>
          <p:cNvPr id="2320" name="Rectangle 44"/>
          <p:cNvSpPr txBox="1"/>
          <p:nvPr/>
        </p:nvSpPr>
        <p:spPr>
          <a:xfrm>
            <a:off x="4360745" y="2535884"/>
            <a:ext cx="178603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08080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STEP 01</a:t>
            </a:r>
          </a:p>
        </p:txBody>
      </p:sp>
      <p:sp>
        <p:nvSpPr>
          <p:cNvPr id="2321" name="Rectangle 45"/>
          <p:cNvSpPr txBox="1"/>
          <p:nvPr/>
        </p:nvSpPr>
        <p:spPr>
          <a:xfrm>
            <a:off x="6281959" y="2990040"/>
            <a:ext cx="178603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08080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STEP 03</a:t>
            </a:r>
          </a:p>
        </p:txBody>
      </p:sp>
      <p:sp>
        <p:nvSpPr>
          <p:cNvPr id="2322" name="Rectangle 46"/>
          <p:cNvSpPr txBox="1"/>
          <p:nvPr/>
        </p:nvSpPr>
        <p:spPr>
          <a:xfrm>
            <a:off x="7152367" y="3539106"/>
            <a:ext cx="178603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08080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STEP 04</a:t>
            </a:r>
          </a:p>
        </p:txBody>
      </p:sp>
      <p:sp>
        <p:nvSpPr>
          <p:cNvPr id="2323" name="Rectangle 47"/>
          <p:cNvSpPr txBox="1"/>
          <p:nvPr/>
        </p:nvSpPr>
        <p:spPr>
          <a:xfrm>
            <a:off x="9954883" y="3935062"/>
            <a:ext cx="131450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08080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STEP 05</a:t>
            </a:r>
          </a:p>
        </p:txBody>
      </p:sp>
      <p:sp>
        <p:nvSpPr>
          <p:cNvPr id="2324" name="Rectangle 48"/>
          <p:cNvSpPr txBox="1"/>
          <p:nvPr/>
        </p:nvSpPr>
        <p:spPr>
          <a:xfrm>
            <a:off x="7588961" y="4534181"/>
            <a:ext cx="131450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FINISH</a:t>
            </a:r>
          </a:p>
        </p:txBody>
      </p:sp>
      <p:sp>
        <p:nvSpPr>
          <p:cNvPr id="2325" name="Rectangle 52"/>
          <p:cNvSpPr txBox="1"/>
          <p:nvPr/>
        </p:nvSpPr>
        <p:spPr>
          <a:xfrm>
            <a:off x="255263" y="5233263"/>
            <a:ext cx="142727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GOAL 01</a:t>
            </a:r>
          </a:p>
        </p:txBody>
      </p:sp>
      <p:sp>
        <p:nvSpPr>
          <p:cNvPr id="2326" name="Straight Connector 2"/>
          <p:cNvSpPr/>
          <p:nvPr/>
        </p:nvSpPr>
        <p:spPr>
          <a:xfrm flipH="1">
            <a:off x="961676" y="5567590"/>
            <a:ext cx="7226" cy="331194"/>
          </a:xfrm>
          <a:prstGeom prst="line">
            <a:avLst/>
          </a:prstGeom>
          <a:ln w="12700">
            <a:solidFill>
              <a:srgbClr val="87B9FA"/>
            </a:solidFill>
            <a:miter/>
            <a:tailEnd type="diamond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27" name="Rectangle 55"/>
          <p:cNvSpPr txBox="1"/>
          <p:nvPr/>
        </p:nvSpPr>
        <p:spPr>
          <a:xfrm>
            <a:off x="4250874" y="5233263"/>
            <a:ext cx="96544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GOAL 03</a:t>
            </a:r>
          </a:p>
        </p:txBody>
      </p:sp>
      <p:sp>
        <p:nvSpPr>
          <p:cNvPr id="2328" name="Straight Connector 56"/>
          <p:cNvSpPr/>
          <p:nvPr/>
        </p:nvSpPr>
        <p:spPr>
          <a:xfrm flipH="1">
            <a:off x="4728567" y="5567590"/>
            <a:ext cx="5029" cy="331194"/>
          </a:xfrm>
          <a:prstGeom prst="line">
            <a:avLst/>
          </a:prstGeom>
          <a:ln w="12700">
            <a:solidFill>
              <a:srgbClr val="87B9FA"/>
            </a:solidFill>
            <a:miter/>
            <a:tailEnd type="diamond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29" name="Rectangle 57"/>
          <p:cNvSpPr txBox="1"/>
          <p:nvPr/>
        </p:nvSpPr>
        <p:spPr>
          <a:xfrm>
            <a:off x="1810534" y="4842384"/>
            <a:ext cx="112342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GOAL 02</a:t>
            </a:r>
          </a:p>
        </p:txBody>
      </p:sp>
      <p:sp>
        <p:nvSpPr>
          <p:cNvPr id="2330" name="Straight Connector 58"/>
          <p:cNvSpPr/>
          <p:nvPr/>
        </p:nvSpPr>
        <p:spPr>
          <a:xfrm flipH="1">
            <a:off x="2366466" y="5176710"/>
            <a:ext cx="5780" cy="722074"/>
          </a:xfrm>
          <a:prstGeom prst="line">
            <a:avLst/>
          </a:prstGeom>
          <a:ln w="12700">
            <a:solidFill>
              <a:srgbClr val="126BF6"/>
            </a:solidFill>
            <a:miter/>
            <a:tailEnd type="diamond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1" name="Rectangle 60"/>
          <p:cNvSpPr txBox="1"/>
          <p:nvPr/>
        </p:nvSpPr>
        <p:spPr>
          <a:xfrm>
            <a:off x="5181338" y="4842384"/>
            <a:ext cx="96544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GOAL 04</a:t>
            </a:r>
          </a:p>
        </p:txBody>
      </p:sp>
      <p:sp>
        <p:nvSpPr>
          <p:cNvPr id="2332" name="Straight Connector 61"/>
          <p:cNvSpPr/>
          <p:nvPr/>
        </p:nvSpPr>
        <p:spPr>
          <a:xfrm flipH="1">
            <a:off x="5659031" y="5176711"/>
            <a:ext cx="5029" cy="722073"/>
          </a:xfrm>
          <a:prstGeom prst="line">
            <a:avLst/>
          </a:prstGeom>
          <a:ln w="12700">
            <a:solidFill>
              <a:srgbClr val="126BF6"/>
            </a:solidFill>
            <a:miter/>
            <a:tailEnd type="diamond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3" name="Rectangle 62"/>
          <p:cNvSpPr txBox="1"/>
          <p:nvPr/>
        </p:nvSpPr>
        <p:spPr>
          <a:xfrm>
            <a:off x="7103225" y="5233263"/>
            <a:ext cx="96544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GOAL 05</a:t>
            </a:r>
          </a:p>
        </p:txBody>
      </p:sp>
      <p:sp>
        <p:nvSpPr>
          <p:cNvPr id="2334" name="Straight Connector 63"/>
          <p:cNvSpPr/>
          <p:nvPr/>
        </p:nvSpPr>
        <p:spPr>
          <a:xfrm flipH="1">
            <a:off x="7580918" y="5567590"/>
            <a:ext cx="5029" cy="331194"/>
          </a:xfrm>
          <a:prstGeom prst="line">
            <a:avLst/>
          </a:prstGeom>
          <a:ln w="12700">
            <a:solidFill>
              <a:srgbClr val="87B9FA"/>
            </a:solidFill>
            <a:miter/>
            <a:tailEnd type="diamond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5" name="Rectangle 66"/>
          <p:cNvSpPr txBox="1"/>
          <p:nvPr/>
        </p:nvSpPr>
        <p:spPr>
          <a:xfrm>
            <a:off x="10853646" y="5233263"/>
            <a:ext cx="96544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GOAL 06</a:t>
            </a:r>
          </a:p>
        </p:txBody>
      </p:sp>
      <p:sp>
        <p:nvSpPr>
          <p:cNvPr id="2336" name="Straight Connector 67"/>
          <p:cNvSpPr/>
          <p:nvPr/>
        </p:nvSpPr>
        <p:spPr>
          <a:xfrm flipH="1">
            <a:off x="11331339" y="5567590"/>
            <a:ext cx="5030" cy="331194"/>
          </a:xfrm>
          <a:prstGeom prst="line">
            <a:avLst/>
          </a:prstGeom>
          <a:ln w="12700">
            <a:solidFill>
              <a:srgbClr val="126BF6"/>
            </a:solidFill>
            <a:miter/>
            <a:tailEnd type="diamond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7" name="TextBox 32"/>
          <p:cNvSpPr txBox="1"/>
          <p:nvPr/>
        </p:nvSpPr>
        <p:spPr>
          <a:xfrm>
            <a:off x="1664292" y="2826235"/>
            <a:ext cx="1848668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세부 내용을 입력해주세요</a:t>
            </a:r>
          </a:p>
        </p:txBody>
      </p:sp>
      <p:sp>
        <p:nvSpPr>
          <p:cNvPr id="2338" name="TextBox 33"/>
          <p:cNvSpPr txBox="1"/>
          <p:nvPr/>
        </p:nvSpPr>
        <p:spPr>
          <a:xfrm>
            <a:off x="1284549" y="2225382"/>
            <a:ext cx="1848668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세부 내용을 입력해주세요</a:t>
            </a:r>
          </a:p>
        </p:txBody>
      </p:sp>
      <p:sp>
        <p:nvSpPr>
          <p:cNvPr id="2339" name="TextBox 34"/>
          <p:cNvSpPr txBox="1"/>
          <p:nvPr/>
        </p:nvSpPr>
        <p:spPr>
          <a:xfrm>
            <a:off x="4452940" y="3281650"/>
            <a:ext cx="1848668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세부 내용을 입력해주세요</a:t>
            </a:r>
          </a:p>
        </p:txBody>
      </p:sp>
      <p:sp>
        <p:nvSpPr>
          <p:cNvPr id="2340" name="TextBox 35"/>
          <p:cNvSpPr txBox="1"/>
          <p:nvPr/>
        </p:nvSpPr>
        <p:spPr>
          <a:xfrm>
            <a:off x="4452940" y="3850580"/>
            <a:ext cx="1848668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세부 내용을 입력해주세요</a:t>
            </a:r>
          </a:p>
        </p:txBody>
      </p:sp>
      <p:sp>
        <p:nvSpPr>
          <p:cNvPr id="2341" name="TextBox 36"/>
          <p:cNvSpPr txBox="1"/>
          <p:nvPr/>
        </p:nvSpPr>
        <p:spPr>
          <a:xfrm>
            <a:off x="7254761" y="4254655"/>
            <a:ext cx="1848668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세부 내용을 입력해주세요</a:t>
            </a:r>
          </a:p>
        </p:txBody>
      </p:sp>
      <p:sp>
        <p:nvSpPr>
          <p:cNvPr id="2342" name="TextBox 37"/>
          <p:cNvSpPr txBox="1"/>
          <p:nvPr/>
        </p:nvSpPr>
        <p:spPr>
          <a:xfrm>
            <a:off x="9114587" y="4825734"/>
            <a:ext cx="1848668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1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세부 내용을 입력해주세요</a:t>
            </a:r>
          </a:p>
        </p:txBody>
      </p:sp>
      <p:pic>
        <p:nvPicPr>
          <p:cNvPr id="2343" name="그림 38" descr="그림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344" name="TextBox 3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347" name="그림 4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34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346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5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35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35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355" name="그룹 1"/>
          <p:cNvGrpSpPr/>
          <p:nvPr/>
        </p:nvGrpSpPr>
        <p:grpSpPr>
          <a:xfrm>
            <a:off x="2464060" y="2083442"/>
            <a:ext cx="8947231" cy="520804"/>
            <a:chOff x="0" y="0"/>
            <a:chExt cx="8947230" cy="520802"/>
          </a:xfrm>
        </p:grpSpPr>
        <p:sp>
          <p:nvSpPr>
            <p:cNvPr id="2353" name="사각형: 둥근 모서리 4"/>
            <p:cNvSpPr/>
            <p:nvPr/>
          </p:nvSpPr>
          <p:spPr>
            <a:xfrm>
              <a:off x="0" y="-1"/>
              <a:ext cx="8947231" cy="238672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354" name="사각형: 둥근 모서리 9"/>
            <p:cNvSpPr/>
            <p:nvPr/>
          </p:nvSpPr>
          <p:spPr>
            <a:xfrm>
              <a:off x="0" y="282132"/>
              <a:ext cx="8947231" cy="238671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grpSp>
        <p:nvGrpSpPr>
          <p:cNvPr id="2358" name="그룹 10"/>
          <p:cNvGrpSpPr/>
          <p:nvPr/>
        </p:nvGrpSpPr>
        <p:grpSpPr>
          <a:xfrm>
            <a:off x="2464060" y="3046465"/>
            <a:ext cx="8947231" cy="520804"/>
            <a:chOff x="0" y="0"/>
            <a:chExt cx="8947230" cy="520802"/>
          </a:xfrm>
        </p:grpSpPr>
        <p:sp>
          <p:nvSpPr>
            <p:cNvPr id="2356" name="사각형: 둥근 모서리 11"/>
            <p:cNvSpPr/>
            <p:nvPr/>
          </p:nvSpPr>
          <p:spPr>
            <a:xfrm>
              <a:off x="0" y="-1"/>
              <a:ext cx="8947231" cy="238672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357" name="사각형: 둥근 모서리 12"/>
            <p:cNvSpPr/>
            <p:nvPr/>
          </p:nvSpPr>
          <p:spPr>
            <a:xfrm>
              <a:off x="0" y="282132"/>
              <a:ext cx="8947231" cy="238671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grpSp>
        <p:nvGrpSpPr>
          <p:cNvPr id="2362" name="그룹 13"/>
          <p:cNvGrpSpPr/>
          <p:nvPr/>
        </p:nvGrpSpPr>
        <p:grpSpPr>
          <a:xfrm>
            <a:off x="2464060" y="3833126"/>
            <a:ext cx="8947231" cy="802936"/>
            <a:chOff x="0" y="0"/>
            <a:chExt cx="8947230" cy="802935"/>
          </a:xfrm>
        </p:grpSpPr>
        <p:sp>
          <p:nvSpPr>
            <p:cNvPr id="2359" name="사각형: 둥근 모서리 14"/>
            <p:cNvSpPr/>
            <p:nvPr/>
          </p:nvSpPr>
          <p:spPr>
            <a:xfrm>
              <a:off x="0" y="-1"/>
              <a:ext cx="8947231" cy="238672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360" name="사각형: 둥근 모서리 15"/>
            <p:cNvSpPr/>
            <p:nvPr/>
          </p:nvSpPr>
          <p:spPr>
            <a:xfrm>
              <a:off x="0" y="282132"/>
              <a:ext cx="8947231" cy="238671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361" name="사각형: 둥근 모서리 16"/>
            <p:cNvSpPr/>
            <p:nvPr/>
          </p:nvSpPr>
          <p:spPr>
            <a:xfrm>
              <a:off x="0" y="564264"/>
              <a:ext cx="8947231" cy="238672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grpSp>
        <p:nvGrpSpPr>
          <p:cNvPr id="2366" name="그룹 17"/>
          <p:cNvGrpSpPr/>
          <p:nvPr/>
        </p:nvGrpSpPr>
        <p:grpSpPr>
          <a:xfrm>
            <a:off x="2464060" y="4783752"/>
            <a:ext cx="8947231" cy="802936"/>
            <a:chOff x="0" y="0"/>
            <a:chExt cx="8947230" cy="802935"/>
          </a:xfrm>
        </p:grpSpPr>
        <p:sp>
          <p:nvSpPr>
            <p:cNvPr id="2363" name="사각형: 둥근 모서리 18"/>
            <p:cNvSpPr/>
            <p:nvPr/>
          </p:nvSpPr>
          <p:spPr>
            <a:xfrm>
              <a:off x="0" y="-1"/>
              <a:ext cx="8947231" cy="238672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364" name="사각형: 둥근 모서리 19"/>
            <p:cNvSpPr/>
            <p:nvPr/>
          </p:nvSpPr>
          <p:spPr>
            <a:xfrm>
              <a:off x="0" y="282132"/>
              <a:ext cx="8947231" cy="238671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365" name="사각형: 둥근 모서리 20"/>
            <p:cNvSpPr/>
            <p:nvPr/>
          </p:nvSpPr>
          <p:spPr>
            <a:xfrm>
              <a:off x="0" y="564264"/>
              <a:ext cx="8947231" cy="238672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grpSp>
        <p:nvGrpSpPr>
          <p:cNvPr id="2369" name="그룹 21"/>
          <p:cNvGrpSpPr/>
          <p:nvPr/>
        </p:nvGrpSpPr>
        <p:grpSpPr>
          <a:xfrm>
            <a:off x="2464060" y="5893044"/>
            <a:ext cx="8947231" cy="520804"/>
            <a:chOff x="0" y="0"/>
            <a:chExt cx="8947230" cy="520802"/>
          </a:xfrm>
        </p:grpSpPr>
        <p:sp>
          <p:nvSpPr>
            <p:cNvPr id="2367" name="사각형: 둥근 모서리 22"/>
            <p:cNvSpPr/>
            <p:nvPr/>
          </p:nvSpPr>
          <p:spPr>
            <a:xfrm>
              <a:off x="0" y="-1"/>
              <a:ext cx="8947231" cy="238672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368" name="사각형: 둥근 모서리 23"/>
            <p:cNvSpPr/>
            <p:nvPr/>
          </p:nvSpPr>
          <p:spPr>
            <a:xfrm>
              <a:off x="0" y="282132"/>
              <a:ext cx="8947231" cy="238671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grpSp>
        <p:nvGrpSpPr>
          <p:cNvPr id="2372" name="직사각형 24"/>
          <p:cNvGrpSpPr/>
          <p:nvPr/>
        </p:nvGrpSpPr>
        <p:grpSpPr>
          <a:xfrm>
            <a:off x="780708" y="1944545"/>
            <a:ext cx="363995" cy="835068"/>
            <a:chOff x="0" y="-1"/>
            <a:chExt cx="363993" cy="835067"/>
          </a:xfrm>
        </p:grpSpPr>
        <p:sp>
          <p:nvSpPr>
            <p:cNvPr id="2370" name="Rectangle"/>
            <p:cNvSpPr/>
            <p:nvPr/>
          </p:nvSpPr>
          <p:spPr>
            <a:xfrm>
              <a:off x="0" y="-1"/>
              <a:ext cx="363993" cy="835067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71" name="기획"/>
            <p:cNvSpPr txBox="1"/>
            <p:nvPr/>
          </p:nvSpPr>
          <p:spPr>
            <a:xfrm>
              <a:off x="45720" y="181312"/>
              <a:ext cx="272553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기획</a:t>
              </a:r>
            </a:p>
          </p:txBody>
        </p:sp>
      </p:grpSp>
      <p:grpSp>
        <p:nvGrpSpPr>
          <p:cNvPr id="2375" name="직사각형 25"/>
          <p:cNvGrpSpPr/>
          <p:nvPr/>
        </p:nvGrpSpPr>
        <p:grpSpPr>
          <a:xfrm>
            <a:off x="1173677" y="1944545"/>
            <a:ext cx="1174637" cy="835068"/>
            <a:chOff x="0" y="-1"/>
            <a:chExt cx="1174636" cy="835067"/>
          </a:xfrm>
        </p:grpSpPr>
        <p:sp>
          <p:nvSpPr>
            <p:cNvPr id="2373" name="Rectangle"/>
            <p:cNvSpPr/>
            <p:nvPr/>
          </p:nvSpPr>
          <p:spPr>
            <a:xfrm>
              <a:off x="0" y="-1"/>
              <a:ext cx="1174636" cy="835067"/>
            </a:xfrm>
            <a:prstGeom prst="rect">
              <a:avLst/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74" name="키워드 입력…"/>
            <p:cNvSpPr txBox="1"/>
            <p:nvPr/>
          </p:nvSpPr>
          <p:spPr>
            <a:xfrm>
              <a:off x="45720" y="181312"/>
              <a:ext cx="108319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FFFFFF"/>
                  </a:solidFill>
                </a:defRPr>
              </a:pPr>
              <a:r>
                <a:t>키워드 입력</a:t>
              </a:r>
            </a:p>
            <a:p>
              <a:pPr>
                <a:defRPr sz="1200">
                  <a:solidFill>
                    <a:srgbClr val="FFFFFF"/>
                  </a:solidFill>
                </a:defRPr>
              </a:pPr>
              <a:r>
                <a:t>키워드 입력</a:t>
              </a:r>
            </a:p>
          </p:txBody>
        </p:sp>
      </p:grpSp>
      <p:sp>
        <p:nvSpPr>
          <p:cNvPr id="2376" name="직선 연결선 26"/>
          <p:cNvSpPr/>
          <p:nvPr/>
        </p:nvSpPr>
        <p:spPr>
          <a:xfrm flipH="1">
            <a:off x="2464060" y="1655179"/>
            <a:ext cx="1" cy="4920101"/>
          </a:xfrm>
          <a:prstGeom prst="line">
            <a:avLst/>
          </a:prstGeom>
          <a:ln w="1905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77" name="직선 연결선 27"/>
          <p:cNvSpPr/>
          <p:nvPr/>
        </p:nvSpPr>
        <p:spPr>
          <a:xfrm flipH="1">
            <a:off x="4616951" y="1655179"/>
            <a:ext cx="1" cy="4920101"/>
          </a:xfrm>
          <a:prstGeom prst="line">
            <a:avLst/>
          </a:prstGeom>
          <a:ln w="635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78" name="직선 연결선 28"/>
          <p:cNvSpPr/>
          <p:nvPr/>
        </p:nvSpPr>
        <p:spPr>
          <a:xfrm flipH="1">
            <a:off x="6862439" y="1655179"/>
            <a:ext cx="1" cy="4920101"/>
          </a:xfrm>
          <a:prstGeom prst="line">
            <a:avLst/>
          </a:prstGeom>
          <a:ln w="635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79" name="직선 연결선 29"/>
          <p:cNvSpPr/>
          <p:nvPr/>
        </p:nvSpPr>
        <p:spPr>
          <a:xfrm flipH="1">
            <a:off x="9131078" y="1655179"/>
            <a:ext cx="1" cy="4920101"/>
          </a:xfrm>
          <a:prstGeom prst="line">
            <a:avLst/>
          </a:prstGeom>
          <a:ln w="635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80" name="직선 연결선 30"/>
          <p:cNvSpPr/>
          <p:nvPr/>
        </p:nvSpPr>
        <p:spPr>
          <a:xfrm flipH="1">
            <a:off x="11411291" y="1655179"/>
            <a:ext cx="1" cy="4920101"/>
          </a:xfrm>
          <a:prstGeom prst="line">
            <a:avLst/>
          </a:prstGeom>
          <a:ln w="19050">
            <a:solidFill>
              <a:srgbClr val="D9D9D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81" name="TextBox 31"/>
          <p:cNvSpPr txBox="1"/>
          <p:nvPr/>
        </p:nvSpPr>
        <p:spPr>
          <a:xfrm>
            <a:off x="3140137" y="1594884"/>
            <a:ext cx="105777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Q1</a:t>
            </a:r>
            <a:r>
              <a:rPr>
                <a:solidFill>
                  <a:srgbClr val="808080"/>
                </a:solidFill>
              </a:rPr>
              <a:t> 2024</a:t>
            </a:r>
          </a:p>
        </p:txBody>
      </p:sp>
      <p:sp>
        <p:nvSpPr>
          <p:cNvPr id="2382" name="TextBox 32"/>
          <p:cNvSpPr txBox="1"/>
          <p:nvPr/>
        </p:nvSpPr>
        <p:spPr>
          <a:xfrm>
            <a:off x="5398368" y="1594884"/>
            <a:ext cx="105777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Q2 </a:t>
            </a:r>
            <a:r>
              <a:rPr>
                <a:solidFill>
                  <a:srgbClr val="808080"/>
                </a:solidFill>
              </a:rPr>
              <a:t>2024</a:t>
            </a:r>
          </a:p>
        </p:txBody>
      </p:sp>
      <p:sp>
        <p:nvSpPr>
          <p:cNvPr id="2383" name="TextBox 33"/>
          <p:cNvSpPr txBox="1"/>
          <p:nvPr/>
        </p:nvSpPr>
        <p:spPr>
          <a:xfrm>
            <a:off x="7656598" y="1594884"/>
            <a:ext cx="8048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Q3</a:t>
            </a:r>
            <a:r>
              <a:rPr>
                <a:solidFill>
                  <a:srgbClr val="808080"/>
                </a:solidFill>
              </a:rPr>
              <a:t> 2024</a:t>
            </a:r>
          </a:p>
        </p:txBody>
      </p:sp>
      <p:sp>
        <p:nvSpPr>
          <p:cNvPr id="2384" name="TextBox 34"/>
          <p:cNvSpPr txBox="1"/>
          <p:nvPr/>
        </p:nvSpPr>
        <p:spPr>
          <a:xfrm>
            <a:off x="9914830" y="1594884"/>
            <a:ext cx="105777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26BF6"/>
                </a:solidFill>
              </a:defRPr>
            </a:pPr>
            <a:r>
              <a:t>Q4</a:t>
            </a:r>
            <a:r>
              <a:rPr>
                <a:solidFill>
                  <a:srgbClr val="808080"/>
                </a:solidFill>
              </a:rPr>
              <a:t> 2024</a:t>
            </a:r>
          </a:p>
        </p:txBody>
      </p:sp>
      <p:grpSp>
        <p:nvGrpSpPr>
          <p:cNvPr id="2387" name="직사각형 35"/>
          <p:cNvGrpSpPr/>
          <p:nvPr/>
        </p:nvGrpSpPr>
        <p:grpSpPr>
          <a:xfrm>
            <a:off x="780708" y="2867603"/>
            <a:ext cx="363995" cy="835068"/>
            <a:chOff x="0" y="-1"/>
            <a:chExt cx="363993" cy="835067"/>
          </a:xfrm>
        </p:grpSpPr>
        <p:sp>
          <p:nvSpPr>
            <p:cNvPr id="2385" name="Rectangle"/>
            <p:cNvSpPr/>
            <p:nvPr/>
          </p:nvSpPr>
          <p:spPr>
            <a:xfrm>
              <a:off x="0" y="-1"/>
              <a:ext cx="363993" cy="835067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86" name="디자인"/>
            <p:cNvSpPr txBox="1"/>
            <p:nvPr/>
          </p:nvSpPr>
          <p:spPr>
            <a:xfrm>
              <a:off x="45720" y="86062"/>
              <a:ext cx="272553" cy="662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디자인</a:t>
              </a:r>
            </a:p>
          </p:txBody>
        </p:sp>
      </p:grpSp>
      <p:grpSp>
        <p:nvGrpSpPr>
          <p:cNvPr id="2390" name="직사각형 36"/>
          <p:cNvGrpSpPr/>
          <p:nvPr/>
        </p:nvGrpSpPr>
        <p:grpSpPr>
          <a:xfrm>
            <a:off x="1173677" y="2867603"/>
            <a:ext cx="1174637" cy="835068"/>
            <a:chOff x="0" y="-1"/>
            <a:chExt cx="1174636" cy="835067"/>
          </a:xfrm>
        </p:grpSpPr>
        <p:sp>
          <p:nvSpPr>
            <p:cNvPr id="2388" name="Rectangle"/>
            <p:cNvSpPr/>
            <p:nvPr/>
          </p:nvSpPr>
          <p:spPr>
            <a:xfrm>
              <a:off x="0" y="-1"/>
              <a:ext cx="1174636" cy="835067"/>
            </a:xfrm>
            <a:prstGeom prst="rect">
              <a:avLst/>
            </a:prstGeom>
            <a:solidFill>
              <a:srgbClr val="87B9FA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chemeClr val="accent1"/>
                  </a:solidFill>
                </a:defRPr>
              </a:pPr>
              <a:endParaRPr/>
            </a:p>
          </p:txBody>
        </p:sp>
        <p:sp>
          <p:nvSpPr>
            <p:cNvPr id="2389" name="키워드 입력…"/>
            <p:cNvSpPr txBox="1"/>
            <p:nvPr/>
          </p:nvSpPr>
          <p:spPr>
            <a:xfrm>
              <a:off x="45720" y="181312"/>
              <a:ext cx="108319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chemeClr val="accent1"/>
                  </a:solidFill>
                </a:defRPr>
              </a:pPr>
              <a:r>
                <a:t>키워드 입력</a:t>
              </a:r>
            </a:p>
            <a:p>
              <a:pPr>
                <a:defRPr sz="1200">
                  <a:solidFill>
                    <a:schemeClr val="accent1"/>
                  </a:solidFill>
                </a:defRPr>
              </a:pPr>
              <a:r>
                <a:t>키워드 입력</a:t>
              </a:r>
            </a:p>
          </p:txBody>
        </p:sp>
      </p:grpSp>
      <p:grpSp>
        <p:nvGrpSpPr>
          <p:cNvPr id="2393" name="직사각형 37"/>
          <p:cNvGrpSpPr/>
          <p:nvPr/>
        </p:nvGrpSpPr>
        <p:grpSpPr>
          <a:xfrm>
            <a:off x="780708" y="3833125"/>
            <a:ext cx="363995" cy="835068"/>
            <a:chOff x="0" y="-1"/>
            <a:chExt cx="363993" cy="835067"/>
          </a:xfrm>
        </p:grpSpPr>
        <p:sp>
          <p:nvSpPr>
            <p:cNvPr id="2391" name="Rectangle"/>
            <p:cNvSpPr/>
            <p:nvPr/>
          </p:nvSpPr>
          <p:spPr>
            <a:xfrm>
              <a:off x="0" y="-1"/>
              <a:ext cx="363993" cy="835067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92" name="운영"/>
            <p:cNvSpPr txBox="1"/>
            <p:nvPr/>
          </p:nvSpPr>
          <p:spPr>
            <a:xfrm>
              <a:off x="45720" y="181312"/>
              <a:ext cx="272553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운영</a:t>
              </a:r>
            </a:p>
          </p:txBody>
        </p:sp>
      </p:grpSp>
      <p:grpSp>
        <p:nvGrpSpPr>
          <p:cNvPr id="2396" name="직사각형 38"/>
          <p:cNvGrpSpPr/>
          <p:nvPr/>
        </p:nvGrpSpPr>
        <p:grpSpPr>
          <a:xfrm>
            <a:off x="1173677" y="3811492"/>
            <a:ext cx="1174637" cy="281941"/>
            <a:chOff x="0" y="0"/>
            <a:chExt cx="1174636" cy="281940"/>
          </a:xfrm>
        </p:grpSpPr>
        <p:sp>
          <p:nvSpPr>
            <p:cNvPr id="2394" name="Rectangle"/>
            <p:cNvSpPr/>
            <p:nvPr/>
          </p:nvSpPr>
          <p:spPr>
            <a:xfrm>
              <a:off x="0" y="21634"/>
              <a:ext cx="1174636" cy="238672"/>
            </a:xfrm>
            <a:prstGeom prst="rect">
              <a:avLst/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95" name="키워드 입력"/>
            <p:cNvSpPr txBox="1"/>
            <p:nvPr/>
          </p:nvSpPr>
          <p:spPr>
            <a:xfrm>
              <a:off x="45719" y="0"/>
              <a:ext cx="1083197" cy="281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12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2399" name="직사각형 39"/>
          <p:cNvGrpSpPr/>
          <p:nvPr/>
        </p:nvGrpSpPr>
        <p:grpSpPr>
          <a:xfrm>
            <a:off x="1173677" y="4131322"/>
            <a:ext cx="1174637" cy="536872"/>
            <a:chOff x="0" y="-1"/>
            <a:chExt cx="1174636" cy="536871"/>
          </a:xfrm>
        </p:grpSpPr>
        <p:sp>
          <p:nvSpPr>
            <p:cNvPr id="2397" name="Rectangle"/>
            <p:cNvSpPr/>
            <p:nvPr/>
          </p:nvSpPr>
          <p:spPr>
            <a:xfrm>
              <a:off x="0" y="-1"/>
              <a:ext cx="1174636" cy="536871"/>
            </a:xfrm>
            <a:prstGeom prst="rect">
              <a:avLst/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98" name="키워드 입력…"/>
            <p:cNvSpPr txBox="1"/>
            <p:nvPr/>
          </p:nvSpPr>
          <p:spPr>
            <a:xfrm>
              <a:off x="45720" y="32214"/>
              <a:ext cx="108319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FFFFFF"/>
                  </a:solidFill>
                </a:defRPr>
              </a:pPr>
              <a:r>
                <a:t>키워드 입력</a:t>
              </a:r>
            </a:p>
            <a:p>
              <a:pPr>
                <a:defRPr sz="1200">
                  <a:solidFill>
                    <a:srgbClr val="FFFFFF"/>
                  </a:solidFill>
                </a:defRPr>
              </a:pPr>
              <a:r>
                <a:t>키워드 입력</a:t>
              </a:r>
            </a:p>
          </p:txBody>
        </p:sp>
      </p:grpSp>
      <p:grpSp>
        <p:nvGrpSpPr>
          <p:cNvPr id="2402" name="직사각형 40"/>
          <p:cNvGrpSpPr/>
          <p:nvPr/>
        </p:nvGrpSpPr>
        <p:grpSpPr>
          <a:xfrm>
            <a:off x="780708" y="4783751"/>
            <a:ext cx="363995" cy="835068"/>
            <a:chOff x="0" y="-1"/>
            <a:chExt cx="363993" cy="835067"/>
          </a:xfrm>
        </p:grpSpPr>
        <p:sp>
          <p:nvSpPr>
            <p:cNvPr id="2400" name="Rectangle"/>
            <p:cNvSpPr/>
            <p:nvPr/>
          </p:nvSpPr>
          <p:spPr>
            <a:xfrm>
              <a:off x="0" y="-1"/>
              <a:ext cx="363993" cy="835067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01" name="홍보"/>
            <p:cNvSpPr txBox="1"/>
            <p:nvPr/>
          </p:nvSpPr>
          <p:spPr>
            <a:xfrm>
              <a:off x="45720" y="181312"/>
              <a:ext cx="272553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홍보</a:t>
              </a:r>
            </a:p>
          </p:txBody>
        </p:sp>
      </p:grpSp>
      <p:grpSp>
        <p:nvGrpSpPr>
          <p:cNvPr id="2405" name="직사각형 41"/>
          <p:cNvGrpSpPr/>
          <p:nvPr/>
        </p:nvGrpSpPr>
        <p:grpSpPr>
          <a:xfrm>
            <a:off x="1173677" y="4762118"/>
            <a:ext cx="1174637" cy="281941"/>
            <a:chOff x="0" y="0"/>
            <a:chExt cx="1174636" cy="281940"/>
          </a:xfrm>
        </p:grpSpPr>
        <p:sp>
          <p:nvSpPr>
            <p:cNvPr id="2403" name="Rectangle"/>
            <p:cNvSpPr/>
            <p:nvPr/>
          </p:nvSpPr>
          <p:spPr>
            <a:xfrm>
              <a:off x="0" y="21634"/>
              <a:ext cx="1174636" cy="238672"/>
            </a:xfrm>
            <a:prstGeom prst="rect">
              <a:avLst/>
            </a:prstGeom>
            <a:solidFill>
              <a:srgbClr val="87B9FA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chemeClr val="accent1"/>
                  </a:solidFill>
                </a:defRPr>
              </a:pPr>
              <a:endParaRPr/>
            </a:p>
          </p:txBody>
        </p:sp>
        <p:sp>
          <p:nvSpPr>
            <p:cNvPr id="2404" name="키워드 입력"/>
            <p:cNvSpPr txBox="1"/>
            <p:nvPr/>
          </p:nvSpPr>
          <p:spPr>
            <a:xfrm>
              <a:off x="45719" y="0"/>
              <a:ext cx="1083197" cy="281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1200">
                  <a:solidFill>
                    <a:schemeClr val="accent1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2408" name="직사각형 42"/>
          <p:cNvGrpSpPr/>
          <p:nvPr/>
        </p:nvGrpSpPr>
        <p:grpSpPr>
          <a:xfrm>
            <a:off x="1173677" y="5060011"/>
            <a:ext cx="1174637" cy="281941"/>
            <a:chOff x="0" y="0"/>
            <a:chExt cx="1174636" cy="281940"/>
          </a:xfrm>
        </p:grpSpPr>
        <p:sp>
          <p:nvSpPr>
            <p:cNvPr id="2406" name="Rectangle"/>
            <p:cNvSpPr/>
            <p:nvPr/>
          </p:nvSpPr>
          <p:spPr>
            <a:xfrm>
              <a:off x="0" y="21634"/>
              <a:ext cx="1174636" cy="238672"/>
            </a:xfrm>
            <a:prstGeom prst="rect">
              <a:avLst/>
            </a:prstGeom>
            <a:solidFill>
              <a:srgbClr val="87B9FA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chemeClr val="accent1"/>
                  </a:solidFill>
                </a:defRPr>
              </a:pPr>
              <a:endParaRPr/>
            </a:p>
          </p:txBody>
        </p:sp>
        <p:sp>
          <p:nvSpPr>
            <p:cNvPr id="2407" name="키워드 입력"/>
            <p:cNvSpPr txBox="1"/>
            <p:nvPr/>
          </p:nvSpPr>
          <p:spPr>
            <a:xfrm>
              <a:off x="45719" y="0"/>
              <a:ext cx="1083197" cy="281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1200">
                  <a:solidFill>
                    <a:schemeClr val="accent1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2411" name="직사각형 43"/>
          <p:cNvGrpSpPr/>
          <p:nvPr/>
        </p:nvGrpSpPr>
        <p:grpSpPr>
          <a:xfrm>
            <a:off x="1173677" y="5362460"/>
            <a:ext cx="1174637" cy="281941"/>
            <a:chOff x="0" y="0"/>
            <a:chExt cx="1174636" cy="281940"/>
          </a:xfrm>
        </p:grpSpPr>
        <p:sp>
          <p:nvSpPr>
            <p:cNvPr id="2409" name="Rectangle"/>
            <p:cNvSpPr/>
            <p:nvPr/>
          </p:nvSpPr>
          <p:spPr>
            <a:xfrm>
              <a:off x="0" y="21634"/>
              <a:ext cx="1174636" cy="238672"/>
            </a:xfrm>
            <a:prstGeom prst="rect">
              <a:avLst/>
            </a:prstGeom>
            <a:solidFill>
              <a:srgbClr val="87B9FA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chemeClr val="accent1"/>
                  </a:solidFill>
                </a:defRPr>
              </a:pPr>
              <a:endParaRPr/>
            </a:p>
          </p:txBody>
        </p:sp>
        <p:sp>
          <p:nvSpPr>
            <p:cNvPr id="2410" name="키워드 입력"/>
            <p:cNvSpPr txBox="1"/>
            <p:nvPr/>
          </p:nvSpPr>
          <p:spPr>
            <a:xfrm>
              <a:off x="45719" y="0"/>
              <a:ext cx="1083197" cy="281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1200">
                  <a:solidFill>
                    <a:schemeClr val="accent1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grpSp>
        <p:nvGrpSpPr>
          <p:cNvPr id="2414" name="직사각형 44"/>
          <p:cNvGrpSpPr/>
          <p:nvPr/>
        </p:nvGrpSpPr>
        <p:grpSpPr>
          <a:xfrm>
            <a:off x="780708" y="5735534"/>
            <a:ext cx="363995" cy="835068"/>
            <a:chOff x="0" y="-1"/>
            <a:chExt cx="363993" cy="835067"/>
          </a:xfrm>
        </p:grpSpPr>
        <p:sp>
          <p:nvSpPr>
            <p:cNvPr id="2412" name="Rectangle"/>
            <p:cNvSpPr/>
            <p:nvPr/>
          </p:nvSpPr>
          <p:spPr>
            <a:xfrm>
              <a:off x="0" y="-1"/>
              <a:ext cx="363993" cy="835067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13" name="협력"/>
            <p:cNvSpPr txBox="1"/>
            <p:nvPr/>
          </p:nvSpPr>
          <p:spPr>
            <a:xfrm>
              <a:off x="45720" y="181312"/>
              <a:ext cx="272553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협력</a:t>
              </a:r>
            </a:p>
          </p:txBody>
        </p:sp>
      </p:grpSp>
      <p:grpSp>
        <p:nvGrpSpPr>
          <p:cNvPr id="2417" name="직사각형 45"/>
          <p:cNvGrpSpPr/>
          <p:nvPr/>
        </p:nvGrpSpPr>
        <p:grpSpPr>
          <a:xfrm>
            <a:off x="1173677" y="5735534"/>
            <a:ext cx="1174637" cy="835068"/>
            <a:chOff x="0" y="-1"/>
            <a:chExt cx="1174636" cy="835067"/>
          </a:xfrm>
        </p:grpSpPr>
        <p:sp>
          <p:nvSpPr>
            <p:cNvPr id="2415" name="Rectangle"/>
            <p:cNvSpPr/>
            <p:nvPr/>
          </p:nvSpPr>
          <p:spPr>
            <a:xfrm>
              <a:off x="0" y="-1"/>
              <a:ext cx="1174636" cy="835067"/>
            </a:xfrm>
            <a:prstGeom prst="rect">
              <a:avLst/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16" name="키워드 입력…"/>
            <p:cNvSpPr txBox="1"/>
            <p:nvPr/>
          </p:nvSpPr>
          <p:spPr>
            <a:xfrm>
              <a:off x="45720" y="181312"/>
              <a:ext cx="1083197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FFFFFF"/>
                  </a:solidFill>
                </a:defRPr>
              </a:pPr>
              <a:r>
                <a:t>키워드 입력</a:t>
              </a:r>
            </a:p>
            <a:p>
              <a:pPr>
                <a:defRPr sz="1200">
                  <a:solidFill>
                    <a:srgbClr val="FFFFFF"/>
                  </a:solidFill>
                </a:defRPr>
              </a:pPr>
              <a:r>
                <a:t>키워드 입력</a:t>
              </a:r>
            </a:p>
          </p:txBody>
        </p:sp>
      </p:grpSp>
      <p:grpSp>
        <p:nvGrpSpPr>
          <p:cNvPr id="2420" name="사각형: 둥근 모서리 46"/>
          <p:cNvGrpSpPr/>
          <p:nvPr/>
        </p:nvGrpSpPr>
        <p:grpSpPr>
          <a:xfrm>
            <a:off x="2498785" y="3811492"/>
            <a:ext cx="1526658" cy="281942"/>
            <a:chOff x="0" y="0"/>
            <a:chExt cx="1526657" cy="281941"/>
          </a:xfrm>
        </p:grpSpPr>
        <p:sp>
          <p:nvSpPr>
            <p:cNvPr id="2418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19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23" name="사각형: 둥근 모서리 47"/>
          <p:cNvGrpSpPr/>
          <p:nvPr/>
        </p:nvGrpSpPr>
        <p:grpSpPr>
          <a:xfrm>
            <a:off x="4428644" y="3817842"/>
            <a:ext cx="1526658" cy="269241"/>
            <a:chOff x="0" y="0"/>
            <a:chExt cx="1526657" cy="269240"/>
          </a:xfrm>
        </p:grpSpPr>
        <p:sp>
          <p:nvSpPr>
            <p:cNvPr id="2421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22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26" name="사각형: 둥근 모서리 48"/>
          <p:cNvGrpSpPr/>
          <p:nvPr/>
        </p:nvGrpSpPr>
        <p:grpSpPr>
          <a:xfrm>
            <a:off x="6546809" y="3810955"/>
            <a:ext cx="790190" cy="281942"/>
            <a:chOff x="0" y="-1"/>
            <a:chExt cx="790189" cy="281941"/>
          </a:xfrm>
        </p:grpSpPr>
        <p:sp>
          <p:nvSpPr>
            <p:cNvPr id="2424" name="Rounded Rectangle"/>
            <p:cNvSpPr/>
            <p:nvPr/>
          </p:nvSpPr>
          <p:spPr>
            <a:xfrm>
              <a:off x="0" y="22169"/>
              <a:ext cx="790189" cy="23760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25" name="키워드"/>
            <p:cNvSpPr txBox="1"/>
            <p:nvPr/>
          </p:nvSpPr>
          <p:spPr>
            <a:xfrm>
              <a:off x="57318" y="-1"/>
              <a:ext cx="675551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29" name="사각형: 둥근 모서리 49"/>
          <p:cNvGrpSpPr/>
          <p:nvPr/>
        </p:nvGrpSpPr>
        <p:grpSpPr>
          <a:xfrm>
            <a:off x="7765722" y="3817842"/>
            <a:ext cx="1526658" cy="269241"/>
            <a:chOff x="0" y="0"/>
            <a:chExt cx="1526657" cy="269240"/>
          </a:xfrm>
        </p:grpSpPr>
        <p:sp>
          <p:nvSpPr>
            <p:cNvPr id="2427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28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32" name="사각형: 둥근 모서리 50"/>
          <p:cNvGrpSpPr/>
          <p:nvPr/>
        </p:nvGrpSpPr>
        <p:grpSpPr>
          <a:xfrm>
            <a:off x="10152106" y="3811492"/>
            <a:ext cx="1259185" cy="281942"/>
            <a:chOff x="0" y="0"/>
            <a:chExt cx="1259184" cy="281941"/>
          </a:xfrm>
        </p:grpSpPr>
        <p:sp>
          <p:nvSpPr>
            <p:cNvPr id="2430" name="Rounded Rectangle"/>
            <p:cNvSpPr/>
            <p:nvPr/>
          </p:nvSpPr>
          <p:spPr>
            <a:xfrm>
              <a:off x="0" y="21634"/>
              <a:ext cx="1259184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31" name="키워드"/>
            <p:cNvSpPr txBox="1"/>
            <p:nvPr/>
          </p:nvSpPr>
          <p:spPr>
            <a:xfrm>
              <a:off x="57370" y="0"/>
              <a:ext cx="1144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35" name="사각형: 둥근 모서리 51"/>
          <p:cNvGrpSpPr/>
          <p:nvPr/>
        </p:nvGrpSpPr>
        <p:grpSpPr>
          <a:xfrm>
            <a:off x="3713667" y="4099974"/>
            <a:ext cx="1526658" cy="269241"/>
            <a:chOff x="0" y="0"/>
            <a:chExt cx="1526657" cy="269240"/>
          </a:xfrm>
        </p:grpSpPr>
        <p:sp>
          <p:nvSpPr>
            <p:cNvPr id="2433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34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38" name="사각형: 둥근 모서리 52"/>
          <p:cNvGrpSpPr/>
          <p:nvPr/>
        </p:nvGrpSpPr>
        <p:grpSpPr>
          <a:xfrm>
            <a:off x="8744529" y="4093624"/>
            <a:ext cx="1526658" cy="281942"/>
            <a:chOff x="0" y="0"/>
            <a:chExt cx="1526657" cy="281941"/>
          </a:xfrm>
        </p:grpSpPr>
        <p:sp>
          <p:nvSpPr>
            <p:cNvPr id="2436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37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41" name="사각형: 둥근 모서리 53"/>
          <p:cNvGrpSpPr/>
          <p:nvPr/>
        </p:nvGrpSpPr>
        <p:grpSpPr>
          <a:xfrm>
            <a:off x="5310933" y="4375219"/>
            <a:ext cx="3228181" cy="281942"/>
            <a:chOff x="0" y="-1"/>
            <a:chExt cx="3228179" cy="281941"/>
          </a:xfrm>
        </p:grpSpPr>
        <p:sp>
          <p:nvSpPr>
            <p:cNvPr id="2439" name="Rounded Rectangle"/>
            <p:cNvSpPr/>
            <p:nvPr/>
          </p:nvSpPr>
          <p:spPr>
            <a:xfrm>
              <a:off x="0" y="22169"/>
              <a:ext cx="3228179" cy="23760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40" name="키워드"/>
            <p:cNvSpPr txBox="1"/>
            <p:nvPr/>
          </p:nvSpPr>
          <p:spPr>
            <a:xfrm>
              <a:off x="57318" y="-1"/>
              <a:ext cx="31135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44" name="사각형: 둥근 모서리 54"/>
          <p:cNvGrpSpPr/>
          <p:nvPr/>
        </p:nvGrpSpPr>
        <p:grpSpPr>
          <a:xfrm>
            <a:off x="2498785" y="3024831"/>
            <a:ext cx="1526658" cy="281942"/>
            <a:chOff x="0" y="0"/>
            <a:chExt cx="1526657" cy="281941"/>
          </a:xfrm>
        </p:grpSpPr>
        <p:sp>
          <p:nvSpPr>
            <p:cNvPr id="2442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43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47" name="사각형: 둥근 모서리 55"/>
          <p:cNvGrpSpPr/>
          <p:nvPr/>
        </p:nvGrpSpPr>
        <p:grpSpPr>
          <a:xfrm>
            <a:off x="4428644" y="3031181"/>
            <a:ext cx="1526658" cy="269241"/>
            <a:chOff x="0" y="0"/>
            <a:chExt cx="1526657" cy="269240"/>
          </a:xfrm>
        </p:grpSpPr>
        <p:sp>
          <p:nvSpPr>
            <p:cNvPr id="2445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46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50" name="사각형: 둥근 모서리 56"/>
          <p:cNvGrpSpPr/>
          <p:nvPr/>
        </p:nvGrpSpPr>
        <p:grpSpPr>
          <a:xfrm>
            <a:off x="6546809" y="3024295"/>
            <a:ext cx="790190" cy="281942"/>
            <a:chOff x="0" y="-1"/>
            <a:chExt cx="790189" cy="281941"/>
          </a:xfrm>
        </p:grpSpPr>
        <p:sp>
          <p:nvSpPr>
            <p:cNvPr id="2448" name="Rounded Rectangle"/>
            <p:cNvSpPr/>
            <p:nvPr/>
          </p:nvSpPr>
          <p:spPr>
            <a:xfrm>
              <a:off x="0" y="22169"/>
              <a:ext cx="790189" cy="23760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49" name="키워드"/>
            <p:cNvSpPr txBox="1"/>
            <p:nvPr/>
          </p:nvSpPr>
          <p:spPr>
            <a:xfrm>
              <a:off x="57318" y="-1"/>
              <a:ext cx="675551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53" name="사각형: 둥근 모서리 57"/>
          <p:cNvGrpSpPr/>
          <p:nvPr/>
        </p:nvGrpSpPr>
        <p:grpSpPr>
          <a:xfrm>
            <a:off x="7765722" y="3031181"/>
            <a:ext cx="1526658" cy="269241"/>
            <a:chOff x="0" y="0"/>
            <a:chExt cx="1526657" cy="269240"/>
          </a:xfrm>
        </p:grpSpPr>
        <p:sp>
          <p:nvSpPr>
            <p:cNvPr id="2451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52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56" name="사각형: 둥근 모서리 58"/>
          <p:cNvGrpSpPr/>
          <p:nvPr/>
        </p:nvGrpSpPr>
        <p:grpSpPr>
          <a:xfrm>
            <a:off x="10152106" y="3024831"/>
            <a:ext cx="1259185" cy="281942"/>
            <a:chOff x="0" y="0"/>
            <a:chExt cx="1259184" cy="281941"/>
          </a:xfrm>
        </p:grpSpPr>
        <p:sp>
          <p:nvSpPr>
            <p:cNvPr id="2454" name="Rounded Rectangle"/>
            <p:cNvSpPr/>
            <p:nvPr/>
          </p:nvSpPr>
          <p:spPr>
            <a:xfrm>
              <a:off x="0" y="21634"/>
              <a:ext cx="1259184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55" name="키워드"/>
            <p:cNvSpPr txBox="1"/>
            <p:nvPr/>
          </p:nvSpPr>
          <p:spPr>
            <a:xfrm>
              <a:off x="57370" y="0"/>
              <a:ext cx="1144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59" name="사각형: 둥근 모서리 59"/>
          <p:cNvGrpSpPr/>
          <p:nvPr/>
        </p:nvGrpSpPr>
        <p:grpSpPr>
          <a:xfrm>
            <a:off x="3713667" y="3313313"/>
            <a:ext cx="1526658" cy="269241"/>
            <a:chOff x="0" y="0"/>
            <a:chExt cx="1526657" cy="269240"/>
          </a:xfrm>
        </p:grpSpPr>
        <p:sp>
          <p:nvSpPr>
            <p:cNvPr id="2457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58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62" name="사각형: 둥근 모서리 60"/>
          <p:cNvGrpSpPr/>
          <p:nvPr/>
        </p:nvGrpSpPr>
        <p:grpSpPr>
          <a:xfrm>
            <a:off x="8744529" y="3306963"/>
            <a:ext cx="1526658" cy="281942"/>
            <a:chOff x="0" y="0"/>
            <a:chExt cx="1526657" cy="281941"/>
          </a:xfrm>
        </p:grpSpPr>
        <p:sp>
          <p:nvSpPr>
            <p:cNvPr id="2460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61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sp>
        <p:nvSpPr>
          <p:cNvPr id="2463" name="별: 꼭짓점 6개 61"/>
          <p:cNvSpPr/>
          <p:nvPr/>
        </p:nvSpPr>
        <p:spPr>
          <a:xfrm>
            <a:off x="4544519" y="2095451"/>
            <a:ext cx="165181" cy="226663"/>
          </a:xfrm>
          <a:prstGeom prst="star6">
            <a:avLst>
              <a:gd name="adj" fmla="val 28868"/>
              <a:gd name="hf" fmla="val 115470"/>
            </a:avLst>
          </a:prstGeom>
          <a:solidFill>
            <a:srgbClr val="151F95">
              <a:alpha val="6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464" name="TextBox 62"/>
          <p:cNvSpPr txBox="1"/>
          <p:nvPr/>
        </p:nvSpPr>
        <p:spPr>
          <a:xfrm>
            <a:off x="4749353" y="2090819"/>
            <a:ext cx="64676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Ver.1.0</a:t>
            </a:r>
          </a:p>
        </p:txBody>
      </p:sp>
      <p:sp>
        <p:nvSpPr>
          <p:cNvPr id="2465" name="별: 꼭짓점 6개 63"/>
          <p:cNvSpPr/>
          <p:nvPr/>
        </p:nvSpPr>
        <p:spPr>
          <a:xfrm>
            <a:off x="6779294" y="2095451"/>
            <a:ext cx="165181" cy="226663"/>
          </a:xfrm>
          <a:prstGeom prst="star6">
            <a:avLst>
              <a:gd name="adj" fmla="val 28868"/>
              <a:gd name="hf" fmla="val 115470"/>
            </a:avLst>
          </a:prstGeom>
          <a:solidFill>
            <a:srgbClr val="151F95">
              <a:alpha val="6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466" name="TextBox 64"/>
          <p:cNvSpPr txBox="1"/>
          <p:nvPr/>
        </p:nvSpPr>
        <p:spPr>
          <a:xfrm>
            <a:off x="6984127" y="2090819"/>
            <a:ext cx="64676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Ver.2.0</a:t>
            </a:r>
          </a:p>
        </p:txBody>
      </p:sp>
      <p:sp>
        <p:nvSpPr>
          <p:cNvPr id="2467" name="별: 꼭짓점 6개 65"/>
          <p:cNvSpPr/>
          <p:nvPr/>
        </p:nvSpPr>
        <p:spPr>
          <a:xfrm>
            <a:off x="9059506" y="2095451"/>
            <a:ext cx="165181" cy="226663"/>
          </a:xfrm>
          <a:prstGeom prst="star6">
            <a:avLst>
              <a:gd name="adj" fmla="val 28868"/>
              <a:gd name="hf" fmla="val 115470"/>
            </a:avLst>
          </a:prstGeom>
          <a:solidFill>
            <a:srgbClr val="151F95">
              <a:alpha val="6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468" name="TextBox 66"/>
          <p:cNvSpPr txBox="1"/>
          <p:nvPr/>
        </p:nvSpPr>
        <p:spPr>
          <a:xfrm>
            <a:off x="9264339" y="2090819"/>
            <a:ext cx="64676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Ver.3.0</a:t>
            </a:r>
          </a:p>
        </p:txBody>
      </p:sp>
      <p:sp>
        <p:nvSpPr>
          <p:cNvPr id="2469" name="다이아몬드 67"/>
          <p:cNvSpPr/>
          <p:nvPr/>
        </p:nvSpPr>
        <p:spPr>
          <a:xfrm>
            <a:off x="5292669" y="2370776"/>
            <a:ext cx="162618" cy="238672"/>
          </a:xfrm>
          <a:prstGeom prst="diamond">
            <a:avLst/>
          </a:prstGeom>
          <a:solidFill>
            <a:srgbClr val="151F95">
              <a:alpha val="6980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470" name="TextBox 68"/>
          <p:cNvSpPr txBox="1"/>
          <p:nvPr/>
        </p:nvSpPr>
        <p:spPr>
          <a:xfrm>
            <a:off x="5487277" y="2370776"/>
            <a:ext cx="85488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Beta 1.1</a:t>
            </a:r>
          </a:p>
        </p:txBody>
      </p:sp>
      <p:grpSp>
        <p:nvGrpSpPr>
          <p:cNvPr id="2473" name="사각형: 둥근 모서리 69"/>
          <p:cNvGrpSpPr/>
          <p:nvPr/>
        </p:nvGrpSpPr>
        <p:grpSpPr>
          <a:xfrm>
            <a:off x="2498785" y="5043662"/>
            <a:ext cx="1526658" cy="281942"/>
            <a:chOff x="0" y="0"/>
            <a:chExt cx="1526657" cy="281941"/>
          </a:xfrm>
        </p:grpSpPr>
        <p:sp>
          <p:nvSpPr>
            <p:cNvPr id="2471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72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76" name="사각형: 둥근 모서리 70"/>
          <p:cNvGrpSpPr/>
          <p:nvPr/>
        </p:nvGrpSpPr>
        <p:grpSpPr>
          <a:xfrm>
            <a:off x="4428644" y="5050012"/>
            <a:ext cx="1526658" cy="269241"/>
            <a:chOff x="0" y="0"/>
            <a:chExt cx="1526657" cy="269240"/>
          </a:xfrm>
        </p:grpSpPr>
        <p:sp>
          <p:nvSpPr>
            <p:cNvPr id="2474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75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79" name="사각형: 둥근 모서리 71"/>
          <p:cNvGrpSpPr/>
          <p:nvPr/>
        </p:nvGrpSpPr>
        <p:grpSpPr>
          <a:xfrm>
            <a:off x="6546809" y="5043126"/>
            <a:ext cx="790190" cy="281942"/>
            <a:chOff x="0" y="-1"/>
            <a:chExt cx="790189" cy="281941"/>
          </a:xfrm>
        </p:grpSpPr>
        <p:sp>
          <p:nvSpPr>
            <p:cNvPr id="2477" name="Rounded Rectangle"/>
            <p:cNvSpPr/>
            <p:nvPr/>
          </p:nvSpPr>
          <p:spPr>
            <a:xfrm>
              <a:off x="0" y="22169"/>
              <a:ext cx="790189" cy="23760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78" name="키워드"/>
            <p:cNvSpPr txBox="1"/>
            <p:nvPr/>
          </p:nvSpPr>
          <p:spPr>
            <a:xfrm>
              <a:off x="57318" y="-1"/>
              <a:ext cx="675551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82" name="사각형: 둥근 모서리 72"/>
          <p:cNvGrpSpPr/>
          <p:nvPr/>
        </p:nvGrpSpPr>
        <p:grpSpPr>
          <a:xfrm>
            <a:off x="7765722" y="5050012"/>
            <a:ext cx="1526658" cy="269241"/>
            <a:chOff x="0" y="0"/>
            <a:chExt cx="1526657" cy="269240"/>
          </a:xfrm>
        </p:grpSpPr>
        <p:sp>
          <p:nvSpPr>
            <p:cNvPr id="2480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81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85" name="사각형: 둥근 모서리 73"/>
          <p:cNvGrpSpPr/>
          <p:nvPr/>
        </p:nvGrpSpPr>
        <p:grpSpPr>
          <a:xfrm>
            <a:off x="10152106" y="5043662"/>
            <a:ext cx="1259185" cy="281942"/>
            <a:chOff x="0" y="0"/>
            <a:chExt cx="1259184" cy="281941"/>
          </a:xfrm>
        </p:grpSpPr>
        <p:sp>
          <p:nvSpPr>
            <p:cNvPr id="2483" name="Rounded Rectangle"/>
            <p:cNvSpPr/>
            <p:nvPr/>
          </p:nvSpPr>
          <p:spPr>
            <a:xfrm>
              <a:off x="0" y="21634"/>
              <a:ext cx="1259184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84" name="키워드"/>
            <p:cNvSpPr txBox="1"/>
            <p:nvPr/>
          </p:nvSpPr>
          <p:spPr>
            <a:xfrm>
              <a:off x="57370" y="0"/>
              <a:ext cx="1144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88" name="사각형: 둥근 모서리 74"/>
          <p:cNvGrpSpPr/>
          <p:nvPr/>
        </p:nvGrpSpPr>
        <p:grpSpPr>
          <a:xfrm>
            <a:off x="3713667" y="5332144"/>
            <a:ext cx="1526658" cy="269241"/>
            <a:chOff x="0" y="0"/>
            <a:chExt cx="1526657" cy="269240"/>
          </a:xfrm>
        </p:grpSpPr>
        <p:sp>
          <p:nvSpPr>
            <p:cNvPr id="2486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87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91" name="사각형: 둥근 모서리 75"/>
          <p:cNvGrpSpPr/>
          <p:nvPr/>
        </p:nvGrpSpPr>
        <p:grpSpPr>
          <a:xfrm>
            <a:off x="8744529" y="5325794"/>
            <a:ext cx="1526658" cy="281942"/>
            <a:chOff x="0" y="0"/>
            <a:chExt cx="1526657" cy="281941"/>
          </a:xfrm>
        </p:grpSpPr>
        <p:sp>
          <p:nvSpPr>
            <p:cNvPr id="2489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90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494" name="사각형: 둥근 모서리 76"/>
          <p:cNvGrpSpPr/>
          <p:nvPr/>
        </p:nvGrpSpPr>
        <p:grpSpPr>
          <a:xfrm>
            <a:off x="3713667" y="4766809"/>
            <a:ext cx="1526658" cy="269241"/>
            <a:chOff x="0" y="0"/>
            <a:chExt cx="1526657" cy="269240"/>
          </a:xfrm>
        </p:grpSpPr>
        <p:sp>
          <p:nvSpPr>
            <p:cNvPr id="2492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493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497" name="사각형: 둥근 모서리 77"/>
          <p:cNvGrpSpPr/>
          <p:nvPr/>
        </p:nvGrpSpPr>
        <p:grpSpPr>
          <a:xfrm>
            <a:off x="8744529" y="4760459"/>
            <a:ext cx="1526658" cy="281942"/>
            <a:chOff x="0" y="0"/>
            <a:chExt cx="1526657" cy="281941"/>
          </a:xfrm>
        </p:grpSpPr>
        <p:sp>
          <p:nvSpPr>
            <p:cNvPr id="2495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96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00" name="사각형: 둥근 모서리 78"/>
          <p:cNvGrpSpPr/>
          <p:nvPr/>
        </p:nvGrpSpPr>
        <p:grpSpPr>
          <a:xfrm>
            <a:off x="2498785" y="5875680"/>
            <a:ext cx="1526658" cy="281942"/>
            <a:chOff x="0" y="0"/>
            <a:chExt cx="1526657" cy="281941"/>
          </a:xfrm>
        </p:grpSpPr>
        <p:sp>
          <p:nvSpPr>
            <p:cNvPr id="2498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99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03" name="사각형: 둥근 모서리 79"/>
          <p:cNvGrpSpPr/>
          <p:nvPr/>
        </p:nvGrpSpPr>
        <p:grpSpPr>
          <a:xfrm>
            <a:off x="4428644" y="5882030"/>
            <a:ext cx="1526658" cy="269241"/>
            <a:chOff x="0" y="0"/>
            <a:chExt cx="1526657" cy="269240"/>
          </a:xfrm>
        </p:grpSpPr>
        <p:sp>
          <p:nvSpPr>
            <p:cNvPr id="2501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502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506" name="사각형: 둥근 모서리 80"/>
          <p:cNvGrpSpPr/>
          <p:nvPr/>
        </p:nvGrpSpPr>
        <p:grpSpPr>
          <a:xfrm>
            <a:off x="6546809" y="5875143"/>
            <a:ext cx="790190" cy="281942"/>
            <a:chOff x="0" y="-1"/>
            <a:chExt cx="790189" cy="281941"/>
          </a:xfrm>
        </p:grpSpPr>
        <p:sp>
          <p:nvSpPr>
            <p:cNvPr id="2504" name="Rounded Rectangle"/>
            <p:cNvSpPr/>
            <p:nvPr/>
          </p:nvSpPr>
          <p:spPr>
            <a:xfrm>
              <a:off x="0" y="22169"/>
              <a:ext cx="790189" cy="23760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05" name="키워드"/>
            <p:cNvSpPr txBox="1"/>
            <p:nvPr/>
          </p:nvSpPr>
          <p:spPr>
            <a:xfrm>
              <a:off x="57318" y="-1"/>
              <a:ext cx="675551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09" name="사각형: 둥근 모서리 81"/>
          <p:cNvGrpSpPr/>
          <p:nvPr/>
        </p:nvGrpSpPr>
        <p:grpSpPr>
          <a:xfrm>
            <a:off x="7765722" y="5882030"/>
            <a:ext cx="1526658" cy="269241"/>
            <a:chOff x="0" y="0"/>
            <a:chExt cx="1526657" cy="269240"/>
          </a:xfrm>
        </p:grpSpPr>
        <p:sp>
          <p:nvSpPr>
            <p:cNvPr id="2507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508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512" name="사각형: 둥근 모서리 82"/>
          <p:cNvGrpSpPr/>
          <p:nvPr/>
        </p:nvGrpSpPr>
        <p:grpSpPr>
          <a:xfrm>
            <a:off x="10152106" y="5875680"/>
            <a:ext cx="1259185" cy="281942"/>
            <a:chOff x="0" y="0"/>
            <a:chExt cx="1259184" cy="281941"/>
          </a:xfrm>
        </p:grpSpPr>
        <p:sp>
          <p:nvSpPr>
            <p:cNvPr id="2510" name="Rounded Rectangle"/>
            <p:cNvSpPr/>
            <p:nvPr/>
          </p:nvSpPr>
          <p:spPr>
            <a:xfrm>
              <a:off x="0" y="21634"/>
              <a:ext cx="1259184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11" name="키워드"/>
            <p:cNvSpPr txBox="1"/>
            <p:nvPr/>
          </p:nvSpPr>
          <p:spPr>
            <a:xfrm>
              <a:off x="57370" y="0"/>
              <a:ext cx="1144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15" name="사각형: 둥근 모서리 83"/>
          <p:cNvGrpSpPr/>
          <p:nvPr/>
        </p:nvGrpSpPr>
        <p:grpSpPr>
          <a:xfrm>
            <a:off x="3713667" y="6164162"/>
            <a:ext cx="1526658" cy="269241"/>
            <a:chOff x="0" y="0"/>
            <a:chExt cx="1526657" cy="269240"/>
          </a:xfrm>
        </p:grpSpPr>
        <p:sp>
          <p:nvSpPr>
            <p:cNvPr id="2513" name="Rounded Rectangle"/>
            <p:cNvSpPr/>
            <p:nvPr/>
          </p:nvSpPr>
          <p:spPr>
            <a:xfrm>
              <a:off x="0" y="1528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2514" name="Keyword"/>
            <p:cNvSpPr txBox="1"/>
            <p:nvPr/>
          </p:nvSpPr>
          <p:spPr>
            <a:xfrm>
              <a:off x="57370" y="0"/>
              <a:ext cx="1411916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Keyword</a:t>
              </a:r>
            </a:p>
          </p:txBody>
        </p:sp>
      </p:grpSp>
      <p:grpSp>
        <p:nvGrpSpPr>
          <p:cNvPr id="2518" name="사각형: 둥근 모서리 84"/>
          <p:cNvGrpSpPr/>
          <p:nvPr/>
        </p:nvGrpSpPr>
        <p:grpSpPr>
          <a:xfrm>
            <a:off x="8744529" y="6157812"/>
            <a:ext cx="1526658" cy="281942"/>
            <a:chOff x="0" y="0"/>
            <a:chExt cx="1526657" cy="281941"/>
          </a:xfrm>
        </p:grpSpPr>
        <p:sp>
          <p:nvSpPr>
            <p:cNvPr id="2516" name="Rounded Rectangle"/>
            <p:cNvSpPr/>
            <p:nvPr/>
          </p:nvSpPr>
          <p:spPr>
            <a:xfrm>
              <a:off x="0" y="21634"/>
              <a:ext cx="1526657" cy="238672"/>
            </a:xfrm>
            <a:prstGeom prst="roundRect">
              <a:avLst>
                <a:gd name="adj" fmla="val 16667"/>
              </a:avLst>
            </a:prstGeom>
            <a:solidFill>
              <a:srgbClr val="151F95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17" name="키워드"/>
            <p:cNvSpPr txBox="1"/>
            <p:nvPr/>
          </p:nvSpPr>
          <p:spPr>
            <a:xfrm>
              <a:off x="57370" y="0"/>
              <a:ext cx="1411916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pic>
        <p:nvPicPr>
          <p:cNvPr id="2519" name="그림 85" descr="그림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520" name="TextBox 86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523" name="그림 87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521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522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26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527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52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29" name="TextBox 1"/>
          <p:cNvSpPr txBox="1"/>
          <p:nvPr/>
        </p:nvSpPr>
        <p:spPr>
          <a:xfrm>
            <a:off x="1041600" y="1371709"/>
            <a:ext cx="8048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Planning</a:t>
            </a:r>
          </a:p>
        </p:txBody>
      </p:sp>
      <p:sp>
        <p:nvSpPr>
          <p:cNvPr id="2530" name="TextBox 4"/>
          <p:cNvSpPr txBox="1"/>
          <p:nvPr/>
        </p:nvSpPr>
        <p:spPr>
          <a:xfrm>
            <a:off x="4374227" y="1371709"/>
            <a:ext cx="8048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Concept</a:t>
            </a:r>
          </a:p>
        </p:txBody>
      </p:sp>
      <p:sp>
        <p:nvSpPr>
          <p:cNvPr id="2531" name="TextBox 9"/>
          <p:cNvSpPr txBox="1"/>
          <p:nvPr/>
        </p:nvSpPr>
        <p:spPr>
          <a:xfrm>
            <a:off x="7626967" y="1371709"/>
            <a:ext cx="58463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126BF6"/>
                </a:solidFill>
              </a:defRPr>
            </a:lvl1pPr>
          </a:lstStyle>
          <a:p>
            <a:r>
              <a:t>Final</a:t>
            </a:r>
          </a:p>
        </p:txBody>
      </p:sp>
      <p:sp>
        <p:nvSpPr>
          <p:cNvPr id="2532" name="직선 연결선 10"/>
          <p:cNvSpPr/>
          <p:nvPr/>
        </p:nvSpPr>
        <p:spPr>
          <a:xfrm flipH="1">
            <a:off x="942850" y="1721346"/>
            <a:ext cx="1" cy="4853935"/>
          </a:xfrm>
          <a:prstGeom prst="line">
            <a:avLst/>
          </a:prstGeom>
          <a:ln w="19050">
            <a:solidFill>
              <a:srgbClr val="D9D9D9"/>
            </a:solidFill>
            <a:miter/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33" name="TextBox 11"/>
          <p:cNvSpPr txBox="1"/>
          <p:nvPr/>
        </p:nvSpPr>
        <p:spPr>
          <a:xfrm>
            <a:off x="1077215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Week1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01 Oct</a:t>
            </a:r>
          </a:p>
        </p:txBody>
      </p:sp>
      <p:sp>
        <p:nvSpPr>
          <p:cNvPr id="2534" name="TextBox 12"/>
          <p:cNvSpPr txBox="1"/>
          <p:nvPr/>
        </p:nvSpPr>
        <p:spPr>
          <a:xfrm>
            <a:off x="1904226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Week2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08 Oct</a:t>
            </a:r>
          </a:p>
        </p:txBody>
      </p:sp>
      <p:sp>
        <p:nvSpPr>
          <p:cNvPr id="2535" name="TextBox 13"/>
          <p:cNvSpPr txBox="1"/>
          <p:nvPr/>
        </p:nvSpPr>
        <p:spPr>
          <a:xfrm>
            <a:off x="2731236" y="1711821"/>
            <a:ext cx="61969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Week3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15 Oct</a:t>
            </a:r>
          </a:p>
        </p:txBody>
      </p:sp>
      <p:sp>
        <p:nvSpPr>
          <p:cNvPr id="2536" name="TextBox 14"/>
          <p:cNvSpPr txBox="1"/>
          <p:nvPr/>
        </p:nvSpPr>
        <p:spPr>
          <a:xfrm>
            <a:off x="3558245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Week4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22 Oct</a:t>
            </a:r>
          </a:p>
        </p:txBody>
      </p:sp>
      <p:sp>
        <p:nvSpPr>
          <p:cNvPr id="2537" name="TextBox 15"/>
          <p:cNvSpPr txBox="1"/>
          <p:nvPr/>
        </p:nvSpPr>
        <p:spPr>
          <a:xfrm>
            <a:off x="4385255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Week5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29 Oct</a:t>
            </a:r>
          </a:p>
        </p:txBody>
      </p:sp>
      <p:sp>
        <p:nvSpPr>
          <p:cNvPr id="2538" name="TextBox 16"/>
          <p:cNvSpPr txBox="1"/>
          <p:nvPr/>
        </p:nvSpPr>
        <p:spPr>
          <a:xfrm>
            <a:off x="5212265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Week6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06 Nov</a:t>
            </a:r>
          </a:p>
        </p:txBody>
      </p:sp>
      <p:sp>
        <p:nvSpPr>
          <p:cNvPr id="2539" name="TextBox 17"/>
          <p:cNvSpPr txBox="1"/>
          <p:nvPr/>
        </p:nvSpPr>
        <p:spPr>
          <a:xfrm>
            <a:off x="6039275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Week7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13 Nov</a:t>
            </a:r>
          </a:p>
        </p:txBody>
      </p:sp>
      <p:sp>
        <p:nvSpPr>
          <p:cNvPr id="2540" name="TextBox 18"/>
          <p:cNvSpPr txBox="1"/>
          <p:nvPr/>
        </p:nvSpPr>
        <p:spPr>
          <a:xfrm>
            <a:off x="6866285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Week8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20 Nov</a:t>
            </a:r>
          </a:p>
        </p:txBody>
      </p:sp>
      <p:sp>
        <p:nvSpPr>
          <p:cNvPr id="2541" name="TextBox 19"/>
          <p:cNvSpPr txBox="1"/>
          <p:nvPr/>
        </p:nvSpPr>
        <p:spPr>
          <a:xfrm>
            <a:off x="7693295" y="1711821"/>
            <a:ext cx="619698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Week9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27 Nov</a:t>
            </a:r>
          </a:p>
        </p:txBody>
      </p:sp>
      <p:sp>
        <p:nvSpPr>
          <p:cNvPr id="2542" name="TextBox 20"/>
          <p:cNvSpPr txBox="1"/>
          <p:nvPr/>
        </p:nvSpPr>
        <p:spPr>
          <a:xfrm>
            <a:off x="8520305" y="1711821"/>
            <a:ext cx="73114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Week10</a:t>
            </a:r>
            <a:r>
              <a:rPr sz="1000">
                <a:solidFill>
                  <a:srgbClr val="595959"/>
                </a:solidFill>
              </a:rPr>
              <a:t> 04 Dec</a:t>
            </a:r>
          </a:p>
        </p:txBody>
      </p:sp>
      <p:sp>
        <p:nvSpPr>
          <p:cNvPr id="2543" name="TextBox 21"/>
          <p:cNvSpPr txBox="1"/>
          <p:nvPr/>
        </p:nvSpPr>
        <p:spPr>
          <a:xfrm>
            <a:off x="9458762" y="1711821"/>
            <a:ext cx="73113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Week11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11 Dec</a:t>
            </a:r>
          </a:p>
        </p:txBody>
      </p:sp>
      <p:sp>
        <p:nvSpPr>
          <p:cNvPr id="2544" name="TextBox 22"/>
          <p:cNvSpPr txBox="1"/>
          <p:nvPr/>
        </p:nvSpPr>
        <p:spPr>
          <a:xfrm>
            <a:off x="10397209" y="1711821"/>
            <a:ext cx="74265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Week12</a:t>
            </a:r>
          </a:p>
          <a:p>
            <a:pPr algn="ctr">
              <a:defRPr sz="10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18 Dec</a:t>
            </a:r>
          </a:p>
        </p:txBody>
      </p:sp>
      <p:sp>
        <p:nvSpPr>
          <p:cNvPr id="2545" name="직선 연결선 23"/>
          <p:cNvSpPr/>
          <p:nvPr/>
        </p:nvSpPr>
        <p:spPr>
          <a:xfrm flipH="1">
            <a:off x="4301435" y="1721346"/>
            <a:ext cx="1" cy="4853935"/>
          </a:xfrm>
          <a:prstGeom prst="line">
            <a:avLst/>
          </a:prstGeom>
          <a:ln w="19050">
            <a:solidFill>
              <a:srgbClr val="D9D9D9"/>
            </a:solidFill>
            <a:miter/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6" name="직선 연결선 24"/>
          <p:cNvSpPr/>
          <p:nvPr/>
        </p:nvSpPr>
        <p:spPr>
          <a:xfrm flipH="1">
            <a:off x="7608496" y="1721346"/>
            <a:ext cx="1" cy="4853935"/>
          </a:xfrm>
          <a:prstGeom prst="line">
            <a:avLst/>
          </a:prstGeom>
          <a:ln w="19050">
            <a:solidFill>
              <a:srgbClr val="C00000"/>
            </a:solidFill>
            <a:miter/>
            <a:headEnd type="oval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549" name="사각형: 둥근 모서리 25"/>
          <p:cNvGrpSpPr/>
          <p:nvPr/>
        </p:nvGrpSpPr>
        <p:grpSpPr>
          <a:xfrm>
            <a:off x="942850" y="2328930"/>
            <a:ext cx="2340002" cy="288002"/>
            <a:chOff x="0" y="0"/>
            <a:chExt cx="2340000" cy="288001"/>
          </a:xfrm>
        </p:grpSpPr>
        <p:sp>
          <p:nvSpPr>
            <p:cNvPr id="2547" name="Rounded Rectangle"/>
            <p:cNvSpPr/>
            <p:nvPr/>
          </p:nvSpPr>
          <p:spPr>
            <a:xfrm>
              <a:off x="0" y="0"/>
              <a:ext cx="2340000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48" name="키워드"/>
            <p:cNvSpPr txBox="1"/>
            <p:nvPr/>
          </p:nvSpPr>
          <p:spPr>
            <a:xfrm>
              <a:off x="59779" y="3030"/>
              <a:ext cx="222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52" name="사각형: 둥근 모서리 26"/>
          <p:cNvGrpSpPr/>
          <p:nvPr/>
        </p:nvGrpSpPr>
        <p:grpSpPr>
          <a:xfrm>
            <a:off x="1961437" y="2696421"/>
            <a:ext cx="2340002" cy="288002"/>
            <a:chOff x="0" y="0"/>
            <a:chExt cx="2340000" cy="288001"/>
          </a:xfrm>
        </p:grpSpPr>
        <p:sp>
          <p:nvSpPr>
            <p:cNvPr id="2550" name="Rounded Rectangle"/>
            <p:cNvSpPr/>
            <p:nvPr/>
          </p:nvSpPr>
          <p:spPr>
            <a:xfrm>
              <a:off x="0" y="0"/>
              <a:ext cx="2340000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51" name="키워드"/>
            <p:cNvSpPr txBox="1"/>
            <p:nvPr/>
          </p:nvSpPr>
          <p:spPr>
            <a:xfrm>
              <a:off x="59779" y="3030"/>
              <a:ext cx="222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55" name="사각형: 둥근 모서리 27"/>
          <p:cNvGrpSpPr/>
          <p:nvPr/>
        </p:nvGrpSpPr>
        <p:grpSpPr>
          <a:xfrm>
            <a:off x="1961437" y="3054751"/>
            <a:ext cx="1368002" cy="288002"/>
            <a:chOff x="0" y="0"/>
            <a:chExt cx="1368001" cy="288001"/>
          </a:xfrm>
        </p:grpSpPr>
        <p:sp>
          <p:nvSpPr>
            <p:cNvPr id="2553" name="Rounded Rectangle"/>
            <p:cNvSpPr/>
            <p:nvPr/>
          </p:nvSpPr>
          <p:spPr>
            <a:xfrm>
              <a:off x="0" y="0"/>
              <a:ext cx="1368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54" name="키워드"/>
            <p:cNvSpPr txBox="1"/>
            <p:nvPr/>
          </p:nvSpPr>
          <p:spPr>
            <a:xfrm>
              <a:off x="59779" y="3030"/>
              <a:ext cx="1248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58" name="사각형: 둥근 모서리 28"/>
          <p:cNvGrpSpPr/>
          <p:nvPr/>
        </p:nvGrpSpPr>
        <p:grpSpPr>
          <a:xfrm>
            <a:off x="1961437" y="3429000"/>
            <a:ext cx="2340002" cy="288002"/>
            <a:chOff x="0" y="0"/>
            <a:chExt cx="2340000" cy="288001"/>
          </a:xfrm>
        </p:grpSpPr>
        <p:sp>
          <p:nvSpPr>
            <p:cNvPr id="2556" name="Rounded Rectangle"/>
            <p:cNvSpPr/>
            <p:nvPr/>
          </p:nvSpPr>
          <p:spPr>
            <a:xfrm>
              <a:off x="0" y="0"/>
              <a:ext cx="2340000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57" name="키워드"/>
            <p:cNvSpPr txBox="1"/>
            <p:nvPr/>
          </p:nvSpPr>
          <p:spPr>
            <a:xfrm>
              <a:off x="59779" y="3030"/>
              <a:ext cx="222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61" name="사각형: 둥근 모서리 29"/>
          <p:cNvGrpSpPr/>
          <p:nvPr/>
        </p:nvGrpSpPr>
        <p:grpSpPr>
          <a:xfrm>
            <a:off x="3550806" y="3784448"/>
            <a:ext cx="3348002" cy="288002"/>
            <a:chOff x="0" y="0"/>
            <a:chExt cx="3348000" cy="288001"/>
          </a:xfrm>
        </p:grpSpPr>
        <p:sp>
          <p:nvSpPr>
            <p:cNvPr id="2559" name="Rounded Rectangle"/>
            <p:cNvSpPr/>
            <p:nvPr/>
          </p:nvSpPr>
          <p:spPr>
            <a:xfrm>
              <a:off x="0" y="0"/>
              <a:ext cx="3348000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60" name="키워드"/>
            <p:cNvSpPr txBox="1"/>
            <p:nvPr/>
          </p:nvSpPr>
          <p:spPr>
            <a:xfrm>
              <a:off x="59778" y="3030"/>
              <a:ext cx="3228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64" name="사각형: 둥근 모서리 30"/>
          <p:cNvGrpSpPr/>
          <p:nvPr/>
        </p:nvGrpSpPr>
        <p:grpSpPr>
          <a:xfrm>
            <a:off x="4569393" y="4151938"/>
            <a:ext cx="2340002" cy="288002"/>
            <a:chOff x="0" y="0"/>
            <a:chExt cx="2340000" cy="288001"/>
          </a:xfrm>
        </p:grpSpPr>
        <p:sp>
          <p:nvSpPr>
            <p:cNvPr id="2562" name="Rounded Rectangle"/>
            <p:cNvSpPr/>
            <p:nvPr/>
          </p:nvSpPr>
          <p:spPr>
            <a:xfrm>
              <a:off x="0" y="0"/>
              <a:ext cx="2340000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63" name="키워드"/>
            <p:cNvSpPr txBox="1"/>
            <p:nvPr/>
          </p:nvSpPr>
          <p:spPr>
            <a:xfrm>
              <a:off x="59779" y="3030"/>
              <a:ext cx="222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67" name="사각형: 둥근 모서리 31"/>
          <p:cNvGrpSpPr/>
          <p:nvPr/>
        </p:nvGrpSpPr>
        <p:grpSpPr>
          <a:xfrm>
            <a:off x="6018028" y="3429000"/>
            <a:ext cx="2340002" cy="288002"/>
            <a:chOff x="0" y="0"/>
            <a:chExt cx="2340000" cy="288001"/>
          </a:xfrm>
        </p:grpSpPr>
        <p:sp>
          <p:nvSpPr>
            <p:cNvPr id="2565" name="Rounded Rectangle"/>
            <p:cNvSpPr/>
            <p:nvPr/>
          </p:nvSpPr>
          <p:spPr>
            <a:xfrm>
              <a:off x="0" y="0"/>
              <a:ext cx="2340000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66" name="키워드"/>
            <p:cNvSpPr txBox="1"/>
            <p:nvPr/>
          </p:nvSpPr>
          <p:spPr>
            <a:xfrm>
              <a:off x="59779" y="3030"/>
              <a:ext cx="222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70" name="사각형: 둥근 모서리 32"/>
          <p:cNvGrpSpPr/>
          <p:nvPr/>
        </p:nvGrpSpPr>
        <p:grpSpPr>
          <a:xfrm>
            <a:off x="7617814" y="4517026"/>
            <a:ext cx="2340002" cy="288003"/>
            <a:chOff x="0" y="0"/>
            <a:chExt cx="2340000" cy="288001"/>
          </a:xfrm>
        </p:grpSpPr>
        <p:sp>
          <p:nvSpPr>
            <p:cNvPr id="2568" name="Rounded Rectangle"/>
            <p:cNvSpPr/>
            <p:nvPr/>
          </p:nvSpPr>
          <p:spPr>
            <a:xfrm>
              <a:off x="0" y="0"/>
              <a:ext cx="2340000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69" name="키워드"/>
            <p:cNvSpPr txBox="1"/>
            <p:nvPr/>
          </p:nvSpPr>
          <p:spPr>
            <a:xfrm>
              <a:off x="59779" y="3030"/>
              <a:ext cx="222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73" name="사각형: 둥근 모서리 33"/>
          <p:cNvGrpSpPr/>
          <p:nvPr/>
        </p:nvGrpSpPr>
        <p:grpSpPr>
          <a:xfrm>
            <a:off x="7038733" y="4884516"/>
            <a:ext cx="2340002" cy="288002"/>
            <a:chOff x="0" y="0"/>
            <a:chExt cx="2340000" cy="288001"/>
          </a:xfrm>
        </p:grpSpPr>
        <p:sp>
          <p:nvSpPr>
            <p:cNvPr id="2571" name="Rounded Rectangle"/>
            <p:cNvSpPr/>
            <p:nvPr/>
          </p:nvSpPr>
          <p:spPr>
            <a:xfrm>
              <a:off x="0" y="0"/>
              <a:ext cx="2340000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72" name="키워드"/>
            <p:cNvSpPr txBox="1"/>
            <p:nvPr/>
          </p:nvSpPr>
          <p:spPr>
            <a:xfrm>
              <a:off x="59779" y="3030"/>
              <a:ext cx="222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76" name="사각형: 둥근 모서리 34"/>
          <p:cNvGrpSpPr/>
          <p:nvPr/>
        </p:nvGrpSpPr>
        <p:grpSpPr>
          <a:xfrm>
            <a:off x="8585149" y="5254773"/>
            <a:ext cx="1368002" cy="288002"/>
            <a:chOff x="0" y="0"/>
            <a:chExt cx="1368001" cy="288001"/>
          </a:xfrm>
        </p:grpSpPr>
        <p:sp>
          <p:nvSpPr>
            <p:cNvPr id="2574" name="Rounded Rectangle"/>
            <p:cNvSpPr/>
            <p:nvPr/>
          </p:nvSpPr>
          <p:spPr>
            <a:xfrm>
              <a:off x="0" y="0"/>
              <a:ext cx="1368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75" name="키워드"/>
            <p:cNvSpPr txBox="1"/>
            <p:nvPr/>
          </p:nvSpPr>
          <p:spPr>
            <a:xfrm>
              <a:off x="59779" y="3030"/>
              <a:ext cx="1248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579" name="사각형: 둥근 모서리 35"/>
          <p:cNvGrpSpPr/>
          <p:nvPr/>
        </p:nvGrpSpPr>
        <p:grpSpPr>
          <a:xfrm>
            <a:off x="8585149" y="5629021"/>
            <a:ext cx="2664002" cy="288002"/>
            <a:chOff x="0" y="0"/>
            <a:chExt cx="2664000" cy="288001"/>
          </a:xfrm>
        </p:grpSpPr>
        <p:sp>
          <p:nvSpPr>
            <p:cNvPr id="2577" name="Rounded Rectangle"/>
            <p:cNvSpPr/>
            <p:nvPr/>
          </p:nvSpPr>
          <p:spPr>
            <a:xfrm>
              <a:off x="0" y="0"/>
              <a:ext cx="2664000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78" name="키워드"/>
            <p:cNvSpPr txBox="1"/>
            <p:nvPr/>
          </p:nvSpPr>
          <p:spPr>
            <a:xfrm>
              <a:off x="59778" y="3030"/>
              <a:ext cx="2544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sp>
        <p:nvSpPr>
          <p:cNvPr id="2580" name="직선 연결선 36"/>
          <p:cNvSpPr/>
          <p:nvPr/>
        </p:nvSpPr>
        <p:spPr>
          <a:xfrm flipH="1">
            <a:off x="11245304" y="1721346"/>
            <a:ext cx="1" cy="4853935"/>
          </a:xfrm>
          <a:prstGeom prst="line">
            <a:avLst/>
          </a:prstGeom>
          <a:ln w="19050">
            <a:solidFill>
              <a:srgbClr val="D9D9D9"/>
            </a:solidFill>
            <a:miter/>
            <a:headEnd type="oval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583" name="사각형: 둥근 모서리 37"/>
          <p:cNvGrpSpPr/>
          <p:nvPr/>
        </p:nvGrpSpPr>
        <p:grpSpPr>
          <a:xfrm>
            <a:off x="6524848" y="5992521"/>
            <a:ext cx="3420002" cy="288002"/>
            <a:chOff x="0" y="0"/>
            <a:chExt cx="3420001" cy="288001"/>
          </a:xfrm>
        </p:grpSpPr>
        <p:sp>
          <p:nvSpPr>
            <p:cNvPr id="2581" name="Rounded Rectangle"/>
            <p:cNvSpPr/>
            <p:nvPr/>
          </p:nvSpPr>
          <p:spPr>
            <a:xfrm>
              <a:off x="0" y="0"/>
              <a:ext cx="3420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82" name="키워드"/>
            <p:cNvSpPr txBox="1"/>
            <p:nvPr/>
          </p:nvSpPr>
          <p:spPr>
            <a:xfrm>
              <a:off x="59778" y="3030"/>
              <a:ext cx="3300443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pic>
        <p:nvPicPr>
          <p:cNvPr id="2584" name="그림 38" descr="그림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585" name="TextBox 3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588" name="그림 4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58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587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91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592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59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2594" name="표 24"/>
          <p:cNvGraphicFramePr/>
          <p:nvPr/>
        </p:nvGraphicFramePr>
        <p:xfrm>
          <a:off x="753883" y="1441441"/>
          <a:ext cx="10697878" cy="521238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907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25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3272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KEYWORD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KEYWORD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KEYWORD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5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JAN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FEB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MAR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APR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MAY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JUN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JUL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AUG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SEP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OCT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NOV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rPr>
                        <a:t>DEC</a:t>
                      </a:r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 w="12700">
                      <a:miter lim="400000"/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>
                      <a:solidFill>
                        <a:srgbClr val="F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4456">
                <a:tc>
                  <a:txBody>
                    <a:bodyPr/>
                    <a:lstStyle/>
                    <a:p>
                      <a:pPr marL="171450" indent="-171450" algn="l">
                        <a:buSzPct val="100000"/>
                        <a:buFont typeface="Arial"/>
                        <a:buChar char="•"/>
                        <a:defRPr>
                          <a:latin typeface="Pretendard Medium"/>
                          <a:ea typeface="Pretendard Medium"/>
                          <a:cs typeface="Pretendard Medium"/>
                          <a:sym typeface="Pretendard Medium"/>
                        </a:defRPr>
                      </a:pPr>
                      <a:r>
                        <a:t>내용을 입력해주세요</a:t>
                      </a:r>
                    </a:p>
                  </a:txBody>
                  <a:tcPr marL="54796" marR="54796" marT="54796" marB="54796" anchor="ctr" horzOverflow="overflow">
                    <a:lnL w="12700">
                      <a:miter lim="400000"/>
                    </a:lnL>
                    <a:lnR>
                      <a:solidFill>
                        <a:srgbClr val="FFFFFF"/>
                      </a:solidFill>
                    </a:lnR>
                    <a:lnT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54796" marR="54796" marT="54796" marB="54796" anchor="ctr" horzOverflow="overflow">
                    <a:lnL>
                      <a:solidFill>
                        <a:srgbClr val="FFFFFF"/>
                      </a:solidFill>
                    </a:lnL>
                    <a:lnR w="12700">
                      <a:miter lim="400000"/>
                    </a:lnR>
                    <a:lnT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2597" name="사각형: 둥근 모서리 4"/>
          <p:cNvGrpSpPr/>
          <p:nvPr/>
        </p:nvGrpSpPr>
        <p:grpSpPr>
          <a:xfrm>
            <a:off x="2677369" y="2204464"/>
            <a:ext cx="2196002" cy="288002"/>
            <a:chOff x="0" y="0"/>
            <a:chExt cx="2196001" cy="288001"/>
          </a:xfrm>
        </p:grpSpPr>
        <p:sp>
          <p:nvSpPr>
            <p:cNvPr id="2595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96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00" name="사각형: 둥근 모서리 9"/>
          <p:cNvGrpSpPr/>
          <p:nvPr/>
        </p:nvGrpSpPr>
        <p:grpSpPr>
          <a:xfrm>
            <a:off x="4124206" y="2650931"/>
            <a:ext cx="2196002" cy="288002"/>
            <a:chOff x="0" y="0"/>
            <a:chExt cx="2196001" cy="288001"/>
          </a:xfrm>
        </p:grpSpPr>
        <p:sp>
          <p:nvSpPr>
            <p:cNvPr id="2598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99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03" name="사각형: 둥근 모서리 10"/>
          <p:cNvGrpSpPr/>
          <p:nvPr/>
        </p:nvGrpSpPr>
        <p:grpSpPr>
          <a:xfrm>
            <a:off x="3775369" y="3097400"/>
            <a:ext cx="2196003" cy="288002"/>
            <a:chOff x="0" y="0"/>
            <a:chExt cx="2196001" cy="288001"/>
          </a:xfrm>
        </p:grpSpPr>
        <p:sp>
          <p:nvSpPr>
            <p:cNvPr id="2601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02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06" name="사각형: 둥근 모서리 11"/>
          <p:cNvGrpSpPr/>
          <p:nvPr/>
        </p:nvGrpSpPr>
        <p:grpSpPr>
          <a:xfrm>
            <a:off x="5222206" y="3543868"/>
            <a:ext cx="2196002" cy="288002"/>
            <a:chOff x="0" y="0"/>
            <a:chExt cx="2196001" cy="288001"/>
          </a:xfrm>
        </p:grpSpPr>
        <p:sp>
          <p:nvSpPr>
            <p:cNvPr id="2604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05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09" name="사각형: 둥근 모서리 12"/>
          <p:cNvGrpSpPr/>
          <p:nvPr/>
        </p:nvGrpSpPr>
        <p:grpSpPr>
          <a:xfrm>
            <a:off x="5643510" y="3990335"/>
            <a:ext cx="3600002" cy="288002"/>
            <a:chOff x="0" y="0"/>
            <a:chExt cx="3600001" cy="288001"/>
          </a:xfrm>
        </p:grpSpPr>
        <p:sp>
          <p:nvSpPr>
            <p:cNvPr id="2607" name="Rounded Rectangle"/>
            <p:cNvSpPr/>
            <p:nvPr/>
          </p:nvSpPr>
          <p:spPr>
            <a:xfrm>
              <a:off x="0" y="0"/>
              <a:ext cx="3600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08" name="키워드"/>
            <p:cNvSpPr txBox="1"/>
            <p:nvPr/>
          </p:nvSpPr>
          <p:spPr>
            <a:xfrm>
              <a:off x="59779" y="3030"/>
              <a:ext cx="3480442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12" name="사각형: 둥근 모서리 13"/>
          <p:cNvGrpSpPr/>
          <p:nvPr/>
        </p:nvGrpSpPr>
        <p:grpSpPr>
          <a:xfrm>
            <a:off x="7877425" y="4436803"/>
            <a:ext cx="2196002" cy="288002"/>
            <a:chOff x="0" y="0"/>
            <a:chExt cx="2196001" cy="288001"/>
          </a:xfrm>
        </p:grpSpPr>
        <p:sp>
          <p:nvSpPr>
            <p:cNvPr id="2610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11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15" name="사각형: 둥근 모서리 14"/>
          <p:cNvGrpSpPr/>
          <p:nvPr/>
        </p:nvGrpSpPr>
        <p:grpSpPr>
          <a:xfrm>
            <a:off x="5637107" y="4883272"/>
            <a:ext cx="2196002" cy="288002"/>
            <a:chOff x="0" y="0"/>
            <a:chExt cx="2196001" cy="288001"/>
          </a:xfrm>
        </p:grpSpPr>
        <p:sp>
          <p:nvSpPr>
            <p:cNvPr id="2613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14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18" name="사각형: 둥근 모서리 15"/>
          <p:cNvGrpSpPr/>
          <p:nvPr/>
        </p:nvGrpSpPr>
        <p:grpSpPr>
          <a:xfrm>
            <a:off x="7083944" y="5329740"/>
            <a:ext cx="2196002" cy="288002"/>
            <a:chOff x="0" y="0"/>
            <a:chExt cx="2196001" cy="288001"/>
          </a:xfrm>
        </p:grpSpPr>
        <p:sp>
          <p:nvSpPr>
            <p:cNvPr id="2616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17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21" name="사각형: 둥근 모서리 16"/>
          <p:cNvGrpSpPr/>
          <p:nvPr/>
        </p:nvGrpSpPr>
        <p:grpSpPr>
          <a:xfrm>
            <a:off x="7808924" y="5776207"/>
            <a:ext cx="2196002" cy="288002"/>
            <a:chOff x="0" y="0"/>
            <a:chExt cx="2196001" cy="288001"/>
          </a:xfrm>
        </p:grpSpPr>
        <p:sp>
          <p:nvSpPr>
            <p:cNvPr id="2619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20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grpSp>
        <p:nvGrpSpPr>
          <p:cNvPr id="2624" name="사각형: 둥근 모서리 17"/>
          <p:cNvGrpSpPr/>
          <p:nvPr/>
        </p:nvGrpSpPr>
        <p:grpSpPr>
          <a:xfrm>
            <a:off x="9255760" y="6222675"/>
            <a:ext cx="2196002" cy="288002"/>
            <a:chOff x="0" y="0"/>
            <a:chExt cx="2196001" cy="288001"/>
          </a:xfrm>
        </p:grpSpPr>
        <p:sp>
          <p:nvSpPr>
            <p:cNvPr id="2622" name="Rounded Rectangle"/>
            <p:cNvSpPr/>
            <p:nvPr/>
          </p:nvSpPr>
          <p:spPr>
            <a:xfrm>
              <a:off x="0" y="0"/>
              <a:ext cx="2196001" cy="288001"/>
            </a:xfrm>
            <a:prstGeom prst="roundRect">
              <a:avLst>
                <a:gd name="adj" fmla="val 16667"/>
              </a:avLst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23" name="키워드"/>
            <p:cNvSpPr txBox="1"/>
            <p:nvPr/>
          </p:nvSpPr>
          <p:spPr>
            <a:xfrm>
              <a:off x="59778" y="3030"/>
              <a:ext cx="2076444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키워드</a:t>
              </a:r>
            </a:p>
          </p:txBody>
        </p:sp>
      </p:grpSp>
      <p:pic>
        <p:nvPicPr>
          <p:cNvPr id="2625" name="그림 18" descr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626" name="TextBox 1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629" name="그림 2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627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628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32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633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634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35" name="AutoShape 110"/>
          <p:cNvSpPr/>
          <p:nvPr/>
        </p:nvSpPr>
        <p:spPr>
          <a:xfrm>
            <a:off x="865212" y="1591906"/>
            <a:ext cx="10497878" cy="278452"/>
          </a:xfrm>
          <a:prstGeom prst="rightArrow">
            <a:avLst>
              <a:gd name="adj1" fmla="val 55750"/>
              <a:gd name="adj2" fmla="val 39653"/>
            </a:avLst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000"/>
              </a:spcBef>
            </a:pPr>
            <a:endParaRPr/>
          </a:p>
        </p:txBody>
      </p:sp>
      <p:sp>
        <p:nvSpPr>
          <p:cNvPr id="2636" name="직사각형 10"/>
          <p:cNvSpPr txBox="1"/>
          <p:nvPr/>
        </p:nvSpPr>
        <p:spPr>
          <a:xfrm>
            <a:off x="4233065" y="1314986"/>
            <a:ext cx="70067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 spc="-30"/>
            </a:pPr>
            <a:r>
              <a:t>2024. 2Q</a:t>
            </a:r>
          </a:p>
        </p:txBody>
      </p:sp>
      <p:sp>
        <p:nvSpPr>
          <p:cNvPr id="2637" name="Oval 266"/>
          <p:cNvSpPr/>
          <p:nvPr/>
        </p:nvSpPr>
        <p:spPr>
          <a:xfrm>
            <a:off x="4496405" y="1651574"/>
            <a:ext cx="159115" cy="15911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6BF6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638" name="직사각형 16"/>
          <p:cNvSpPr txBox="1"/>
          <p:nvPr/>
        </p:nvSpPr>
        <p:spPr>
          <a:xfrm>
            <a:off x="7934735" y="1314986"/>
            <a:ext cx="70067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spc="-30"/>
            </a:lvl1pPr>
          </a:lstStyle>
          <a:p>
            <a:r>
              <a:t>2025. 1Q</a:t>
            </a:r>
          </a:p>
        </p:txBody>
      </p:sp>
      <p:sp>
        <p:nvSpPr>
          <p:cNvPr id="2639" name="Oval 266"/>
          <p:cNvSpPr/>
          <p:nvPr/>
        </p:nvSpPr>
        <p:spPr>
          <a:xfrm>
            <a:off x="8206244" y="1651574"/>
            <a:ext cx="159115" cy="15911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6BF6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640" name="직사각형 41"/>
          <p:cNvSpPr txBox="1"/>
          <p:nvPr/>
        </p:nvSpPr>
        <p:spPr>
          <a:xfrm>
            <a:off x="5466955" y="1314986"/>
            <a:ext cx="70067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 spc="-30"/>
            </a:pPr>
            <a:r>
              <a:t>2024. 3Q</a:t>
            </a:r>
          </a:p>
        </p:txBody>
      </p:sp>
      <p:sp>
        <p:nvSpPr>
          <p:cNvPr id="2641" name="Oval 266"/>
          <p:cNvSpPr/>
          <p:nvPr/>
        </p:nvSpPr>
        <p:spPr>
          <a:xfrm>
            <a:off x="5733017" y="1651574"/>
            <a:ext cx="159115" cy="15911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6BF6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642" name="직사각형 47"/>
          <p:cNvSpPr txBox="1"/>
          <p:nvPr/>
        </p:nvSpPr>
        <p:spPr>
          <a:xfrm>
            <a:off x="6700846" y="1314986"/>
            <a:ext cx="70067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spc="-30"/>
            </a:lvl1pPr>
          </a:lstStyle>
          <a:p>
            <a:r>
              <a:t>2024. 4Q</a:t>
            </a:r>
          </a:p>
        </p:txBody>
      </p:sp>
      <p:sp>
        <p:nvSpPr>
          <p:cNvPr id="2643" name="Oval 266"/>
          <p:cNvSpPr/>
          <p:nvPr/>
        </p:nvSpPr>
        <p:spPr>
          <a:xfrm>
            <a:off x="6969631" y="1651574"/>
            <a:ext cx="159115" cy="15911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6BF6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644" name="직사각형 8"/>
          <p:cNvSpPr txBox="1"/>
          <p:nvPr/>
        </p:nvSpPr>
        <p:spPr>
          <a:xfrm>
            <a:off x="2999176" y="1314986"/>
            <a:ext cx="70067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 spc="-30"/>
            </a:pPr>
            <a:r>
              <a:t>2024. 1Q</a:t>
            </a:r>
          </a:p>
        </p:txBody>
      </p:sp>
      <p:sp>
        <p:nvSpPr>
          <p:cNvPr id="2645" name="Oval 266"/>
          <p:cNvSpPr/>
          <p:nvPr/>
        </p:nvSpPr>
        <p:spPr>
          <a:xfrm>
            <a:off x="3259792" y="1651574"/>
            <a:ext cx="159115" cy="15911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6BF6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646" name="직사각형 16"/>
          <p:cNvSpPr txBox="1"/>
          <p:nvPr/>
        </p:nvSpPr>
        <p:spPr>
          <a:xfrm>
            <a:off x="9168623" y="1314986"/>
            <a:ext cx="70067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spc="-30"/>
            </a:lvl1pPr>
          </a:lstStyle>
          <a:p>
            <a:r>
              <a:t>2025. 2Q</a:t>
            </a:r>
          </a:p>
        </p:txBody>
      </p:sp>
      <p:sp>
        <p:nvSpPr>
          <p:cNvPr id="2647" name="Oval 266"/>
          <p:cNvSpPr/>
          <p:nvPr/>
        </p:nvSpPr>
        <p:spPr>
          <a:xfrm>
            <a:off x="9442859" y="1651574"/>
            <a:ext cx="159115" cy="15911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6BF6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grpSp>
        <p:nvGrpSpPr>
          <p:cNvPr id="2650" name="Rectangle 5"/>
          <p:cNvGrpSpPr/>
          <p:nvPr/>
        </p:nvGrpSpPr>
        <p:grpSpPr>
          <a:xfrm>
            <a:off x="865211" y="2928982"/>
            <a:ext cx="676238" cy="2540364"/>
            <a:chOff x="-1" y="-1"/>
            <a:chExt cx="676237" cy="2540362"/>
          </a:xfrm>
        </p:grpSpPr>
        <p:sp>
          <p:nvSpPr>
            <p:cNvPr id="2648" name="Rectangle"/>
            <p:cNvSpPr/>
            <p:nvPr/>
          </p:nvSpPr>
          <p:spPr>
            <a:xfrm>
              <a:off x="-1" y="-1"/>
              <a:ext cx="676237" cy="2540362"/>
            </a:xfrm>
            <a:prstGeom prst="rect">
              <a:avLst/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10000"/>
                </a:lnSpc>
                <a:defRPr sz="13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49" name="2단계"/>
            <p:cNvSpPr txBox="1"/>
            <p:nvPr/>
          </p:nvSpPr>
          <p:spPr>
            <a:xfrm>
              <a:off x="45719" y="1117079"/>
              <a:ext cx="584797" cy="306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lnSpc>
                  <a:spcPct val="110000"/>
                </a:lnSpc>
                <a:defRPr sz="1300">
                  <a:solidFill>
                    <a:srgbClr val="FFFFFF"/>
                  </a:solidFill>
                </a:defRPr>
              </a:pPr>
              <a:r>
                <a:t>2단계</a:t>
              </a:r>
            </a:p>
          </p:txBody>
        </p:sp>
      </p:grpSp>
      <p:sp>
        <p:nvSpPr>
          <p:cNvPr id="2651" name="Straight Connector 35"/>
          <p:cNvSpPr/>
          <p:nvPr/>
        </p:nvSpPr>
        <p:spPr>
          <a:xfrm flipH="1">
            <a:off x="2951966" y="1655465"/>
            <a:ext cx="1" cy="3997741"/>
          </a:xfrm>
          <a:prstGeom prst="line">
            <a:avLst/>
          </a:prstGeom>
          <a:ln w="19050">
            <a:solidFill>
              <a:srgbClr val="44546A"/>
            </a:solidFill>
            <a:prstDash val="sysDash"/>
            <a:miter/>
          </a:ln>
          <a:effectLst>
            <a:outerShdw rotWithShape="0">
              <a:srgbClr val="000000"/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652" name="Straight Connector 67"/>
          <p:cNvSpPr/>
          <p:nvPr/>
        </p:nvSpPr>
        <p:spPr>
          <a:xfrm flipH="1">
            <a:off x="3930169" y="1655465"/>
            <a:ext cx="1" cy="3997741"/>
          </a:xfrm>
          <a:prstGeom prst="line">
            <a:avLst/>
          </a:prstGeom>
          <a:ln w="6350">
            <a:solidFill>
              <a:srgbClr val="44546A"/>
            </a:solidFill>
            <a:prstDash val="sysDash"/>
            <a:miter/>
          </a:ln>
          <a:effectLst>
            <a:outerShdw rotWithShape="0">
              <a:srgbClr val="000000"/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2655" name="Rectangle 5"/>
          <p:cNvGrpSpPr/>
          <p:nvPr/>
        </p:nvGrpSpPr>
        <p:grpSpPr>
          <a:xfrm>
            <a:off x="865211" y="2046514"/>
            <a:ext cx="676238" cy="775431"/>
            <a:chOff x="-1" y="-1"/>
            <a:chExt cx="676237" cy="775430"/>
          </a:xfrm>
        </p:grpSpPr>
        <p:sp>
          <p:nvSpPr>
            <p:cNvPr id="2653" name="Rectangle"/>
            <p:cNvSpPr/>
            <p:nvPr/>
          </p:nvSpPr>
          <p:spPr>
            <a:xfrm>
              <a:off x="-1" y="-1"/>
              <a:ext cx="676237" cy="775430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10000"/>
                </a:lnSpc>
                <a:defRPr sz="13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54" name="1단계"/>
            <p:cNvSpPr txBox="1"/>
            <p:nvPr/>
          </p:nvSpPr>
          <p:spPr>
            <a:xfrm>
              <a:off x="45719" y="234613"/>
              <a:ext cx="584797" cy="306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lnSpc>
                  <a:spcPct val="110000"/>
                </a:lnSpc>
                <a:defRPr sz="1300">
                  <a:solidFill>
                    <a:srgbClr val="FFFFFF"/>
                  </a:solidFill>
                </a:defRPr>
              </a:pPr>
              <a:r>
                <a:t>1단계</a:t>
              </a:r>
            </a:p>
          </p:txBody>
        </p:sp>
      </p:grpSp>
      <p:grpSp>
        <p:nvGrpSpPr>
          <p:cNvPr id="2658" name="오각형[P] 30"/>
          <p:cNvGrpSpPr/>
          <p:nvPr/>
        </p:nvGrpSpPr>
        <p:grpSpPr>
          <a:xfrm>
            <a:off x="2607760" y="2046512"/>
            <a:ext cx="648120" cy="3422832"/>
            <a:chOff x="0" y="-1"/>
            <a:chExt cx="648118" cy="3422831"/>
          </a:xfrm>
        </p:grpSpPr>
        <p:sp>
          <p:nvSpPr>
            <p:cNvPr id="2656" name="Rectangle"/>
            <p:cNvSpPr/>
            <p:nvPr/>
          </p:nvSpPr>
          <p:spPr>
            <a:xfrm>
              <a:off x="0" y="-1"/>
              <a:ext cx="648118" cy="3422831"/>
            </a:xfrm>
            <a:prstGeom prst="rect">
              <a:avLst/>
            </a:pr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57" name="상세…"/>
            <p:cNvSpPr txBox="1"/>
            <p:nvPr/>
          </p:nvSpPr>
          <p:spPr>
            <a:xfrm>
              <a:off x="160507" y="1425664"/>
              <a:ext cx="327104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/>
            <a:p>
              <a:pPr algn="ctr">
                <a:defRPr sz="1200"/>
              </a:pPr>
              <a:r>
                <a:t>상세</a:t>
              </a:r>
            </a:p>
            <a:p>
              <a:pPr algn="ctr">
                <a:defRPr sz="1200"/>
              </a:pPr>
              <a:r>
                <a:t>내용</a:t>
              </a:r>
            </a:p>
            <a:p>
              <a:pPr algn="ctr">
                <a:defRPr sz="1200"/>
              </a:pPr>
              <a:r>
                <a:t>기재`</a:t>
              </a:r>
            </a:p>
          </p:txBody>
        </p:sp>
      </p:grpSp>
      <p:grpSp>
        <p:nvGrpSpPr>
          <p:cNvPr id="2661" name="Rectangle 5"/>
          <p:cNvGrpSpPr/>
          <p:nvPr/>
        </p:nvGrpSpPr>
        <p:grpSpPr>
          <a:xfrm>
            <a:off x="1598435" y="2046515"/>
            <a:ext cx="934796" cy="775428"/>
            <a:chOff x="0" y="-1"/>
            <a:chExt cx="934795" cy="775427"/>
          </a:xfrm>
        </p:grpSpPr>
        <p:sp>
          <p:nvSpPr>
            <p:cNvPr id="2659" name="Rectangle"/>
            <p:cNvSpPr/>
            <p:nvPr/>
          </p:nvSpPr>
          <p:spPr>
            <a:xfrm>
              <a:off x="0" y="-1"/>
              <a:ext cx="934795" cy="775427"/>
            </a:xfrm>
            <a:prstGeom prst="rect">
              <a:avLst/>
            </a:prstGeom>
            <a:solidFill>
              <a:srgbClr val="D0CECE"/>
            </a:solidFill>
            <a:ln w="6350" cap="rnd">
              <a:solidFill>
                <a:srgbClr val="A6A6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 sz="1000"/>
              </a:pPr>
              <a:endParaRPr/>
            </a:p>
          </p:txBody>
        </p:sp>
        <p:sp>
          <p:nvSpPr>
            <p:cNvPr id="2660" name="내용 입력"/>
            <p:cNvSpPr txBox="1"/>
            <p:nvPr/>
          </p:nvSpPr>
          <p:spPr>
            <a:xfrm>
              <a:off x="3175" y="292462"/>
              <a:ext cx="928445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sz="1200"/>
              </a:lvl1pPr>
            </a:lstStyle>
            <a:p>
              <a:r>
                <a:t>내용 입력</a:t>
              </a:r>
            </a:p>
          </p:txBody>
        </p:sp>
      </p:grpSp>
      <p:grpSp>
        <p:nvGrpSpPr>
          <p:cNvPr id="2664" name="Pentagon 81"/>
          <p:cNvGrpSpPr/>
          <p:nvPr/>
        </p:nvGrpSpPr>
        <p:grpSpPr>
          <a:xfrm>
            <a:off x="4628204" y="2191198"/>
            <a:ext cx="1254024" cy="486064"/>
            <a:chOff x="-1" y="0"/>
            <a:chExt cx="1254023" cy="486062"/>
          </a:xfrm>
        </p:grpSpPr>
        <p:sp>
          <p:nvSpPr>
            <p:cNvPr id="2662" name="Shape"/>
            <p:cNvSpPr/>
            <p:nvPr/>
          </p:nvSpPr>
          <p:spPr>
            <a:xfrm>
              <a:off x="-1" y="0"/>
              <a:ext cx="1254023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183" y="0"/>
                  </a:lnTo>
                  <a:lnTo>
                    <a:pt x="21600" y="10800"/>
                  </a:lnTo>
                  <a:lnTo>
                    <a:pt x="19183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0CECE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63" name="Step2"/>
            <p:cNvSpPr txBox="1"/>
            <p:nvPr/>
          </p:nvSpPr>
          <p:spPr>
            <a:xfrm>
              <a:off x="403043" y="160480"/>
              <a:ext cx="37777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Step2</a:t>
              </a:r>
            </a:p>
          </p:txBody>
        </p:sp>
      </p:grpSp>
      <p:grpSp>
        <p:nvGrpSpPr>
          <p:cNvPr id="2667" name="Pentagon 81"/>
          <p:cNvGrpSpPr/>
          <p:nvPr/>
        </p:nvGrpSpPr>
        <p:grpSpPr>
          <a:xfrm>
            <a:off x="3302831" y="2191198"/>
            <a:ext cx="1325374" cy="486064"/>
            <a:chOff x="-1" y="0"/>
            <a:chExt cx="1325373" cy="486062"/>
          </a:xfrm>
        </p:grpSpPr>
        <p:sp>
          <p:nvSpPr>
            <p:cNvPr id="2665" name="Shape"/>
            <p:cNvSpPr/>
            <p:nvPr/>
          </p:nvSpPr>
          <p:spPr>
            <a:xfrm>
              <a:off x="-1" y="0"/>
              <a:ext cx="1325373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313" y="0"/>
                  </a:lnTo>
                  <a:lnTo>
                    <a:pt x="21600" y="10800"/>
                  </a:lnTo>
                  <a:lnTo>
                    <a:pt x="19313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0CECE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66" name="Step1"/>
            <p:cNvSpPr txBox="1"/>
            <p:nvPr/>
          </p:nvSpPr>
          <p:spPr>
            <a:xfrm>
              <a:off x="438718" y="160480"/>
              <a:ext cx="37777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Step1</a:t>
              </a:r>
            </a:p>
          </p:txBody>
        </p:sp>
      </p:grpSp>
      <p:grpSp>
        <p:nvGrpSpPr>
          <p:cNvPr id="2670" name="Rectangle 5"/>
          <p:cNvGrpSpPr/>
          <p:nvPr/>
        </p:nvGrpSpPr>
        <p:grpSpPr>
          <a:xfrm>
            <a:off x="1598435" y="3811448"/>
            <a:ext cx="934796" cy="775428"/>
            <a:chOff x="0" y="-1"/>
            <a:chExt cx="934795" cy="775427"/>
          </a:xfrm>
        </p:grpSpPr>
        <p:sp>
          <p:nvSpPr>
            <p:cNvPr id="2668" name="Rectangle"/>
            <p:cNvSpPr/>
            <p:nvPr/>
          </p:nvSpPr>
          <p:spPr>
            <a:xfrm>
              <a:off x="0" y="-1"/>
              <a:ext cx="934795" cy="775427"/>
            </a:xfrm>
            <a:prstGeom prst="rect">
              <a:avLst/>
            </a:prstGeom>
            <a:solidFill>
              <a:srgbClr val="87B9FA">
                <a:alpha val="50195"/>
              </a:srgbClr>
            </a:solidFill>
            <a:ln w="6350" cap="rnd">
              <a:solidFill>
                <a:srgbClr val="A6A6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 sz="1000"/>
              </a:pPr>
              <a:endParaRPr/>
            </a:p>
          </p:txBody>
        </p:sp>
        <p:sp>
          <p:nvSpPr>
            <p:cNvPr id="2669" name="내용 입력"/>
            <p:cNvSpPr txBox="1"/>
            <p:nvPr/>
          </p:nvSpPr>
          <p:spPr>
            <a:xfrm>
              <a:off x="3175" y="292462"/>
              <a:ext cx="928445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sz="1200"/>
              </a:lvl1pPr>
            </a:lstStyle>
            <a:p>
              <a:r>
                <a:t>내용 입력</a:t>
              </a:r>
            </a:p>
          </p:txBody>
        </p:sp>
      </p:grpSp>
      <p:grpSp>
        <p:nvGrpSpPr>
          <p:cNvPr id="2673" name="Pentagon 81"/>
          <p:cNvGrpSpPr/>
          <p:nvPr/>
        </p:nvGrpSpPr>
        <p:grpSpPr>
          <a:xfrm>
            <a:off x="5020623" y="3956132"/>
            <a:ext cx="886207" cy="486064"/>
            <a:chOff x="0" y="0"/>
            <a:chExt cx="886206" cy="486062"/>
          </a:xfrm>
        </p:grpSpPr>
        <p:sp>
          <p:nvSpPr>
            <p:cNvPr id="2671" name="Shape"/>
            <p:cNvSpPr/>
            <p:nvPr/>
          </p:nvSpPr>
          <p:spPr>
            <a:xfrm>
              <a:off x="0" y="0"/>
              <a:ext cx="886206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180" y="0"/>
                  </a:lnTo>
                  <a:lnTo>
                    <a:pt x="21600" y="10800"/>
                  </a:lnTo>
                  <a:lnTo>
                    <a:pt x="1818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72" name="Step2"/>
            <p:cNvSpPr txBox="1"/>
            <p:nvPr/>
          </p:nvSpPr>
          <p:spPr>
            <a:xfrm>
              <a:off x="219136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Step2</a:t>
              </a:r>
            </a:p>
          </p:txBody>
        </p:sp>
      </p:grpSp>
      <p:grpSp>
        <p:nvGrpSpPr>
          <p:cNvPr id="2676" name="Pentagon 81"/>
          <p:cNvGrpSpPr/>
          <p:nvPr/>
        </p:nvGrpSpPr>
        <p:grpSpPr>
          <a:xfrm>
            <a:off x="5936641" y="3956132"/>
            <a:ext cx="3298541" cy="486064"/>
            <a:chOff x="0" y="0"/>
            <a:chExt cx="3298540" cy="486062"/>
          </a:xfrm>
        </p:grpSpPr>
        <p:sp>
          <p:nvSpPr>
            <p:cNvPr id="2674" name="Shape"/>
            <p:cNvSpPr/>
            <p:nvPr/>
          </p:nvSpPr>
          <p:spPr>
            <a:xfrm>
              <a:off x="0" y="0"/>
              <a:ext cx="3298540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681" y="0"/>
                  </a:lnTo>
                  <a:lnTo>
                    <a:pt x="21600" y="10800"/>
                  </a:lnTo>
                  <a:lnTo>
                    <a:pt x="2068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75" name="Step3"/>
            <p:cNvSpPr txBox="1"/>
            <p:nvPr/>
          </p:nvSpPr>
          <p:spPr>
            <a:xfrm>
              <a:off x="1425303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Step3</a:t>
              </a:r>
            </a:p>
          </p:txBody>
        </p:sp>
      </p:grpSp>
      <p:grpSp>
        <p:nvGrpSpPr>
          <p:cNvPr id="2679" name="Pentagon 81"/>
          <p:cNvGrpSpPr/>
          <p:nvPr/>
        </p:nvGrpSpPr>
        <p:grpSpPr>
          <a:xfrm>
            <a:off x="3302831" y="3956132"/>
            <a:ext cx="1726373" cy="486064"/>
            <a:chOff x="-1" y="0"/>
            <a:chExt cx="1726372" cy="486062"/>
          </a:xfrm>
        </p:grpSpPr>
        <p:sp>
          <p:nvSpPr>
            <p:cNvPr id="2677" name="Shape"/>
            <p:cNvSpPr/>
            <p:nvPr/>
          </p:nvSpPr>
          <p:spPr>
            <a:xfrm>
              <a:off x="-1" y="0"/>
              <a:ext cx="1726372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844" y="0"/>
                  </a:lnTo>
                  <a:lnTo>
                    <a:pt x="21600" y="10800"/>
                  </a:lnTo>
                  <a:lnTo>
                    <a:pt x="1984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78" name="Step1"/>
            <p:cNvSpPr txBox="1"/>
            <p:nvPr/>
          </p:nvSpPr>
          <p:spPr>
            <a:xfrm>
              <a:off x="639218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Step1</a:t>
              </a:r>
            </a:p>
          </p:txBody>
        </p:sp>
      </p:grpSp>
      <p:grpSp>
        <p:nvGrpSpPr>
          <p:cNvPr id="2682" name="Pentagon 81"/>
          <p:cNvGrpSpPr/>
          <p:nvPr/>
        </p:nvGrpSpPr>
        <p:grpSpPr>
          <a:xfrm>
            <a:off x="9737559" y="3956132"/>
            <a:ext cx="1617303" cy="486064"/>
            <a:chOff x="-1" y="0"/>
            <a:chExt cx="1617302" cy="486062"/>
          </a:xfrm>
        </p:grpSpPr>
        <p:sp>
          <p:nvSpPr>
            <p:cNvPr id="2680" name="Shape"/>
            <p:cNvSpPr/>
            <p:nvPr/>
          </p:nvSpPr>
          <p:spPr>
            <a:xfrm>
              <a:off x="-1" y="0"/>
              <a:ext cx="1617302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726" y="0"/>
                  </a:lnTo>
                  <a:lnTo>
                    <a:pt x="21600" y="10800"/>
                  </a:lnTo>
                  <a:lnTo>
                    <a:pt x="19726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7B9FA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81" name="Step5"/>
            <p:cNvSpPr txBox="1"/>
            <p:nvPr/>
          </p:nvSpPr>
          <p:spPr>
            <a:xfrm>
              <a:off x="584683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Step5</a:t>
              </a:r>
            </a:p>
          </p:txBody>
        </p:sp>
      </p:grpSp>
      <p:grpSp>
        <p:nvGrpSpPr>
          <p:cNvPr id="2685" name="Rectangle 5"/>
          <p:cNvGrpSpPr/>
          <p:nvPr/>
        </p:nvGrpSpPr>
        <p:grpSpPr>
          <a:xfrm>
            <a:off x="1598435" y="4693915"/>
            <a:ext cx="934796" cy="775428"/>
            <a:chOff x="0" y="-1"/>
            <a:chExt cx="934795" cy="775427"/>
          </a:xfrm>
        </p:grpSpPr>
        <p:sp>
          <p:nvSpPr>
            <p:cNvPr id="2683" name="Rectangle"/>
            <p:cNvSpPr/>
            <p:nvPr/>
          </p:nvSpPr>
          <p:spPr>
            <a:xfrm>
              <a:off x="0" y="-1"/>
              <a:ext cx="934795" cy="775427"/>
            </a:xfrm>
            <a:prstGeom prst="rect">
              <a:avLst/>
            </a:prstGeom>
            <a:solidFill>
              <a:srgbClr val="87B9FA">
                <a:alpha val="50195"/>
              </a:srgbClr>
            </a:solidFill>
            <a:ln w="6350" cap="rnd">
              <a:solidFill>
                <a:srgbClr val="A6A6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 sz="1000"/>
              </a:pPr>
              <a:endParaRPr/>
            </a:p>
          </p:txBody>
        </p:sp>
        <p:sp>
          <p:nvSpPr>
            <p:cNvPr id="2684" name="내용 입력"/>
            <p:cNvSpPr txBox="1"/>
            <p:nvPr/>
          </p:nvSpPr>
          <p:spPr>
            <a:xfrm>
              <a:off x="3175" y="292462"/>
              <a:ext cx="928445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sz="1200"/>
              </a:lvl1pPr>
            </a:lstStyle>
            <a:p>
              <a:r>
                <a:t>내용 입력</a:t>
              </a:r>
            </a:p>
          </p:txBody>
        </p:sp>
      </p:grpSp>
      <p:grpSp>
        <p:nvGrpSpPr>
          <p:cNvPr id="2688" name="Pentagon 81"/>
          <p:cNvGrpSpPr/>
          <p:nvPr/>
        </p:nvGrpSpPr>
        <p:grpSpPr>
          <a:xfrm>
            <a:off x="5020623" y="4838598"/>
            <a:ext cx="886207" cy="486064"/>
            <a:chOff x="0" y="0"/>
            <a:chExt cx="886206" cy="486062"/>
          </a:xfrm>
        </p:grpSpPr>
        <p:sp>
          <p:nvSpPr>
            <p:cNvPr id="2686" name="Shape"/>
            <p:cNvSpPr/>
            <p:nvPr/>
          </p:nvSpPr>
          <p:spPr>
            <a:xfrm>
              <a:off x="0" y="0"/>
              <a:ext cx="886206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180" y="0"/>
                  </a:lnTo>
                  <a:lnTo>
                    <a:pt x="21600" y="10800"/>
                  </a:lnTo>
                  <a:lnTo>
                    <a:pt x="1818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87" name="Step2"/>
            <p:cNvSpPr txBox="1"/>
            <p:nvPr/>
          </p:nvSpPr>
          <p:spPr>
            <a:xfrm>
              <a:off x="219136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Step2</a:t>
              </a:r>
            </a:p>
          </p:txBody>
        </p:sp>
      </p:grpSp>
      <p:grpSp>
        <p:nvGrpSpPr>
          <p:cNvPr id="2691" name="Pentagon 81"/>
          <p:cNvGrpSpPr/>
          <p:nvPr/>
        </p:nvGrpSpPr>
        <p:grpSpPr>
          <a:xfrm>
            <a:off x="5936640" y="4838598"/>
            <a:ext cx="3110402" cy="486064"/>
            <a:chOff x="-1" y="0"/>
            <a:chExt cx="3110401" cy="486062"/>
          </a:xfrm>
        </p:grpSpPr>
        <p:sp>
          <p:nvSpPr>
            <p:cNvPr id="2689" name="Shape"/>
            <p:cNvSpPr/>
            <p:nvPr/>
          </p:nvSpPr>
          <p:spPr>
            <a:xfrm>
              <a:off x="-1" y="0"/>
              <a:ext cx="3110401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626" y="0"/>
                  </a:lnTo>
                  <a:lnTo>
                    <a:pt x="21600" y="10800"/>
                  </a:lnTo>
                  <a:lnTo>
                    <a:pt x="20626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90" name="Step3"/>
            <p:cNvSpPr txBox="1"/>
            <p:nvPr/>
          </p:nvSpPr>
          <p:spPr>
            <a:xfrm>
              <a:off x="1331232" y="160480"/>
              <a:ext cx="37777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Step3</a:t>
              </a:r>
            </a:p>
          </p:txBody>
        </p:sp>
      </p:grpSp>
      <p:grpSp>
        <p:nvGrpSpPr>
          <p:cNvPr id="2694" name="Pentagon 81"/>
          <p:cNvGrpSpPr/>
          <p:nvPr/>
        </p:nvGrpSpPr>
        <p:grpSpPr>
          <a:xfrm>
            <a:off x="3302831" y="4838598"/>
            <a:ext cx="1726373" cy="486064"/>
            <a:chOff x="-1" y="0"/>
            <a:chExt cx="1726372" cy="486062"/>
          </a:xfrm>
        </p:grpSpPr>
        <p:sp>
          <p:nvSpPr>
            <p:cNvPr id="2692" name="Shape"/>
            <p:cNvSpPr/>
            <p:nvPr/>
          </p:nvSpPr>
          <p:spPr>
            <a:xfrm>
              <a:off x="-1" y="0"/>
              <a:ext cx="1726372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844" y="0"/>
                  </a:lnTo>
                  <a:lnTo>
                    <a:pt x="21600" y="10800"/>
                  </a:lnTo>
                  <a:lnTo>
                    <a:pt x="1984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93" name="Step1"/>
            <p:cNvSpPr txBox="1"/>
            <p:nvPr/>
          </p:nvSpPr>
          <p:spPr>
            <a:xfrm>
              <a:off x="639218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Step1</a:t>
              </a:r>
            </a:p>
          </p:txBody>
        </p:sp>
      </p:grpSp>
      <p:grpSp>
        <p:nvGrpSpPr>
          <p:cNvPr id="2697" name="Pentagon 81"/>
          <p:cNvGrpSpPr/>
          <p:nvPr/>
        </p:nvGrpSpPr>
        <p:grpSpPr>
          <a:xfrm>
            <a:off x="9737559" y="4838598"/>
            <a:ext cx="1617303" cy="486064"/>
            <a:chOff x="-1" y="0"/>
            <a:chExt cx="1617302" cy="486062"/>
          </a:xfrm>
        </p:grpSpPr>
        <p:sp>
          <p:nvSpPr>
            <p:cNvPr id="2695" name="Shape"/>
            <p:cNvSpPr/>
            <p:nvPr/>
          </p:nvSpPr>
          <p:spPr>
            <a:xfrm>
              <a:off x="-1" y="0"/>
              <a:ext cx="1617302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726" y="0"/>
                  </a:lnTo>
                  <a:lnTo>
                    <a:pt x="21600" y="10800"/>
                  </a:lnTo>
                  <a:lnTo>
                    <a:pt x="19726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7B9FA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96" name="Step5"/>
            <p:cNvSpPr txBox="1"/>
            <p:nvPr/>
          </p:nvSpPr>
          <p:spPr>
            <a:xfrm>
              <a:off x="584683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Step5</a:t>
              </a:r>
            </a:p>
          </p:txBody>
        </p:sp>
      </p:grpSp>
      <p:grpSp>
        <p:nvGrpSpPr>
          <p:cNvPr id="2700" name="Rectangle 5"/>
          <p:cNvGrpSpPr/>
          <p:nvPr/>
        </p:nvGrpSpPr>
        <p:grpSpPr>
          <a:xfrm>
            <a:off x="1598435" y="2928983"/>
            <a:ext cx="934796" cy="775428"/>
            <a:chOff x="0" y="-1"/>
            <a:chExt cx="934795" cy="775427"/>
          </a:xfrm>
        </p:grpSpPr>
        <p:sp>
          <p:nvSpPr>
            <p:cNvPr id="2698" name="Rectangle"/>
            <p:cNvSpPr/>
            <p:nvPr/>
          </p:nvSpPr>
          <p:spPr>
            <a:xfrm>
              <a:off x="0" y="-1"/>
              <a:ext cx="934795" cy="775427"/>
            </a:xfrm>
            <a:prstGeom prst="rect">
              <a:avLst/>
            </a:prstGeom>
            <a:solidFill>
              <a:srgbClr val="87B9FA">
                <a:alpha val="50195"/>
              </a:srgbClr>
            </a:solidFill>
            <a:ln w="6350" cap="rnd">
              <a:solidFill>
                <a:srgbClr val="A6A6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 sz="1000"/>
              </a:pPr>
              <a:endParaRPr/>
            </a:p>
          </p:txBody>
        </p:sp>
        <p:sp>
          <p:nvSpPr>
            <p:cNvPr id="2699" name="내용 입력"/>
            <p:cNvSpPr txBox="1"/>
            <p:nvPr/>
          </p:nvSpPr>
          <p:spPr>
            <a:xfrm>
              <a:off x="3175" y="292462"/>
              <a:ext cx="928445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sz="1200"/>
              </a:lvl1pPr>
            </a:lstStyle>
            <a:p>
              <a:r>
                <a:t>내용 입력</a:t>
              </a:r>
            </a:p>
          </p:txBody>
        </p:sp>
      </p:grpSp>
      <p:grpSp>
        <p:nvGrpSpPr>
          <p:cNvPr id="2703" name="Pentagon 81"/>
          <p:cNvGrpSpPr/>
          <p:nvPr/>
        </p:nvGrpSpPr>
        <p:grpSpPr>
          <a:xfrm>
            <a:off x="5020623" y="3073664"/>
            <a:ext cx="886207" cy="486064"/>
            <a:chOff x="0" y="0"/>
            <a:chExt cx="886206" cy="486062"/>
          </a:xfrm>
        </p:grpSpPr>
        <p:sp>
          <p:nvSpPr>
            <p:cNvPr id="2701" name="Shape"/>
            <p:cNvSpPr/>
            <p:nvPr/>
          </p:nvSpPr>
          <p:spPr>
            <a:xfrm>
              <a:off x="0" y="0"/>
              <a:ext cx="886206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180" y="0"/>
                  </a:lnTo>
                  <a:lnTo>
                    <a:pt x="21600" y="10800"/>
                  </a:lnTo>
                  <a:lnTo>
                    <a:pt x="1818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02" name="Step2"/>
            <p:cNvSpPr txBox="1"/>
            <p:nvPr/>
          </p:nvSpPr>
          <p:spPr>
            <a:xfrm>
              <a:off x="219136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Step2</a:t>
              </a:r>
            </a:p>
          </p:txBody>
        </p:sp>
      </p:grpSp>
      <p:grpSp>
        <p:nvGrpSpPr>
          <p:cNvPr id="2706" name="Pentagon 81"/>
          <p:cNvGrpSpPr/>
          <p:nvPr/>
        </p:nvGrpSpPr>
        <p:grpSpPr>
          <a:xfrm>
            <a:off x="5936640" y="3073664"/>
            <a:ext cx="3110402" cy="486064"/>
            <a:chOff x="-1" y="0"/>
            <a:chExt cx="3110401" cy="486062"/>
          </a:xfrm>
        </p:grpSpPr>
        <p:sp>
          <p:nvSpPr>
            <p:cNvPr id="2704" name="Shape"/>
            <p:cNvSpPr/>
            <p:nvPr/>
          </p:nvSpPr>
          <p:spPr>
            <a:xfrm>
              <a:off x="-1" y="0"/>
              <a:ext cx="3110401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626" y="0"/>
                  </a:lnTo>
                  <a:lnTo>
                    <a:pt x="21600" y="10800"/>
                  </a:lnTo>
                  <a:lnTo>
                    <a:pt x="20626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05" name="Step3"/>
            <p:cNvSpPr txBox="1"/>
            <p:nvPr/>
          </p:nvSpPr>
          <p:spPr>
            <a:xfrm>
              <a:off x="1331232" y="160480"/>
              <a:ext cx="37777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Step3</a:t>
              </a:r>
            </a:p>
          </p:txBody>
        </p:sp>
      </p:grpSp>
      <p:grpSp>
        <p:nvGrpSpPr>
          <p:cNvPr id="2709" name="Pentagon 81"/>
          <p:cNvGrpSpPr/>
          <p:nvPr/>
        </p:nvGrpSpPr>
        <p:grpSpPr>
          <a:xfrm>
            <a:off x="9244029" y="3956132"/>
            <a:ext cx="479247" cy="486064"/>
            <a:chOff x="-1" y="0"/>
            <a:chExt cx="479246" cy="486062"/>
          </a:xfrm>
        </p:grpSpPr>
        <p:sp>
          <p:nvSpPr>
            <p:cNvPr id="2707" name="Shape"/>
            <p:cNvSpPr/>
            <p:nvPr/>
          </p:nvSpPr>
          <p:spPr>
            <a:xfrm>
              <a:off x="-1" y="0"/>
              <a:ext cx="479246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365" y="0"/>
                  </a:lnTo>
                  <a:lnTo>
                    <a:pt x="21600" y="10800"/>
                  </a:lnTo>
                  <a:lnTo>
                    <a:pt x="15365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08" name="Step4"/>
            <p:cNvSpPr txBox="1"/>
            <p:nvPr/>
          </p:nvSpPr>
          <p:spPr>
            <a:xfrm>
              <a:off x="16147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Step4</a:t>
              </a:r>
            </a:p>
          </p:txBody>
        </p:sp>
      </p:grpSp>
      <p:grpSp>
        <p:nvGrpSpPr>
          <p:cNvPr id="2712" name="Pentagon 81"/>
          <p:cNvGrpSpPr/>
          <p:nvPr/>
        </p:nvGrpSpPr>
        <p:grpSpPr>
          <a:xfrm>
            <a:off x="9047036" y="4838598"/>
            <a:ext cx="676238" cy="486064"/>
            <a:chOff x="-1" y="0"/>
            <a:chExt cx="676237" cy="486062"/>
          </a:xfrm>
        </p:grpSpPr>
        <p:sp>
          <p:nvSpPr>
            <p:cNvPr id="2710" name="Shape"/>
            <p:cNvSpPr/>
            <p:nvPr/>
          </p:nvSpPr>
          <p:spPr>
            <a:xfrm>
              <a:off x="-1" y="0"/>
              <a:ext cx="676237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118" y="0"/>
                  </a:lnTo>
                  <a:lnTo>
                    <a:pt x="21600" y="10800"/>
                  </a:lnTo>
                  <a:lnTo>
                    <a:pt x="1711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11" name="Step4"/>
            <p:cNvSpPr txBox="1"/>
            <p:nvPr/>
          </p:nvSpPr>
          <p:spPr>
            <a:xfrm>
              <a:off x="114150" y="160480"/>
              <a:ext cx="37777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Step4</a:t>
              </a:r>
            </a:p>
          </p:txBody>
        </p:sp>
      </p:grpSp>
      <p:grpSp>
        <p:nvGrpSpPr>
          <p:cNvPr id="2715" name="Pentagon 81"/>
          <p:cNvGrpSpPr/>
          <p:nvPr/>
        </p:nvGrpSpPr>
        <p:grpSpPr>
          <a:xfrm>
            <a:off x="9047036" y="3073664"/>
            <a:ext cx="676238" cy="486064"/>
            <a:chOff x="-1" y="0"/>
            <a:chExt cx="676237" cy="486062"/>
          </a:xfrm>
        </p:grpSpPr>
        <p:sp>
          <p:nvSpPr>
            <p:cNvPr id="2713" name="Shape"/>
            <p:cNvSpPr/>
            <p:nvPr/>
          </p:nvSpPr>
          <p:spPr>
            <a:xfrm>
              <a:off x="-1" y="0"/>
              <a:ext cx="676237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118" y="0"/>
                  </a:lnTo>
                  <a:lnTo>
                    <a:pt x="21600" y="10800"/>
                  </a:lnTo>
                  <a:lnTo>
                    <a:pt x="1711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14" name="Step4"/>
            <p:cNvSpPr txBox="1"/>
            <p:nvPr/>
          </p:nvSpPr>
          <p:spPr>
            <a:xfrm>
              <a:off x="114150" y="160480"/>
              <a:ext cx="37777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Step4</a:t>
              </a:r>
            </a:p>
          </p:txBody>
        </p:sp>
      </p:grpSp>
      <p:grpSp>
        <p:nvGrpSpPr>
          <p:cNvPr id="2718" name="Pentagon 81"/>
          <p:cNvGrpSpPr/>
          <p:nvPr/>
        </p:nvGrpSpPr>
        <p:grpSpPr>
          <a:xfrm>
            <a:off x="3302831" y="3073664"/>
            <a:ext cx="1726373" cy="486064"/>
            <a:chOff x="-1" y="0"/>
            <a:chExt cx="1726372" cy="486062"/>
          </a:xfrm>
        </p:grpSpPr>
        <p:sp>
          <p:nvSpPr>
            <p:cNvPr id="2716" name="Shape"/>
            <p:cNvSpPr/>
            <p:nvPr/>
          </p:nvSpPr>
          <p:spPr>
            <a:xfrm>
              <a:off x="-1" y="0"/>
              <a:ext cx="1726372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844" y="0"/>
                  </a:lnTo>
                  <a:lnTo>
                    <a:pt x="21600" y="10800"/>
                  </a:lnTo>
                  <a:lnTo>
                    <a:pt x="1984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3DCFC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17" name="Step1"/>
            <p:cNvSpPr txBox="1"/>
            <p:nvPr/>
          </p:nvSpPr>
          <p:spPr>
            <a:xfrm>
              <a:off x="639218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Step1</a:t>
              </a:r>
            </a:p>
          </p:txBody>
        </p:sp>
      </p:grpSp>
      <p:grpSp>
        <p:nvGrpSpPr>
          <p:cNvPr id="2721" name="Pentagon 81"/>
          <p:cNvGrpSpPr/>
          <p:nvPr/>
        </p:nvGrpSpPr>
        <p:grpSpPr>
          <a:xfrm>
            <a:off x="9737559" y="3073664"/>
            <a:ext cx="1617303" cy="486064"/>
            <a:chOff x="-1" y="0"/>
            <a:chExt cx="1617302" cy="486062"/>
          </a:xfrm>
        </p:grpSpPr>
        <p:sp>
          <p:nvSpPr>
            <p:cNvPr id="2719" name="Shape"/>
            <p:cNvSpPr/>
            <p:nvPr/>
          </p:nvSpPr>
          <p:spPr>
            <a:xfrm>
              <a:off x="-1" y="0"/>
              <a:ext cx="1617302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726" y="0"/>
                  </a:lnTo>
                  <a:lnTo>
                    <a:pt x="21600" y="10800"/>
                  </a:lnTo>
                  <a:lnTo>
                    <a:pt x="19726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7B9FA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20" name="Step5"/>
            <p:cNvSpPr txBox="1"/>
            <p:nvPr/>
          </p:nvSpPr>
          <p:spPr>
            <a:xfrm>
              <a:off x="584683" y="160480"/>
              <a:ext cx="3777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/>
              </a:lvl1pPr>
            </a:lstStyle>
            <a:p>
              <a:r>
                <a:t>Step5</a:t>
              </a:r>
            </a:p>
          </p:txBody>
        </p:sp>
      </p:grpSp>
      <p:grpSp>
        <p:nvGrpSpPr>
          <p:cNvPr id="2724" name="Pentagon 81"/>
          <p:cNvGrpSpPr/>
          <p:nvPr/>
        </p:nvGrpSpPr>
        <p:grpSpPr>
          <a:xfrm>
            <a:off x="5936641" y="2191198"/>
            <a:ext cx="5418222" cy="486064"/>
            <a:chOff x="0" y="0"/>
            <a:chExt cx="5418221" cy="486062"/>
          </a:xfrm>
        </p:grpSpPr>
        <p:sp>
          <p:nvSpPr>
            <p:cNvPr id="2722" name="Shape"/>
            <p:cNvSpPr/>
            <p:nvPr/>
          </p:nvSpPr>
          <p:spPr>
            <a:xfrm>
              <a:off x="0" y="0"/>
              <a:ext cx="5418221" cy="48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041" y="0"/>
                  </a:lnTo>
                  <a:lnTo>
                    <a:pt x="21600" y="10800"/>
                  </a:lnTo>
                  <a:lnTo>
                    <a:pt x="2104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26BF6"/>
            </a:solidFill>
            <a:ln w="9525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23" name="Step3"/>
            <p:cNvSpPr txBox="1"/>
            <p:nvPr/>
          </p:nvSpPr>
          <p:spPr>
            <a:xfrm>
              <a:off x="2485143" y="160480"/>
              <a:ext cx="37777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</a:defRPr>
              </a:lvl1pPr>
            </a:lstStyle>
            <a:p>
              <a:r>
                <a:t>Step3</a:t>
              </a:r>
            </a:p>
          </p:txBody>
        </p:sp>
      </p:grpSp>
      <p:sp>
        <p:nvSpPr>
          <p:cNvPr id="2725" name="Elbow Connector 101"/>
          <p:cNvSpPr/>
          <p:nvPr/>
        </p:nvSpPr>
        <p:spPr>
          <a:xfrm rot="5400000" flipH="1" flipV="1">
            <a:off x="2535866" y="5487942"/>
            <a:ext cx="238140" cy="594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19050">
            <a:solidFill>
              <a:srgbClr val="44546A"/>
            </a:solidFill>
            <a:prstDash val="sysDash"/>
            <a:miter/>
            <a:headEnd type="stealth"/>
          </a:ln>
          <a:effectLst>
            <a:outerShdw rotWithShape="0">
              <a:srgbClr val="000000"/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2726" name="Elbow Connector 106"/>
          <p:cNvSpPr/>
          <p:nvPr/>
        </p:nvSpPr>
        <p:spPr>
          <a:xfrm rot="10800000">
            <a:off x="3931027" y="5665904"/>
            <a:ext cx="4434332" cy="238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" y="0"/>
                </a:lnTo>
                <a:lnTo>
                  <a:pt x="11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rgbClr val="44546A"/>
            </a:solidFill>
            <a:prstDash val="sysDash"/>
            <a:miter/>
            <a:headEnd type="stealth"/>
          </a:ln>
          <a:effectLst>
            <a:outerShdw rotWithShape="0">
              <a:srgbClr val="000000"/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2727" name="TextBox 51"/>
          <p:cNvSpPr txBox="1"/>
          <p:nvPr/>
        </p:nvSpPr>
        <p:spPr>
          <a:xfrm>
            <a:off x="1676967" y="5907957"/>
            <a:ext cx="130590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126BF6"/>
                </a:solidFill>
              </a:defRPr>
            </a:lvl1pPr>
          </a:lstStyle>
          <a:p>
            <a:r>
              <a:t>금번 목표 내용</a:t>
            </a:r>
          </a:p>
        </p:txBody>
      </p:sp>
      <p:sp>
        <p:nvSpPr>
          <p:cNvPr id="2728" name="TextBox 52"/>
          <p:cNvSpPr txBox="1"/>
          <p:nvPr/>
        </p:nvSpPr>
        <p:spPr>
          <a:xfrm>
            <a:off x="7641280" y="5907957"/>
            <a:ext cx="1305900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126BF6"/>
                </a:solidFill>
              </a:defRPr>
            </a:lvl1pPr>
          </a:lstStyle>
          <a:p>
            <a:r>
              <a:t>차기 목표 내용</a:t>
            </a:r>
          </a:p>
        </p:txBody>
      </p:sp>
      <p:sp>
        <p:nvSpPr>
          <p:cNvPr id="2729" name="TextBox 53"/>
          <p:cNvSpPr txBox="1"/>
          <p:nvPr/>
        </p:nvSpPr>
        <p:spPr>
          <a:xfrm>
            <a:off x="1232721" y="6204941"/>
            <a:ext cx="219439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</a:t>
            </a:r>
          </a:p>
        </p:txBody>
      </p:sp>
      <p:sp>
        <p:nvSpPr>
          <p:cNvPr id="2730" name="TextBox 54"/>
          <p:cNvSpPr txBox="1"/>
          <p:nvPr/>
        </p:nvSpPr>
        <p:spPr>
          <a:xfrm>
            <a:off x="7278849" y="6204941"/>
            <a:ext cx="219439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</a:t>
            </a:r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설명하는 내용을 작성해주세요</a:t>
            </a:r>
          </a:p>
        </p:txBody>
      </p:sp>
      <p:pic>
        <p:nvPicPr>
          <p:cNvPr id="2731" name="그림 7" descr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732" name="TextBox 5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735" name="그림 5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73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734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38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739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74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41" name="TextBox 1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grpSp>
        <p:nvGrpSpPr>
          <p:cNvPr id="2748" name="그룹 4"/>
          <p:cNvGrpSpPr/>
          <p:nvPr/>
        </p:nvGrpSpPr>
        <p:grpSpPr>
          <a:xfrm>
            <a:off x="815023" y="2397569"/>
            <a:ext cx="10561955" cy="3676677"/>
            <a:chOff x="0" y="0"/>
            <a:chExt cx="10561954" cy="3676676"/>
          </a:xfrm>
        </p:grpSpPr>
        <p:sp>
          <p:nvSpPr>
            <p:cNvPr id="2742" name="직사각형 9"/>
            <p:cNvSpPr/>
            <p:nvPr/>
          </p:nvSpPr>
          <p:spPr>
            <a:xfrm>
              <a:off x="0" y="3420240"/>
              <a:ext cx="1755908" cy="256437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743" name="직사각형 10"/>
            <p:cNvSpPr/>
            <p:nvPr/>
          </p:nvSpPr>
          <p:spPr>
            <a:xfrm>
              <a:off x="1761209" y="3105955"/>
              <a:ext cx="1755908" cy="570721"/>
            </a:xfrm>
            <a:prstGeom prst="rect">
              <a:avLst/>
            </a:prstGeom>
            <a:solidFill>
              <a:srgbClr val="D0C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744" name="직사각형 11"/>
            <p:cNvSpPr/>
            <p:nvPr/>
          </p:nvSpPr>
          <p:spPr>
            <a:xfrm>
              <a:off x="3522419" y="2789252"/>
              <a:ext cx="1755908" cy="887424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745" name="직사각형 12"/>
            <p:cNvSpPr/>
            <p:nvPr/>
          </p:nvSpPr>
          <p:spPr>
            <a:xfrm>
              <a:off x="5283629" y="2359198"/>
              <a:ext cx="1755908" cy="1317479"/>
            </a:xfrm>
            <a:prstGeom prst="rect">
              <a:avLst/>
            </a:prstGeom>
            <a:solidFill>
              <a:srgbClr val="C3DCF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746" name="직사각형 13"/>
            <p:cNvSpPr/>
            <p:nvPr/>
          </p:nvSpPr>
          <p:spPr>
            <a:xfrm>
              <a:off x="7044838" y="1686750"/>
              <a:ext cx="1755908" cy="1989926"/>
            </a:xfrm>
            <a:prstGeom prst="rect">
              <a:avLst/>
            </a:pr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747" name="직사각형 14"/>
            <p:cNvSpPr/>
            <p:nvPr/>
          </p:nvSpPr>
          <p:spPr>
            <a:xfrm>
              <a:off x="8806047" y="0"/>
              <a:ext cx="1755908" cy="3676676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</p:grpSp>
      <p:sp>
        <p:nvSpPr>
          <p:cNvPr id="2749" name="TextBox 15"/>
          <p:cNvSpPr txBox="1"/>
          <p:nvPr/>
        </p:nvSpPr>
        <p:spPr>
          <a:xfrm>
            <a:off x="1196828" y="5271651"/>
            <a:ext cx="108966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>
                <a:solidFill>
                  <a:srgbClr val="A6A6A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10%</a:t>
            </a:r>
          </a:p>
        </p:txBody>
      </p:sp>
      <p:sp>
        <p:nvSpPr>
          <p:cNvPr id="2750" name="TextBox 16"/>
          <p:cNvSpPr txBox="1"/>
          <p:nvPr/>
        </p:nvSpPr>
        <p:spPr>
          <a:xfrm>
            <a:off x="2963341" y="4953841"/>
            <a:ext cx="10896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>
                <a:solidFill>
                  <a:srgbClr val="A6A6A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30%</a:t>
            </a:r>
          </a:p>
        </p:txBody>
      </p:sp>
      <p:sp>
        <p:nvSpPr>
          <p:cNvPr id="2751" name="TextBox 17"/>
          <p:cNvSpPr txBox="1"/>
          <p:nvPr/>
        </p:nvSpPr>
        <p:spPr>
          <a:xfrm>
            <a:off x="4804393" y="4688428"/>
            <a:ext cx="10896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>
                <a:solidFill>
                  <a:srgbClr val="A6A6A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50%</a:t>
            </a:r>
          </a:p>
        </p:txBody>
      </p:sp>
      <p:sp>
        <p:nvSpPr>
          <p:cNvPr id="2752" name="TextBox 18"/>
          <p:cNvSpPr txBox="1"/>
          <p:nvPr/>
        </p:nvSpPr>
        <p:spPr>
          <a:xfrm>
            <a:off x="6496858" y="4221272"/>
            <a:ext cx="10896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>
                <a:solidFill>
                  <a:srgbClr val="A6A6A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80%</a:t>
            </a:r>
          </a:p>
        </p:txBody>
      </p:sp>
      <p:sp>
        <p:nvSpPr>
          <p:cNvPr id="2753" name="TextBox 19"/>
          <p:cNvSpPr txBox="1"/>
          <p:nvPr/>
        </p:nvSpPr>
        <p:spPr>
          <a:xfrm>
            <a:off x="8281092" y="3561960"/>
            <a:ext cx="108966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100%</a:t>
            </a:r>
          </a:p>
        </p:txBody>
      </p:sp>
      <p:sp>
        <p:nvSpPr>
          <p:cNvPr id="2754" name="TextBox 20"/>
          <p:cNvSpPr txBox="1"/>
          <p:nvPr/>
        </p:nvSpPr>
        <p:spPr>
          <a:xfrm>
            <a:off x="9884409" y="1811103"/>
            <a:ext cx="128653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200%</a:t>
            </a:r>
          </a:p>
        </p:txBody>
      </p:sp>
      <p:sp>
        <p:nvSpPr>
          <p:cNvPr id="2755" name="자유형: 도형 21"/>
          <p:cNvSpPr/>
          <p:nvPr/>
        </p:nvSpPr>
        <p:spPr>
          <a:xfrm>
            <a:off x="2415858" y="3779520"/>
            <a:ext cx="8061961" cy="2148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5999" y="21179"/>
                  <a:pt x="11998" y="20757"/>
                  <a:pt x="15598" y="17157"/>
                </a:cubicBezTo>
                <a:cubicBezTo>
                  <a:pt x="19198" y="13557"/>
                  <a:pt x="20399" y="6779"/>
                  <a:pt x="21600" y="0"/>
                </a:cubicBezTo>
              </a:path>
            </a:pathLst>
          </a:custGeom>
          <a:ln w="53975">
            <a:solidFill>
              <a:srgbClr val="FFFFFF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56" name="TextBox 22"/>
          <p:cNvSpPr txBox="1"/>
          <p:nvPr/>
        </p:nvSpPr>
        <p:spPr>
          <a:xfrm>
            <a:off x="9970041" y="6193125"/>
            <a:ext cx="10896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404040"/>
                </a:solidFill>
              </a:defRPr>
            </a:lvl1pPr>
          </a:lstStyle>
          <a:p>
            <a:r>
              <a:t>2024</a:t>
            </a:r>
          </a:p>
        </p:txBody>
      </p:sp>
      <p:sp>
        <p:nvSpPr>
          <p:cNvPr id="2757" name="TextBox 23"/>
          <p:cNvSpPr txBox="1"/>
          <p:nvPr/>
        </p:nvSpPr>
        <p:spPr>
          <a:xfrm>
            <a:off x="8281092" y="6193125"/>
            <a:ext cx="108966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40404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758" name="TextBox 24"/>
          <p:cNvSpPr txBox="1"/>
          <p:nvPr/>
        </p:nvSpPr>
        <p:spPr>
          <a:xfrm>
            <a:off x="6430004" y="6193125"/>
            <a:ext cx="10896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404040"/>
                </a:solidFill>
              </a:defRPr>
            </a:lvl1pPr>
          </a:lstStyle>
          <a:p>
            <a:r>
              <a:t>2022</a:t>
            </a:r>
          </a:p>
        </p:txBody>
      </p:sp>
      <p:sp>
        <p:nvSpPr>
          <p:cNvPr id="2759" name="TextBox 25"/>
          <p:cNvSpPr txBox="1"/>
          <p:nvPr/>
        </p:nvSpPr>
        <p:spPr>
          <a:xfrm>
            <a:off x="4670564" y="6193125"/>
            <a:ext cx="10896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404040"/>
                </a:solidFill>
              </a:defRPr>
            </a:lvl1pPr>
          </a:lstStyle>
          <a:p>
            <a:r>
              <a:t>2021</a:t>
            </a:r>
          </a:p>
        </p:txBody>
      </p:sp>
      <p:sp>
        <p:nvSpPr>
          <p:cNvPr id="2760" name="TextBox 26"/>
          <p:cNvSpPr txBox="1"/>
          <p:nvPr/>
        </p:nvSpPr>
        <p:spPr>
          <a:xfrm>
            <a:off x="2906216" y="6193125"/>
            <a:ext cx="108966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404040"/>
                </a:solidFill>
              </a:defRPr>
            </a:lvl1pPr>
          </a:lstStyle>
          <a:p>
            <a:r>
              <a:t>2020</a:t>
            </a:r>
          </a:p>
        </p:txBody>
      </p:sp>
      <p:sp>
        <p:nvSpPr>
          <p:cNvPr id="2761" name="TextBox 27"/>
          <p:cNvSpPr txBox="1"/>
          <p:nvPr/>
        </p:nvSpPr>
        <p:spPr>
          <a:xfrm>
            <a:off x="1123126" y="6193125"/>
            <a:ext cx="108966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404040"/>
                </a:solidFill>
              </a:defRPr>
            </a:lvl1pPr>
          </a:lstStyle>
          <a:p>
            <a:r>
              <a:t>2019</a:t>
            </a:r>
          </a:p>
        </p:txBody>
      </p:sp>
      <p:sp>
        <p:nvSpPr>
          <p:cNvPr id="2762" name="TextBox 28"/>
          <p:cNvSpPr txBox="1"/>
          <p:nvPr/>
        </p:nvSpPr>
        <p:spPr>
          <a:xfrm>
            <a:off x="1012555" y="2750172"/>
            <a:ext cx="5626984" cy="858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매출 및 성과 수치 등 아래 표에 맞는 </a:t>
            </a:r>
          </a:p>
          <a:p>
            <a:pPr>
              <a:defRPr sz="16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수치의 내용을 기재해주세요</a:t>
            </a:r>
          </a:p>
          <a:p>
            <a:pPr>
              <a:defRPr sz="16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상승 곡선 화살표를 지우고 그래프 안에 넣어도 됩니다</a:t>
            </a:r>
          </a:p>
        </p:txBody>
      </p:sp>
      <p:pic>
        <p:nvPicPr>
          <p:cNvPr id="2763" name="그림 29" descr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764" name="TextBox 30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767" name="그림 31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765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766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70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771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772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77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74" name="직사각형 1"/>
          <p:cNvSpPr/>
          <p:nvPr/>
        </p:nvSpPr>
        <p:spPr>
          <a:xfrm>
            <a:off x="996697" y="3986717"/>
            <a:ext cx="1621758" cy="105625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75" name="직사각형 4"/>
          <p:cNvSpPr/>
          <p:nvPr/>
        </p:nvSpPr>
        <p:spPr>
          <a:xfrm>
            <a:off x="2712142" y="3986717"/>
            <a:ext cx="1621758" cy="105625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76" name="직사각형 9"/>
          <p:cNvSpPr/>
          <p:nvPr/>
        </p:nvSpPr>
        <p:spPr>
          <a:xfrm>
            <a:off x="4427587" y="3986717"/>
            <a:ext cx="1621758" cy="105625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77" name="직사각형 10"/>
          <p:cNvSpPr/>
          <p:nvPr/>
        </p:nvSpPr>
        <p:spPr>
          <a:xfrm>
            <a:off x="6143033" y="3986717"/>
            <a:ext cx="1621758" cy="105625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78" name="직사각형 11"/>
          <p:cNvSpPr/>
          <p:nvPr/>
        </p:nvSpPr>
        <p:spPr>
          <a:xfrm>
            <a:off x="7858477" y="3986717"/>
            <a:ext cx="1621758" cy="105625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79" name="직사각형 12"/>
          <p:cNvSpPr/>
          <p:nvPr/>
        </p:nvSpPr>
        <p:spPr>
          <a:xfrm>
            <a:off x="9573924" y="3986717"/>
            <a:ext cx="1621758" cy="105625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80" name="타원 13"/>
          <p:cNvSpPr/>
          <p:nvPr/>
        </p:nvSpPr>
        <p:spPr>
          <a:xfrm>
            <a:off x="1533521" y="2757314"/>
            <a:ext cx="601537" cy="60153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81" name="타원 14"/>
          <p:cNvSpPr/>
          <p:nvPr/>
        </p:nvSpPr>
        <p:spPr>
          <a:xfrm>
            <a:off x="4945974" y="2757314"/>
            <a:ext cx="601537" cy="60153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82" name="타원 15"/>
          <p:cNvSpPr/>
          <p:nvPr/>
        </p:nvSpPr>
        <p:spPr>
          <a:xfrm>
            <a:off x="8358427" y="2757314"/>
            <a:ext cx="601537" cy="60153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83" name="직선 연결선 16"/>
          <p:cNvSpPr/>
          <p:nvPr/>
        </p:nvSpPr>
        <p:spPr>
          <a:xfrm>
            <a:off x="1834288" y="3290694"/>
            <a:ext cx="1" cy="466252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4" name="직선 연결선 17"/>
          <p:cNvSpPr/>
          <p:nvPr/>
        </p:nvSpPr>
        <p:spPr>
          <a:xfrm>
            <a:off x="5246741" y="3290694"/>
            <a:ext cx="1" cy="466252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5" name="직선 연결선 18"/>
          <p:cNvSpPr/>
          <p:nvPr/>
        </p:nvSpPr>
        <p:spPr>
          <a:xfrm>
            <a:off x="8659194" y="3290694"/>
            <a:ext cx="1" cy="466252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6" name="타원 20"/>
          <p:cNvSpPr/>
          <p:nvPr/>
        </p:nvSpPr>
        <p:spPr>
          <a:xfrm rot="10800000">
            <a:off x="10075467" y="4751426"/>
            <a:ext cx="601537" cy="60153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87" name="타원 21"/>
          <p:cNvSpPr/>
          <p:nvPr/>
        </p:nvSpPr>
        <p:spPr>
          <a:xfrm rot="10800000">
            <a:off x="6663013" y="4751426"/>
            <a:ext cx="601537" cy="60153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88" name="타원 22"/>
          <p:cNvSpPr/>
          <p:nvPr/>
        </p:nvSpPr>
        <p:spPr>
          <a:xfrm rot="10800000">
            <a:off x="3250560" y="4751426"/>
            <a:ext cx="601537" cy="601537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89" name="직선 연결선 23"/>
          <p:cNvSpPr/>
          <p:nvPr/>
        </p:nvSpPr>
        <p:spPr>
          <a:xfrm flipV="1">
            <a:off x="10377505" y="4353331"/>
            <a:ext cx="1" cy="466252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90" name="직선 연결선 24"/>
          <p:cNvSpPr/>
          <p:nvPr/>
        </p:nvSpPr>
        <p:spPr>
          <a:xfrm flipV="1">
            <a:off x="6965051" y="4353331"/>
            <a:ext cx="1" cy="466252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91" name="직선 연결선 25"/>
          <p:cNvSpPr/>
          <p:nvPr/>
        </p:nvSpPr>
        <p:spPr>
          <a:xfrm flipV="1">
            <a:off x="3552598" y="4353331"/>
            <a:ext cx="1" cy="466252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92" name="Freeform: Shape 26"/>
          <p:cNvSpPr/>
          <p:nvPr/>
        </p:nvSpPr>
        <p:spPr>
          <a:xfrm>
            <a:off x="5111401" y="2905598"/>
            <a:ext cx="291266" cy="2915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793" name="Freeform: Shape 27"/>
          <p:cNvSpPr/>
          <p:nvPr/>
        </p:nvSpPr>
        <p:spPr>
          <a:xfrm>
            <a:off x="8539171" y="2902517"/>
            <a:ext cx="233796" cy="286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endParaRPr/>
          </a:p>
        </p:txBody>
      </p:sp>
      <p:sp>
        <p:nvSpPr>
          <p:cNvPr id="2794" name="Freeform: Shape 26"/>
          <p:cNvSpPr/>
          <p:nvPr/>
        </p:nvSpPr>
        <p:spPr>
          <a:xfrm>
            <a:off x="6822093" y="4901329"/>
            <a:ext cx="291158" cy="299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383" y="0"/>
                </a:moveTo>
                <a:lnTo>
                  <a:pt x="13217" y="0"/>
                </a:lnTo>
                <a:lnTo>
                  <a:pt x="13377" y="682"/>
                </a:lnTo>
                <a:lnTo>
                  <a:pt x="13859" y="3119"/>
                </a:lnTo>
                <a:cubicBezTo>
                  <a:pt x="14641" y="3431"/>
                  <a:pt x="15383" y="3860"/>
                  <a:pt x="16045" y="4425"/>
                </a:cubicBezTo>
                <a:lnTo>
                  <a:pt x="18552" y="3587"/>
                </a:lnTo>
                <a:lnTo>
                  <a:pt x="19253" y="3373"/>
                </a:lnTo>
                <a:lnTo>
                  <a:pt x="19574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3" y="9494"/>
                </a:lnTo>
                <a:cubicBezTo>
                  <a:pt x="19294" y="10118"/>
                  <a:pt x="19354" y="10547"/>
                  <a:pt x="19354" y="10800"/>
                </a:cubicBezTo>
                <a:cubicBezTo>
                  <a:pt x="19354" y="11034"/>
                  <a:pt x="19294" y="11482"/>
                  <a:pt x="19193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4" y="17662"/>
                </a:lnTo>
                <a:lnTo>
                  <a:pt x="19253" y="18227"/>
                </a:lnTo>
                <a:lnTo>
                  <a:pt x="18552" y="18013"/>
                </a:lnTo>
                <a:lnTo>
                  <a:pt x="16045" y="17175"/>
                </a:lnTo>
                <a:cubicBezTo>
                  <a:pt x="15363" y="17721"/>
                  <a:pt x="14641" y="18169"/>
                  <a:pt x="13859" y="18481"/>
                </a:cubicBezTo>
                <a:lnTo>
                  <a:pt x="13377" y="20918"/>
                </a:lnTo>
                <a:lnTo>
                  <a:pt x="13217" y="21600"/>
                </a:lnTo>
                <a:lnTo>
                  <a:pt x="8383" y="21600"/>
                </a:lnTo>
                <a:lnTo>
                  <a:pt x="8223" y="20918"/>
                </a:lnTo>
                <a:lnTo>
                  <a:pt x="7742" y="18481"/>
                </a:lnTo>
                <a:cubicBezTo>
                  <a:pt x="6959" y="18169"/>
                  <a:pt x="6217" y="17740"/>
                  <a:pt x="5555" y="17175"/>
                </a:cubicBezTo>
                <a:lnTo>
                  <a:pt x="3048" y="18013"/>
                </a:lnTo>
                <a:lnTo>
                  <a:pt x="2347" y="18227"/>
                </a:lnTo>
                <a:lnTo>
                  <a:pt x="2026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7" y="12106"/>
                </a:lnTo>
                <a:cubicBezTo>
                  <a:pt x="2306" y="11482"/>
                  <a:pt x="2246" y="11053"/>
                  <a:pt x="2246" y="10800"/>
                </a:cubicBezTo>
                <a:cubicBezTo>
                  <a:pt x="2246" y="10566"/>
                  <a:pt x="2306" y="10118"/>
                  <a:pt x="2407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6" y="3938"/>
                </a:lnTo>
                <a:lnTo>
                  <a:pt x="2347" y="3373"/>
                </a:lnTo>
                <a:lnTo>
                  <a:pt x="3048" y="3587"/>
                </a:lnTo>
                <a:lnTo>
                  <a:pt x="5555" y="4425"/>
                </a:lnTo>
                <a:cubicBezTo>
                  <a:pt x="6237" y="3879"/>
                  <a:pt x="6959" y="3431"/>
                  <a:pt x="7742" y="3119"/>
                </a:cubicBezTo>
                <a:lnTo>
                  <a:pt x="8223" y="682"/>
                </a:lnTo>
                <a:lnTo>
                  <a:pt x="8383" y="0"/>
                </a:lnTo>
                <a:close/>
                <a:moveTo>
                  <a:pt x="9767" y="1677"/>
                </a:moveTo>
                <a:lnTo>
                  <a:pt x="9346" y="3860"/>
                </a:lnTo>
                <a:lnTo>
                  <a:pt x="9246" y="4328"/>
                </a:lnTo>
                <a:lnTo>
                  <a:pt x="8764" y="4484"/>
                </a:lnTo>
                <a:cubicBezTo>
                  <a:pt x="7802" y="4796"/>
                  <a:pt x="6939" y="5283"/>
                  <a:pt x="6197" y="5946"/>
                </a:cubicBezTo>
                <a:lnTo>
                  <a:pt x="5776" y="6258"/>
                </a:lnTo>
                <a:lnTo>
                  <a:pt x="5355" y="6160"/>
                </a:lnTo>
                <a:lnTo>
                  <a:pt x="3169" y="5439"/>
                </a:lnTo>
                <a:lnTo>
                  <a:pt x="2146" y="7096"/>
                </a:lnTo>
                <a:lnTo>
                  <a:pt x="3851" y="8558"/>
                </a:lnTo>
                <a:lnTo>
                  <a:pt x="4272" y="8870"/>
                </a:lnTo>
                <a:lnTo>
                  <a:pt x="4111" y="9396"/>
                </a:lnTo>
                <a:cubicBezTo>
                  <a:pt x="4011" y="9845"/>
                  <a:pt x="3951" y="10332"/>
                  <a:pt x="3951" y="10858"/>
                </a:cubicBezTo>
                <a:cubicBezTo>
                  <a:pt x="3951" y="11385"/>
                  <a:pt x="4011" y="11872"/>
                  <a:pt x="4111" y="12321"/>
                </a:cubicBezTo>
                <a:lnTo>
                  <a:pt x="4272" y="12847"/>
                </a:lnTo>
                <a:lnTo>
                  <a:pt x="3851" y="13159"/>
                </a:lnTo>
                <a:lnTo>
                  <a:pt x="2146" y="14621"/>
                </a:lnTo>
                <a:lnTo>
                  <a:pt x="3169" y="16278"/>
                </a:lnTo>
                <a:lnTo>
                  <a:pt x="5355" y="15557"/>
                </a:lnTo>
                <a:lnTo>
                  <a:pt x="5776" y="15459"/>
                </a:lnTo>
                <a:lnTo>
                  <a:pt x="6197" y="15771"/>
                </a:lnTo>
                <a:cubicBezTo>
                  <a:pt x="6939" y="16434"/>
                  <a:pt x="7802" y="16921"/>
                  <a:pt x="8764" y="17233"/>
                </a:cubicBezTo>
                <a:lnTo>
                  <a:pt x="9246" y="17389"/>
                </a:lnTo>
                <a:lnTo>
                  <a:pt x="9346" y="17857"/>
                </a:lnTo>
                <a:lnTo>
                  <a:pt x="9767" y="20040"/>
                </a:lnTo>
                <a:lnTo>
                  <a:pt x="11793" y="20040"/>
                </a:lnTo>
                <a:lnTo>
                  <a:pt x="12214" y="17857"/>
                </a:lnTo>
                <a:lnTo>
                  <a:pt x="12314" y="17389"/>
                </a:lnTo>
                <a:lnTo>
                  <a:pt x="12796" y="17233"/>
                </a:lnTo>
                <a:cubicBezTo>
                  <a:pt x="13758" y="16921"/>
                  <a:pt x="14621" y="16434"/>
                  <a:pt x="15363" y="15771"/>
                </a:cubicBezTo>
                <a:lnTo>
                  <a:pt x="15784" y="15459"/>
                </a:lnTo>
                <a:lnTo>
                  <a:pt x="16205" y="15557"/>
                </a:lnTo>
                <a:lnTo>
                  <a:pt x="18391" y="16278"/>
                </a:lnTo>
                <a:lnTo>
                  <a:pt x="19414" y="14621"/>
                </a:lnTo>
                <a:lnTo>
                  <a:pt x="17709" y="13159"/>
                </a:lnTo>
                <a:lnTo>
                  <a:pt x="17328" y="12847"/>
                </a:lnTo>
                <a:lnTo>
                  <a:pt x="17428" y="12321"/>
                </a:lnTo>
                <a:cubicBezTo>
                  <a:pt x="17529" y="11872"/>
                  <a:pt x="17589" y="11385"/>
                  <a:pt x="17589" y="10858"/>
                </a:cubicBezTo>
                <a:cubicBezTo>
                  <a:pt x="17589" y="10332"/>
                  <a:pt x="17529" y="9845"/>
                  <a:pt x="17428" y="9396"/>
                </a:cubicBezTo>
                <a:lnTo>
                  <a:pt x="17268" y="8870"/>
                </a:lnTo>
                <a:lnTo>
                  <a:pt x="17689" y="8558"/>
                </a:lnTo>
                <a:lnTo>
                  <a:pt x="19394" y="7096"/>
                </a:lnTo>
                <a:lnTo>
                  <a:pt x="18371" y="5439"/>
                </a:lnTo>
                <a:lnTo>
                  <a:pt x="16185" y="6160"/>
                </a:lnTo>
                <a:lnTo>
                  <a:pt x="15764" y="6258"/>
                </a:lnTo>
                <a:lnTo>
                  <a:pt x="15343" y="5946"/>
                </a:lnTo>
                <a:cubicBezTo>
                  <a:pt x="14601" y="5283"/>
                  <a:pt x="13738" y="4796"/>
                  <a:pt x="12775" y="4484"/>
                </a:cubicBezTo>
                <a:lnTo>
                  <a:pt x="12294" y="4328"/>
                </a:lnTo>
                <a:lnTo>
                  <a:pt x="12194" y="3860"/>
                </a:lnTo>
                <a:lnTo>
                  <a:pt x="11773" y="1677"/>
                </a:lnTo>
                <a:lnTo>
                  <a:pt x="9767" y="1677"/>
                </a:lnTo>
                <a:close/>
                <a:moveTo>
                  <a:pt x="7762" y="7876"/>
                </a:moveTo>
                <a:cubicBezTo>
                  <a:pt x="8604" y="7057"/>
                  <a:pt x="9607" y="6648"/>
                  <a:pt x="10790" y="6648"/>
                </a:cubicBezTo>
                <a:cubicBezTo>
                  <a:pt x="11973" y="6648"/>
                  <a:pt x="12976" y="7057"/>
                  <a:pt x="13818" y="7876"/>
                </a:cubicBezTo>
                <a:cubicBezTo>
                  <a:pt x="14661" y="8695"/>
                  <a:pt x="15082" y="9669"/>
                  <a:pt x="15082" y="10819"/>
                </a:cubicBezTo>
                <a:cubicBezTo>
                  <a:pt x="15082" y="11970"/>
                  <a:pt x="14661" y="12944"/>
                  <a:pt x="13818" y="13763"/>
                </a:cubicBezTo>
                <a:cubicBezTo>
                  <a:pt x="12976" y="14582"/>
                  <a:pt x="11973" y="14991"/>
                  <a:pt x="10790" y="14991"/>
                </a:cubicBezTo>
                <a:cubicBezTo>
                  <a:pt x="9607" y="14991"/>
                  <a:pt x="8604" y="14582"/>
                  <a:pt x="7762" y="13763"/>
                </a:cubicBezTo>
                <a:cubicBezTo>
                  <a:pt x="6919" y="12944"/>
                  <a:pt x="6498" y="11970"/>
                  <a:pt x="6498" y="10819"/>
                </a:cubicBezTo>
                <a:cubicBezTo>
                  <a:pt x="6498" y="9669"/>
                  <a:pt x="6939" y="8695"/>
                  <a:pt x="7762" y="7876"/>
                </a:cubicBezTo>
                <a:close/>
                <a:moveTo>
                  <a:pt x="12615" y="9046"/>
                </a:moveTo>
                <a:cubicBezTo>
                  <a:pt x="12114" y="8558"/>
                  <a:pt x="11512" y="8324"/>
                  <a:pt x="10790" y="8324"/>
                </a:cubicBezTo>
                <a:cubicBezTo>
                  <a:pt x="10068" y="8324"/>
                  <a:pt x="9466" y="8558"/>
                  <a:pt x="8965" y="9046"/>
                </a:cubicBezTo>
                <a:cubicBezTo>
                  <a:pt x="8464" y="9533"/>
                  <a:pt x="8223" y="10118"/>
                  <a:pt x="8223" y="10819"/>
                </a:cubicBezTo>
                <a:cubicBezTo>
                  <a:pt x="8223" y="11521"/>
                  <a:pt x="8464" y="12106"/>
                  <a:pt x="8965" y="12593"/>
                </a:cubicBezTo>
                <a:cubicBezTo>
                  <a:pt x="9466" y="13081"/>
                  <a:pt x="10068" y="13315"/>
                  <a:pt x="10790" y="13315"/>
                </a:cubicBezTo>
                <a:cubicBezTo>
                  <a:pt x="11512" y="13315"/>
                  <a:pt x="12114" y="13081"/>
                  <a:pt x="12615" y="12593"/>
                </a:cubicBezTo>
                <a:cubicBezTo>
                  <a:pt x="13116" y="12106"/>
                  <a:pt x="13357" y="11521"/>
                  <a:pt x="13357" y="10819"/>
                </a:cubicBezTo>
                <a:cubicBezTo>
                  <a:pt x="13357" y="10118"/>
                  <a:pt x="13096" y="9533"/>
                  <a:pt x="12615" y="904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95" name="Freeform: Shape 139"/>
          <p:cNvSpPr/>
          <p:nvPr/>
        </p:nvSpPr>
        <p:spPr>
          <a:xfrm>
            <a:off x="1676891" y="2930940"/>
            <a:ext cx="311291" cy="2798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483"/>
                </a:lnTo>
                <a:lnTo>
                  <a:pt x="13661" y="18483"/>
                </a:lnTo>
                <a:lnTo>
                  <a:pt x="11423" y="21016"/>
                </a:lnTo>
                <a:lnTo>
                  <a:pt x="10800" y="21600"/>
                </a:lnTo>
                <a:lnTo>
                  <a:pt x="10177" y="21016"/>
                </a:lnTo>
                <a:lnTo>
                  <a:pt x="7939" y="18483"/>
                </a:lnTo>
                <a:lnTo>
                  <a:pt x="0" y="18483"/>
                </a:lnTo>
                <a:lnTo>
                  <a:pt x="0" y="0"/>
                </a:lnTo>
                <a:close/>
                <a:moveTo>
                  <a:pt x="1654" y="1840"/>
                </a:moveTo>
                <a:lnTo>
                  <a:pt x="1654" y="16622"/>
                </a:lnTo>
                <a:lnTo>
                  <a:pt x="8601" y="16622"/>
                </a:lnTo>
                <a:lnTo>
                  <a:pt x="8912" y="16860"/>
                </a:lnTo>
                <a:lnTo>
                  <a:pt x="10781" y="19003"/>
                </a:lnTo>
                <a:lnTo>
                  <a:pt x="12649" y="16860"/>
                </a:lnTo>
                <a:lnTo>
                  <a:pt x="12960" y="16622"/>
                </a:lnTo>
                <a:lnTo>
                  <a:pt x="19907" y="16622"/>
                </a:lnTo>
                <a:lnTo>
                  <a:pt x="19907" y="1840"/>
                </a:lnTo>
                <a:lnTo>
                  <a:pt x="1654" y="1840"/>
                </a:lnTo>
                <a:close/>
                <a:moveTo>
                  <a:pt x="4982" y="4610"/>
                </a:moveTo>
                <a:lnTo>
                  <a:pt x="16599" y="4610"/>
                </a:lnTo>
                <a:lnTo>
                  <a:pt x="16599" y="6450"/>
                </a:lnTo>
                <a:lnTo>
                  <a:pt x="4982" y="6450"/>
                </a:lnTo>
                <a:lnTo>
                  <a:pt x="4982" y="4610"/>
                </a:lnTo>
                <a:close/>
                <a:moveTo>
                  <a:pt x="4982" y="8311"/>
                </a:moveTo>
                <a:lnTo>
                  <a:pt x="16599" y="8311"/>
                </a:lnTo>
                <a:lnTo>
                  <a:pt x="16599" y="10151"/>
                </a:lnTo>
                <a:lnTo>
                  <a:pt x="4982" y="10151"/>
                </a:lnTo>
                <a:lnTo>
                  <a:pt x="4982" y="8311"/>
                </a:lnTo>
                <a:close/>
                <a:moveTo>
                  <a:pt x="4982" y="11990"/>
                </a:moveTo>
                <a:lnTo>
                  <a:pt x="13291" y="11990"/>
                </a:lnTo>
                <a:lnTo>
                  <a:pt x="13291" y="13830"/>
                </a:lnTo>
                <a:lnTo>
                  <a:pt x="4982" y="13830"/>
                </a:lnTo>
                <a:lnTo>
                  <a:pt x="4982" y="1199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96" name="Freeform: Shape 88"/>
          <p:cNvSpPr/>
          <p:nvPr/>
        </p:nvSpPr>
        <p:spPr>
          <a:xfrm>
            <a:off x="3417444" y="4938300"/>
            <a:ext cx="261836" cy="2311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38" y="0"/>
                </a:moveTo>
                <a:cubicBezTo>
                  <a:pt x="7492" y="0"/>
                  <a:pt x="9165" y="375"/>
                  <a:pt x="10819" y="1124"/>
                </a:cubicBezTo>
                <a:cubicBezTo>
                  <a:pt x="12474" y="375"/>
                  <a:pt x="14147" y="0"/>
                  <a:pt x="15801" y="0"/>
                </a:cubicBezTo>
                <a:cubicBezTo>
                  <a:pt x="16599" y="0"/>
                  <a:pt x="17436" y="88"/>
                  <a:pt x="18311" y="287"/>
                </a:cubicBezTo>
                <a:cubicBezTo>
                  <a:pt x="19187" y="485"/>
                  <a:pt x="19868" y="705"/>
                  <a:pt x="20355" y="926"/>
                </a:cubicBezTo>
                <a:lnTo>
                  <a:pt x="21075" y="1212"/>
                </a:lnTo>
                <a:lnTo>
                  <a:pt x="21600" y="1499"/>
                </a:lnTo>
                <a:lnTo>
                  <a:pt x="21600" y="20652"/>
                </a:lnTo>
                <a:lnTo>
                  <a:pt x="12259" y="20652"/>
                </a:lnTo>
                <a:cubicBezTo>
                  <a:pt x="11909" y="21269"/>
                  <a:pt x="11423" y="21600"/>
                  <a:pt x="10800" y="21600"/>
                </a:cubicBezTo>
                <a:cubicBezTo>
                  <a:pt x="10177" y="21600"/>
                  <a:pt x="9691" y="21291"/>
                  <a:pt x="9341" y="20652"/>
                </a:cubicBezTo>
                <a:lnTo>
                  <a:pt x="0" y="20652"/>
                </a:lnTo>
                <a:lnTo>
                  <a:pt x="0" y="1499"/>
                </a:lnTo>
                <a:lnTo>
                  <a:pt x="525" y="1212"/>
                </a:lnTo>
                <a:cubicBezTo>
                  <a:pt x="2277" y="397"/>
                  <a:pt x="4048" y="0"/>
                  <a:pt x="5838" y="0"/>
                </a:cubicBezTo>
                <a:close/>
                <a:moveTo>
                  <a:pt x="5838" y="1873"/>
                </a:moveTo>
                <a:cubicBezTo>
                  <a:pt x="4554" y="1873"/>
                  <a:pt x="3172" y="2182"/>
                  <a:pt x="1693" y="2821"/>
                </a:cubicBezTo>
                <a:lnTo>
                  <a:pt x="1693" y="17985"/>
                </a:lnTo>
                <a:cubicBezTo>
                  <a:pt x="3152" y="17434"/>
                  <a:pt x="4534" y="17170"/>
                  <a:pt x="5838" y="17170"/>
                </a:cubicBezTo>
                <a:cubicBezTo>
                  <a:pt x="7161" y="17170"/>
                  <a:pt x="8543" y="17434"/>
                  <a:pt x="9983" y="17985"/>
                </a:cubicBezTo>
                <a:lnTo>
                  <a:pt x="9983" y="2821"/>
                </a:lnTo>
                <a:cubicBezTo>
                  <a:pt x="8445" y="2182"/>
                  <a:pt x="7064" y="1873"/>
                  <a:pt x="5838" y="1873"/>
                </a:cubicBezTo>
                <a:close/>
                <a:moveTo>
                  <a:pt x="15801" y="1873"/>
                </a:moveTo>
                <a:cubicBezTo>
                  <a:pt x="14595" y="1873"/>
                  <a:pt x="13213" y="2182"/>
                  <a:pt x="11656" y="2821"/>
                </a:cubicBezTo>
                <a:lnTo>
                  <a:pt x="11656" y="17985"/>
                </a:lnTo>
                <a:cubicBezTo>
                  <a:pt x="13116" y="17434"/>
                  <a:pt x="14497" y="17170"/>
                  <a:pt x="15801" y="17170"/>
                </a:cubicBezTo>
                <a:cubicBezTo>
                  <a:pt x="17124" y="17170"/>
                  <a:pt x="18506" y="17434"/>
                  <a:pt x="19946" y="17985"/>
                </a:cubicBezTo>
                <a:lnTo>
                  <a:pt x="19946" y="2821"/>
                </a:lnTo>
                <a:cubicBezTo>
                  <a:pt x="18467" y="2182"/>
                  <a:pt x="17085" y="1873"/>
                  <a:pt x="15801" y="18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97" name="Freeform: Shape 101"/>
          <p:cNvSpPr/>
          <p:nvPr/>
        </p:nvSpPr>
        <p:spPr>
          <a:xfrm>
            <a:off x="10253474" y="4896546"/>
            <a:ext cx="265197" cy="2773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34" y="0"/>
                </a:moveTo>
                <a:lnTo>
                  <a:pt x="5889" y="0"/>
                </a:lnTo>
                <a:lnTo>
                  <a:pt x="5889" y="946"/>
                </a:lnTo>
                <a:lnTo>
                  <a:pt x="15711" y="946"/>
                </a:lnTo>
                <a:lnTo>
                  <a:pt x="15711" y="0"/>
                </a:lnTo>
                <a:lnTo>
                  <a:pt x="17666" y="0"/>
                </a:lnTo>
                <a:lnTo>
                  <a:pt x="17666" y="946"/>
                </a:lnTo>
                <a:lnTo>
                  <a:pt x="21600" y="946"/>
                </a:lnTo>
                <a:lnTo>
                  <a:pt x="21600" y="21600"/>
                </a:lnTo>
                <a:lnTo>
                  <a:pt x="0" y="21600"/>
                </a:lnTo>
                <a:lnTo>
                  <a:pt x="0" y="924"/>
                </a:lnTo>
                <a:lnTo>
                  <a:pt x="3934" y="924"/>
                </a:lnTo>
                <a:lnTo>
                  <a:pt x="3934" y="0"/>
                </a:lnTo>
                <a:close/>
                <a:moveTo>
                  <a:pt x="1978" y="2816"/>
                </a:moveTo>
                <a:lnTo>
                  <a:pt x="1978" y="4685"/>
                </a:lnTo>
                <a:lnTo>
                  <a:pt x="19645" y="4685"/>
                </a:lnTo>
                <a:lnTo>
                  <a:pt x="19645" y="2816"/>
                </a:lnTo>
                <a:lnTo>
                  <a:pt x="17689" y="2816"/>
                </a:lnTo>
                <a:lnTo>
                  <a:pt x="17689" y="3761"/>
                </a:lnTo>
                <a:lnTo>
                  <a:pt x="15734" y="3761"/>
                </a:lnTo>
                <a:lnTo>
                  <a:pt x="15734" y="2816"/>
                </a:lnTo>
                <a:lnTo>
                  <a:pt x="5889" y="2816"/>
                </a:lnTo>
                <a:lnTo>
                  <a:pt x="5889" y="3761"/>
                </a:lnTo>
                <a:lnTo>
                  <a:pt x="3934" y="3761"/>
                </a:lnTo>
                <a:lnTo>
                  <a:pt x="3934" y="2816"/>
                </a:lnTo>
                <a:lnTo>
                  <a:pt x="1978" y="2816"/>
                </a:lnTo>
                <a:close/>
                <a:moveTo>
                  <a:pt x="1978" y="6555"/>
                </a:moveTo>
                <a:lnTo>
                  <a:pt x="1978" y="19686"/>
                </a:lnTo>
                <a:lnTo>
                  <a:pt x="19645" y="19686"/>
                </a:lnTo>
                <a:lnTo>
                  <a:pt x="19645" y="6555"/>
                </a:lnTo>
                <a:lnTo>
                  <a:pt x="1978" y="6555"/>
                </a:lnTo>
                <a:close/>
                <a:moveTo>
                  <a:pt x="14975" y="8666"/>
                </a:moveTo>
                <a:lnTo>
                  <a:pt x="16447" y="10074"/>
                </a:lnTo>
                <a:lnTo>
                  <a:pt x="10558" y="15705"/>
                </a:lnTo>
                <a:lnTo>
                  <a:pt x="9822" y="16299"/>
                </a:lnTo>
                <a:lnTo>
                  <a:pt x="9086" y="15705"/>
                </a:lnTo>
                <a:lnTo>
                  <a:pt x="6142" y="12890"/>
                </a:lnTo>
                <a:lnTo>
                  <a:pt x="7614" y="11482"/>
                </a:lnTo>
                <a:lnTo>
                  <a:pt x="9822" y="13659"/>
                </a:lnTo>
                <a:lnTo>
                  <a:pt x="14975" y="866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798" name="Rectangle 57"/>
          <p:cNvSpPr txBox="1"/>
          <p:nvPr/>
        </p:nvSpPr>
        <p:spPr>
          <a:xfrm>
            <a:off x="1479306" y="4260114"/>
            <a:ext cx="73159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51F95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2023</a:t>
            </a:r>
          </a:p>
        </p:txBody>
      </p:sp>
      <p:sp>
        <p:nvSpPr>
          <p:cNvPr id="2799" name="Rectangle 57"/>
          <p:cNvSpPr txBox="1"/>
          <p:nvPr/>
        </p:nvSpPr>
        <p:spPr>
          <a:xfrm>
            <a:off x="3195564" y="3457474"/>
            <a:ext cx="73159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51F95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2024</a:t>
            </a:r>
          </a:p>
        </p:txBody>
      </p:sp>
      <p:sp>
        <p:nvSpPr>
          <p:cNvPr id="2800" name="Rectangle 57"/>
          <p:cNvSpPr txBox="1"/>
          <p:nvPr/>
        </p:nvSpPr>
        <p:spPr>
          <a:xfrm>
            <a:off x="4903568" y="4260114"/>
            <a:ext cx="73159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51F95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2025</a:t>
            </a:r>
          </a:p>
        </p:txBody>
      </p:sp>
      <p:sp>
        <p:nvSpPr>
          <p:cNvPr id="2801" name="Rectangle 57"/>
          <p:cNvSpPr txBox="1"/>
          <p:nvPr/>
        </p:nvSpPr>
        <p:spPr>
          <a:xfrm>
            <a:off x="6619825" y="3457474"/>
            <a:ext cx="73159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51F95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2026</a:t>
            </a:r>
          </a:p>
        </p:txBody>
      </p:sp>
      <p:sp>
        <p:nvSpPr>
          <p:cNvPr id="2802" name="Rectangle 57"/>
          <p:cNvSpPr txBox="1"/>
          <p:nvPr/>
        </p:nvSpPr>
        <p:spPr>
          <a:xfrm>
            <a:off x="8333715" y="4260114"/>
            <a:ext cx="73159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51F95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2027</a:t>
            </a:r>
          </a:p>
        </p:txBody>
      </p:sp>
      <p:sp>
        <p:nvSpPr>
          <p:cNvPr id="2803" name="Rectangle 57"/>
          <p:cNvSpPr txBox="1"/>
          <p:nvPr/>
        </p:nvSpPr>
        <p:spPr>
          <a:xfrm>
            <a:off x="10049973" y="3457474"/>
            <a:ext cx="73159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51F95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2028</a:t>
            </a:r>
          </a:p>
        </p:txBody>
      </p:sp>
      <p:sp>
        <p:nvSpPr>
          <p:cNvPr id="2804" name="TextBox 38"/>
          <p:cNvSpPr txBox="1"/>
          <p:nvPr/>
        </p:nvSpPr>
        <p:spPr>
          <a:xfrm>
            <a:off x="786129" y="4612928"/>
            <a:ext cx="210992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히스토리 내용을 입력해주세요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입력해주세요</a:t>
            </a:r>
          </a:p>
        </p:txBody>
      </p:sp>
      <p:sp>
        <p:nvSpPr>
          <p:cNvPr id="2805" name="TextBox 39"/>
          <p:cNvSpPr txBox="1"/>
          <p:nvPr/>
        </p:nvSpPr>
        <p:spPr>
          <a:xfrm>
            <a:off x="4208284" y="4612928"/>
            <a:ext cx="210992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히스토리 내용을 입력해주세요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입력해주세요</a:t>
            </a:r>
          </a:p>
        </p:txBody>
      </p:sp>
      <p:sp>
        <p:nvSpPr>
          <p:cNvPr id="2806" name="TextBox 40"/>
          <p:cNvSpPr txBox="1"/>
          <p:nvPr/>
        </p:nvSpPr>
        <p:spPr>
          <a:xfrm>
            <a:off x="7640883" y="4612928"/>
            <a:ext cx="210992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히스토리 내용을 입력해주세요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입력해주세요</a:t>
            </a:r>
          </a:p>
        </p:txBody>
      </p:sp>
      <p:sp>
        <p:nvSpPr>
          <p:cNvPr id="2807" name="TextBox 41"/>
          <p:cNvSpPr txBox="1"/>
          <p:nvPr/>
        </p:nvSpPr>
        <p:spPr>
          <a:xfrm>
            <a:off x="2516611" y="3038976"/>
            <a:ext cx="210992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히스토리 내용을 입력해주세요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입력해주세요</a:t>
            </a:r>
          </a:p>
        </p:txBody>
      </p:sp>
      <p:sp>
        <p:nvSpPr>
          <p:cNvPr id="2808" name="TextBox 42"/>
          <p:cNvSpPr txBox="1"/>
          <p:nvPr/>
        </p:nvSpPr>
        <p:spPr>
          <a:xfrm>
            <a:off x="5938766" y="3038976"/>
            <a:ext cx="210992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히스토리 내용을 입력해주세요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입력해주세요</a:t>
            </a:r>
          </a:p>
        </p:txBody>
      </p:sp>
      <p:sp>
        <p:nvSpPr>
          <p:cNvPr id="2809" name="TextBox 43"/>
          <p:cNvSpPr txBox="1"/>
          <p:nvPr/>
        </p:nvSpPr>
        <p:spPr>
          <a:xfrm>
            <a:off x="9371365" y="3038976"/>
            <a:ext cx="210992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히스토리 내용을 입력해주세요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입력해주세요</a:t>
            </a:r>
          </a:p>
        </p:txBody>
      </p:sp>
      <p:pic>
        <p:nvPicPr>
          <p:cNvPr id="2810" name="그림 44" descr="그림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811" name="TextBox 4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814" name="그림 4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81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81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1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81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819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82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21" name="화살표: 갈매기형 수장 1"/>
          <p:cNvSpPr/>
          <p:nvPr/>
        </p:nvSpPr>
        <p:spPr>
          <a:xfrm>
            <a:off x="911508" y="2631439"/>
            <a:ext cx="2267949" cy="1595121"/>
          </a:xfrm>
          <a:prstGeom prst="chevron">
            <a:avLst>
              <a:gd name="adj" fmla="val 25159"/>
            </a:avLst>
          </a:prstGeom>
          <a:solidFill>
            <a:srgbClr val="87B9FA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22" name="화살표: 갈매기형 수장 4"/>
          <p:cNvSpPr/>
          <p:nvPr/>
        </p:nvSpPr>
        <p:spPr>
          <a:xfrm>
            <a:off x="4962025" y="2631439"/>
            <a:ext cx="2267949" cy="1595121"/>
          </a:xfrm>
          <a:prstGeom prst="chevron">
            <a:avLst>
              <a:gd name="adj" fmla="val 25159"/>
            </a:avLst>
          </a:prstGeom>
          <a:solidFill>
            <a:srgbClr val="87B9FA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23" name="화살표: 갈매기형 수장 9"/>
          <p:cNvSpPr/>
          <p:nvPr/>
        </p:nvSpPr>
        <p:spPr>
          <a:xfrm>
            <a:off x="2936767" y="2631439"/>
            <a:ext cx="2267949" cy="1595121"/>
          </a:xfrm>
          <a:prstGeom prst="chevron">
            <a:avLst>
              <a:gd name="adj" fmla="val 25159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24" name="화살표: 갈매기형 수장 10"/>
          <p:cNvSpPr/>
          <p:nvPr/>
        </p:nvSpPr>
        <p:spPr>
          <a:xfrm>
            <a:off x="9012542" y="2631439"/>
            <a:ext cx="2267949" cy="1595121"/>
          </a:xfrm>
          <a:prstGeom prst="chevron">
            <a:avLst>
              <a:gd name="adj" fmla="val 25159"/>
            </a:avLst>
          </a:prstGeom>
          <a:solidFill>
            <a:srgbClr val="87B9FA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25" name="화살표: 갈매기형 수장 11"/>
          <p:cNvSpPr/>
          <p:nvPr/>
        </p:nvSpPr>
        <p:spPr>
          <a:xfrm>
            <a:off x="6987282" y="2631439"/>
            <a:ext cx="2267949" cy="1595121"/>
          </a:xfrm>
          <a:prstGeom prst="chevron">
            <a:avLst>
              <a:gd name="adj" fmla="val 25159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26" name="Rectangle 57"/>
          <p:cNvSpPr txBox="1"/>
          <p:nvPr/>
        </p:nvSpPr>
        <p:spPr>
          <a:xfrm>
            <a:off x="1175451" y="4782674"/>
            <a:ext cx="1397555" cy="560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900"/>
              </a:lnSpc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3Q</a:t>
            </a:r>
            <a:r>
              <a:rPr>
                <a:solidFill>
                  <a:srgbClr val="4540D8"/>
                </a:solidFill>
              </a:rPr>
              <a:t> </a:t>
            </a:r>
            <a:r>
              <a:rPr>
                <a:solidFill>
                  <a:srgbClr val="808080"/>
                </a:solidFill>
              </a:rPr>
              <a:t>2023</a:t>
            </a:r>
          </a:p>
          <a:p>
            <a:pPr algn="ctr">
              <a:lnSpc>
                <a:spcPts val="1900"/>
              </a:lnSpc>
              <a:defRPr sz="1200">
                <a:solidFill>
                  <a:srgbClr val="126BF6"/>
                </a:solidFill>
              </a:defRPr>
            </a:pPr>
            <a:r>
              <a:t>08.30</a:t>
            </a:r>
          </a:p>
        </p:txBody>
      </p:sp>
      <p:sp>
        <p:nvSpPr>
          <p:cNvPr id="2827" name="직선 연결선 13"/>
          <p:cNvSpPr/>
          <p:nvPr/>
        </p:nvSpPr>
        <p:spPr>
          <a:xfrm>
            <a:off x="911508" y="5682005"/>
            <a:ext cx="10078630" cy="1"/>
          </a:xfrm>
          <a:prstGeom prst="line">
            <a:avLst/>
          </a:prstGeom>
          <a:ln w="19050">
            <a:solidFill>
              <a:srgbClr val="C8C9CE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28" name="타원 14"/>
          <p:cNvSpPr/>
          <p:nvPr/>
        </p:nvSpPr>
        <p:spPr>
          <a:xfrm>
            <a:off x="1830033" y="5633227"/>
            <a:ext cx="92307" cy="92307"/>
          </a:xfrm>
          <a:prstGeom prst="ellipse">
            <a:avLst/>
          </a:pr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29" name="타원 15"/>
          <p:cNvSpPr/>
          <p:nvPr/>
        </p:nvSpPr>
        <p:spPr>
          <a:xfrm>
            <a:off x="3883538" y="5633227"/>
            <a:ext cx="92307" cy="92307"/>
          </a:xfrm>
          <a:prstGeom prst="ellipse">
            <a:avLst/>
          </a:pr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0" name="타원 16"/>
          <p:cNvSpPr/>
          <p:nvPr/>
        </p:nvSpPr>
        <p:spPr>
          <a:xfrm>
            <a:off x="5937043" y="5633227"/>
            <a:ext cx="92307" cy="92307"/>
          </a:xfrm>
          <a:prstGeom prst="ellipse">
            <a:avLst/>
          </a:pr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1" name="타원 17"/>
          <p:cNvSpPr/>
          <p:nvPr/>
        </p:nvSpPr>
        <p:spPr>
          <a:xfrm>
            <a:off x="7990547" y="5633227"/>
            <a:ext cx="92307" cy="92307"/>
          </a:xfrm>
          <a:prstGeom prst="ellipse">
            <a:avLst/>
          </a:pr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2" name="타원 18"/>
          <p:cNvSpPr/>
          <p:nvPr/>
        </p:nvSpPr>
        <p:spPr>
          <a:xfrm>
            <a:off x="10044052" y="5633227"/>
            <a:ext cx="92307" cy="92307"/>
          </a:xfrm>
          <a:prstGeom prst="ellipse">
            <a:avLst/>
          </a:pr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3" name="이등변 삼각형 19"/>
          <p:cNvSpPr/>
          <p:nvPr/>
        </p:nvSpPr>
        <p:spPr>
          <a:xfrm rot="10800000">
            <a:off x="1801409" y="5404217"/>
            <a:ext cx="149551" cy="128924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4" name="이등변 삼각형 20"/>
          <p:cNvSpPr/>
          <p:nvPr/>
        </p:nvSpPr>
        <p:spPr>
          <a:xfrm rot="10800000">
            <a:off x="3854913" y="5404217"/>
            <a:ext cx="149552" cy="128924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5" name="이등변 삼각형 21"/>
          <p:cNvSpPr/>
          <p:nvPr/>
        </p:nvSpPr>
        <p:spPr>
          <a:xfrm rot="10800000">
            <a:off x="5904088" y="5404217"/>
            <a:ext cx="149552" cy="128924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6" name="이등변 삼각형 22"/>
          <p:cNvSpPr/>
          <p:nvPr/>
        </p:nvSpPr>
        <p:spPr>
          <a:xfrm rot="10800000">
            <a:off x="7961492" y="5404217"/>
            <a:ext cx="149552" cy="128924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7" name="이등변 삼각형 23"/>
          <p:cNvSpPr/>
          <p:nvPr/>
        </p:nvSpPr>
        <p:spPr>
          <a:xfrm rot="10800000">
            <a:off x="10015428" y="5404217"/>
            <a:ext cx="149552" cy="128924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838" name="Rectangle 57"/>
          <p:cNvSpPr txBox="1"/>
          <p:nvPr/>
        </p:nvSpPr>
        <p:spPr>
          <a:xfrm>
            <a:off x="3266399" y="4782674"/>
            <a:ext cx="1326581" cy="560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900"/>
              </a:lnSpc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4Q</a:t>
            </a:r>
            <a:r>
              <a:rPr>
                <a:solidFill>
                  <a:srgbClr val="4540D8"/>
                </a:solidFill>
              </a:rPr>
              <a:t> </a:t>
            </a:r>
            <a:r>
              <a:rPr>
                <a:solidFill>
                  <a:srgbClr val="808080"/>
                </a:solidFill>
              </a:rPr>
              <a:t>2023</a:t>
            </a:r>
          </a:p>
          <a:p>
            <a:pPr algn="ctr">
              <a:lnSpc>
                <a:spcPts val="1900"/>
              </a:lnSpc>
              <a:defRPr sz="1200">
                <a:solidFill>
                  <a:srgbClr val="126BF6"/>
                </a:solidFill>
              </a:defRPr>
            </a:pPr>
            <a:r>
              <a:t>11.30</a:t>
            </a:r>
          </a:p>
        </p:txBody>
      </p:sp>
      <p:sp>
        <p:nvSpPr>
          <p:cNvPr id="2839" name="Rectangle 57"/>
          <p:cNvSpPr txBox="1"/>
          <p:nvPr/>
        </p:nvSpPr>
        <p:spPr>
          <a:xfrm>
            <a:off x="5464867" y="4782674"/>
            <a:ext cx="1034691" cy="560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900"/>
              </a:lnSpc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1Q</a:t>
            </a:r>
            <a:r>
              <a:rPr>
                <a:solidFill>
                  <a:srgbClr val="4540D8"/>
                </a:solidFill>
              </a:rPr>
              <a:t> </a:t>
            </a:r>
            <a:r>
              <a:rPr>
                <a:solidFill>
                  <a:srgbClr val="808080"/>
                </a:solidFill>
              </a:rPr>
              <a:t>2024</a:t>
            </a:r>
          </a:p>
          <a:p>
            <a:pPr algn="ctr">
              <a:lnSpc>
                <a:spcPts val="1900"/>
              </a:lnSpc>
              <a:defRPr sz="1200">
                <a:solidFill>
                  <a:srgbClr val="126BF6"/>
                </a:solidFill>
              </a:defRPr>
            </a:pPr>
            <a:r>
              <a:t>01.30</a:t>
            </a:r>
          </a:p>
        </p:txBody>
      </p:sp>
      <p:sp>
        <p:nvSpPr>
          <p:cNvPr id="2840" name="Rectangle 57"/>
          <p:cNvSpPr txBox="1"/>
          <p:nvPr/>
        </p:nvSpPr>
        <p:spPr>
          <a:xfrm>
            <a:off x="7353155" y="4770121"/>
            <a:ext cx="1366225" cy="560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900"/>
              </a:lnSpc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2Q</a:t>
            </a:r>
            <a:r>
              <a:rPr>
                <a:solidFill>
                  <a:srgbClr val="4540D8"/>
                </a:solidFill>
              </a:rPr>
              <a:t> </a:t>
            </a:r>
            <a:r>
              <a:rPr>
                <a:solidFill>
                  <a:srgbClr val="808080"/>
                </a:solidFill>
              </a:rPr>
              <a:t>2024</a:t>
            </a:r>
          </a:p>
          <a:p>
            <a:pPr algn="ctr">
              <a:lnSpc>
                <a:spcPts val="1900"/>
              </a:lnSpc>
              <a:defRPr sz="1200">
                <a:solidFill>
                  <a:srgbClr val="126BF6"/>
                </a:solidFill>
              </a:defRPr>
            </a:pPr>
            <a:r>
              <a:t>04.30</a:t>
            </a:r>
          </a:p>
        </p:txBody>
      </p:sp>
      <p:sp>
        <p:nvSpPr>
          <p:cNvPr id="2841" name="Rectangle 57"/>
          <p:cNvSpPr txBox="1"/>
          <p:nvPr/>
        </p:nvSpPr>
        <p:spPr>
          <a:xfrm>
            <a:off x="9424836" y="4770121"/>
            <a:ext cx="1330733" cy="560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900"/>
              </a:lnSpc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3Q</a:t>
            </a:r>
            <a:r>
              <a:rPr>
                <a:solidFill>
                  <a:srgbClr val="4540D8"/>
                </a:solidFill>
              </a:rPr>
              <a:t> </a:t>
            </a:r>
            <a:r>
              <a:rPr>
                <a:solidFill>
                  <a:srgbClr val="808080"/>
                </a:solidFill>
              </a:rPr>
              <a:t>2024</a:t>
            </a:r>
          </a:p>
          <a:p>
            <a:pPr algn="ctr">
              <a:lnSpc>
                <a:spcPts val="1900"/>
              </a:lnSpc>
              <a:defRPr sz="1200">
                <a:solidFill>
                  <a:srgbClr val="126BF6"/>
                </a:solidFill>
              </a:defRPr>
            </a:pPr>
            <a:r>
              <a:t>07.30</a:t>
            </a:r>
          </a:p>
        </p:txBody>
      </p:sp>
      <p:sp>
        <p:nvSpPr>
          <p:cNvPr id="2842" name="TextBox 28"/>
          <p:cNvSpPr txBox="1"/>
          <p:nvPr/>
        </p:nvSpPr>
        <p:spPr>
          <a:xfrm>
            <a:off x="1697092" y="3068609"/>
            <a:ext cx="873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51F95"/>
                </a:solidFill>
              </a:defRPr>
            </a:lvl1pPr>
          </a:lstStyle>
          <a:p>
            <a:r>
              <a:t>키워드입력</a:t>
            </a:r>
          </a:p>
        </p:txBody>
      </p:sp>
      <p:sp>
        <p:nvSpPr>
          <p:cNvPr id="2843" name="TextBox 29"/>
          <p:cNvSpPr txBox="1"/>
          <p:nvPr/>
        </p:nvSpPr>
        <p:spPr>
          <a:xfrm>
            <a:off x="1458664" y="3387581"/>
            <a:ext cx="1332917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sp>
        <p:nvSpPr>
          <p:cNvPr id="2844" name="TextBox 30"/>
          <p:cNvSpPr txBox="1"/>
          <p:nvPr/>
        </p:nvSpPr>
        <p:spPr>
          <a:xfrm>
            <a:off x="5749964" y="3068609"/>
            <a:ext cx="873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51F95"/>
                </a:solidFill>
              </a:defRPr>
            </a:lvl1pPr>
          </a:lstStyle>
          <a:p>
            <a:r>
              <a:t>키워드입력</a:t>
            </a:r>
          </a:p>
        </p:txBody>
      </p:sp>
      <p:sp>
        <p:nvSpPr>
          <p:cNvPr id="2845" name="TextBox 31"/>
          <p:cNvSpPr txBox="1"/>
          <p:nvPr/>
        </p:nvSpPr>
        <p:spPr>
          <a:xfrm>
            <a:off x="5511536" y="3387581"/>
            <a:ext cx="1332916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sp>
        <p:nvSpPr>
          <p:cNvPr id="2846" name="TextBox 32"/>
          <p:cNvSpPr txBox="1"/>
          <p:nvPr/>
        </p:nvSpPr>
        <p:spPr>
          <a:xfrm>
            <a:off x="9800718" y="3068609"/>
            <a:ext cx="873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151F95"/>
                </a:solidFill>
              </a:defRPr>
            </a:lvl1pPr>
          </a:lstStyle>
          <a:p>
            <a:r>
              <a:t>키워드입력</a:t>
            </a:r>
          </a:p>
        </p:txBody>
      </p:sp>
      <p:sp>
        <p:nvSpPr>
          <p:cNvPr id="2847" name="TextBox 33"/>
          <p:cNvSpPr txBox="1"/>
          <p:nvPr/>
        </p:nvSpPr>
        <p:spPr>
          <a:xfrm>
            <a:off x="9562289" y="3387581"/>
            <a:ext cx="1332917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sp>
        <p:nvSpPr>
          <p:cNvPr id="2848" name="TextBox 34"/>
          <p:cNvSpPr txBox="1"/>
          <p:nvPr/>
        </p:nvSpPr>
        <p:spPr>
          <a:xfrm>
            <a:off x="3717066" y="3068609"/>
            <a:ext cx="873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FFFFFF"/>
                </a:solidFill>
              </a:defRPr>
            </a:lvl1pPr>
          </a:lstStyle>
          <a:p>
            <a:r>
              <a:t>키워드입력</a:t>
            </a:r>
          </a:p>
        </p:txBody>
      </p:sp>
      <p:sp>
        <p:nvSpPr>
          <p:cNvPr id="2849" name="TextBox 35"/>
          <p:cNvSpPr txBox="1"/>
          <p:nvPr/>
        </p:nvSpPr>
        <p:spPr>
          <a:xfrm>
            <a:off x="3478639" y="3387581"/>
            <a:ext cx="1332916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  <a:p>
            <a:pPr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sp>
        <p:nvSpPr>
          <p:cNvPr id="2850" name="TextBox 36"/>
          <p:cNvSpPr txBox="1"/>
          <p:nvPr/>
        </p:nvSpPr>
        <p:spPr>
          <a:xfrm>
            <a:off x="7769938" y="3068609"/>
            <a:ext cx="873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FFFFFF"/>
                </a:solidFill>
              </a:defRPr>
            </a:lvl1pPr>
          </a:lstStyle>
          <a:p>
            <a:r>
              <a:t>키워드입력</a:t>
            </a:r>
          </a:p>
        </p:txBody>
      </p:sp>
      <p:sp>
        <p:nvSpPr>
          <p:cNvPr id="2851" name="TextBox 37"/>
          <p:cNvSpPr txBox="1"/>
          <p:nvPr/>
        </p:nvSpPr>
        <p:spPr>
          <a:xfrm>
            <a:off x="7531510" y="3387581"/>
            <a:ext cx="1332916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  <a:p>
            <a:pPr>
              <a:def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내용을 작성해주세요</a:t>
            </a:r>
          </a:p>
        </p:txBody>
      </p:sp>
      <p:pic>
        <p:nvPicPr>
          <p:cNvPr id="2852" name="그림 39" descr="그림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853" name="TextBox 40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856" name="그림 41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85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855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5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860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861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862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938" name="그룹 4"/>
          <p:cNvGrpSpPr/>
          <p:nvPr/>
        </p:nvGrpSpPr>
        <p:grpSpPr>
          <a:xfrm>
            <a:off x="844125" y="2259776"/>
            <a:ext cx="10503748" cy="3325126"/>
            <a:chOff x="-2" y="0"/>
            <a:chExt cx="10503748" cy="3325126"/>
          </a:xfrm>
        </p:grpSpPr>
        <p:sp>
          <p:nvSpPr>
            <p:cNvPr id="2863" name="자유형: 도형 9"/>
            <p:cNvSpPr/>
            <p:nvPr/>
          </p:nvSpPr>
          <p:spPr>
            <a:xfrm>
              <a:off x="5251873" y="437408"/>
              <a:ext cx="4602831" cy="593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6636"/>
                  </a:lnTo>
                  <a:lnTo>
                    <a:pt x="21600" y="16636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4" name="자유형: 도형 10"/>
            <p:cNvSpPr/>
            <p:nvPr/>
          </p:nvSpPr>
          <p:spPr>
            <a:xfrm>
              <a:off x="7403995" y="1359384"/>
              <a:ext cx="230986" cy="1119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5" name="자유형: 도형 11"/>
            <p:cNvSpPr/>
            <p:nvPr/>
          </p:nvSpPr>
          <p:spPr>
            <a:xfrm>
              <a:off x="7403995" y="1359384"/>
              <a:ext cx="230986" cy="46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6" name="자유형: 도형 12"/>
            <p:cNvSpPr/>
            <p:nvPr/>
          </p:nvSpPr>
          <p:spPr>
            <a:xfrm>
              <a:off x="5251873" y="437408"/>
              <a:ext cx="2768084" cy="593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6636"/>
                  </a:lnTo>
                  <a:lnTo>
                    <a:pt x="21600" y="16636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7" name="자유형: 도형 13"/>
            <p:cNvSpPr/>
            <p:nvPr/>
          </p:nvSpPr>
          <p:spPr>
            <a:xfrm>
              <a:off x="5591493" y="1359384"/>
              <a:ext cx="230986" cy="1119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8" name="자유형: 도형 14"/>
            <p:cNvSpPr/>
            <p:nvPr/>
          </p:nvSpPr>
          <p:spPr>
            <a:xfrm>
              <a:off x="5591493" y="1359384"/>
              <a:ext cx="230986" cy="46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9" name="자유형: 도형 15"/>
            <p:cNvSpPr/>
            <p:nvPr/>
          </p:nvSpPr>
          <p:spPr>
            <a:xfrm>
              <a:off x="5251873" y="437408"/>
              <a:ext cx="955583" cy="593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6636"/>
                  </a:lnTo>
                  <a:lnTo>
                    <a:pt x="21600" y="16636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0" name="자유형: 도형 16"/>
            <p:cNvSpPr/>
            <p:nvPr/>
          </p:nvSpPr>
          <p:spPr>
            <a:xfrm>
              <a:off x="3778992" y="1359384"/>
              <a:ext cx="230986" cy="1119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1" name="자유형: 도형 17"/>
            <p:cNvSpPr/>
            <p:nvPr/>
          </p:nvSpPr>
          <p:spPr>
            <a:xfrm>
              <a:off x="3778992" y="1359384"/>
              <a:ext cx="230986" cy="46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2" name="자유형: 도형 18"/>
            <p:cNvSpPr/>
            <p:nvPr/>
          </p:nvSpPr>
          <p:spPr>
            <a:xfrm>
              <a:off x="4394953" y="437408"/>
              <a:ext cx="856919" cy="593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6636"/>
                  </a:lnTo>
                  <a:lnTo>
                    <a:pt x="0" y="16636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3" name="자유형: 도형 19"/>
            <p:cNvSpPr/>
            <p:nvPr/>
          </p:nvSpPr>
          <p:spPr>
            <a:xfrm>
              <a:off x="1966491" y="1359384"/>
              <a:ext cx="230986" cy="1774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4" name="자유형: 도형 20"/>
            <p:cNvSpPr/>
            <p:nvPr/>
          </p:nvSpPr>
          <p:spPr>
            <a:xfrm>
              <a:off x="1966491" y="1359384"/>
              <a:ext cx="230986" cy="1119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5" name="자유형: 도형 21"/>
            <p:cNvSpPr/>
            <p:nvPr/>
          </p:nvSpPr>
          <p:spPr>
            <a:xfrm>
              <a:off x="1966491" y="1359384"/>
              <a:ext cx="230986" cy="46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6" name="자유형: 도형 22"/>
            <p:cNvSpPr/>
            <p:nvPr/>
          </p:nvSpPr>
          <p:spPr>
            <a:xfrm>
              <a:off x="2582453" y="437408"/>
              <a:ext cx="2669420" cy="593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6636"/>
                  </a:lnTo>
                  <a:lnTo>
                    <a:pt x="0" y="16636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7" name="자유형: 도형 23"/>
            <p:cNvSpPr/>
            <p:nvPr/>
          </p:nvSpPr>
          <p:spPr>
            <a:xfrm>
              <a:off x="153989" y="1359384"/>
              <a:ext cx="230986" cy="1774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8" name="자유형: 도형 24"/>
            <p:cNvSpPr/>
            <p:nvPr/>
          </p:nvSpPr>
          <p:spPr>
            <a:xfrm>
              <a:off x="153989" y="1359384"/>
              <a:ext cx="230986" cy="1119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9" name="자유형: 도형 25"/>
            <p:cNvSpPr/>
            <p:nvPr/>
          </p:nvSpPr>
          <p:spPr>
            <a:xfrm>
              <a:off x="153989" y="1359384"/>
              <a:ext cx="230986" cy="46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80" name="자유형: 도형 26"/>
            <p:cNvSpPr/>
            <p:nvPr/>
          </p:nvSpPr>
          <p:spPr>
            <a:xfrm>
              <a:off x="769951" y="437408"/>
              <a:ext cx="4481922" cy="593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6636"/>
                  </a:lnTo>
                  <a:lnTo>
                    <a:pt x="0" y="16636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5F82A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2883" name="자유형: 도형 27"/>
            <p:cNvGrpSpPr/>
            <p:nvPr/>
          </p:nvGrpSpPr>
          <p:grpSpPr>
            <a:xfrm>
              <a:off x="4113257" y="0"/>
              <a:ext cx="2277231" cy="437410"/>
              <a:chOff x="-1" y="0"/>
              <a:chExt cx="2277229" cy="437408"/>
            </a:xfrm>
          </p:grpSpPr>
          <p:sp>
            <p:nvSpPr>
              <p:cNvPr id="2881" name="Rectangle"/>
              <p:cNvSpPr/>
              <p:nvPr/>
            </p:nvSpPr>
            <p:spPr>
              <a:xfrm>
                <a:off x="-1" y="0"/>
                <a:ext cx="2277229" cy="437408"/>
              </a:xfrm>
              <a:prstGeom prst="rect">
                <a:avLst/>
              </a:prstGeom>
              <a:solidFill>
                <a:srgbClr val="126BF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882" name="CEO"/>
              <p:cNvSpPr txBox="1"/>
              <p:nvPr/>
            </p:nvSpPr>
            <p:spPr>
              <a:xfrm>
                <a:off x="6349" y="87893"/>
                <a:ext cx="2264529" cy="2616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CEO</a:t>
                </a:r>
              </a:p>
            </p:txBody>
          </p:sp>
        </p:grpSp>
        <p:grpSp>
          <p:nvGrpSpPr>
            <p:cNvPr id="2886" name="자유형: 도형 28"/>
            <p:cNvGrpSpPr/>
            <p:nvPr/>
          </p:nvGrpSpPr>
          <p:grpSpPr>
            <a:xfrm>
              <a:off x="-2" y="988807"/>
              <a:ext cx="1539907" cy="370578"/>
              <a:chOff x="-1" y="0"/>
              <a:chExt cx="1539905" cy="370576"/>
            </a:xfrm>
          </p:grpSpPr>
          <p:sp>
            <p:nvSpPr>
              <p:cNvPr id="2884" name="Rectangle"/>
              <p:cNvSpPr/>
              <p:nvPr/>
            </p:nvSpPr>
            <p:spPr>
              <a:xfrm>
                <a:off x="-1" y="0"/>
                <a:ext cx="1539905" cy="370576"/>
              </a:xfrm>
              <a:prstGeom prst="rect">
                <a:avLst/>
              </a:prstGeom>
              <a:solidFill>
                <a:srgbClr val="5F82A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885" name="부서01"/>
              <p:cNvSpPr txBox="1"/>
              <p:nvPr/>
            </p:nvSpPr>
            <p:spPr>
              <a:xfrm>
                <a:off x="6349" y="47363"/>
                <a:ext cx="1527205" cy="2758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r>
                  <a:t>부서01</a:t>
                </a:r>
              </a:p>
            </p:txBody>
          </p:sp>
        </p:grpSp>
        <p:grpSp>
          <p:nvGrpSpPr>
            <p:cNvPr id="2889" name="자유형: 도형 29"/>
            <p:cNvGrpSpPr/>
            <p:nvPr/>
          </p:nvGrpSpPr>
          <p:grpSpPr>
            <a:xfrm>
              <a:off x="384976" y="1631981"/>
              <a:ext cx="1298085" cy="382652"/>
              <a:chOff x="0" y="-1"/>
              <a:chExt cx="1298083" cy="382651"/>
            </a:xfrm>
          </p:grpSpPr>
          <p:sp>
            <p:nvSpPr>
              <p:cNvPr id="2887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888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892" name="자유형: 도형 30"/>
            <p:cNvGrpSpPr/>
            <p:nvPr/>
          </p:nvGrpSpPr>
          <p:grpSpPr>
            <a:xfrm>
              <a:off x="384976" y="2287227"/>
              <a:ext cx="1298085" cy="382652"/>
              <a:chOff x="0" y="-1"/>
              <a:chExt cx="1298083" cy="382651"/>
            </a:xfrm>
          </p:grpSpPr>
          <p:sp>
            <p:nvSpPr>
              <p:cNvPr id="2890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891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895" name="자유형: 도형 31"/>
            <p:cNvGrpSpPr/>
            <p:nvPr/>
          </p:nvGrpSpPr>
          <p:grpSpPr>
            <a:xfrm>
              <a:off x="384976" y="2942474"/>
              <a:ext cx="1298085" cy="382652"/>
              <a:chOff x="0" y="-1"/>
              <a:chExt cx="1298083" cy="382651"/>
            </a:xfrm>
          </p:grpSpPr>
          <p:sp>
            <p:nvSpPr>
              <p:cNvPr id="2893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894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898" name="자유형: 도형 32"/>
            <p:cNvGrpSpPr/>
            <p:nvPr/>
          </p:nvGrpSpPr>
          <p:grpSpPr>
            <a:xfrm>
              <a:off x="1812499" y="988807"/>
              <a:ext cx="1539906" cy="370578"/>
              <a:chOff x="-1" y="0"/>
              <a:chExt cx="1539905" cy="370576"/>
            </a:xfrm>
          </p:grpSpPr>
          <p:sp>
            <p:nvSpPr>
              <p:cNvPr id="2896" name="Rectangle"/>
              <p:cNvSpPr/>
              <p:nvPr/>
            </p:nvSpPr>
            <p:spPr>
              <a:xfrm>
                <a:off x="-1" y="0"/>
                <a:ext cx="1539905" cy="370576"/>
              </a:xfrm>
              <a:prstGeom prst="rect">
                <a:avLst/>
              </a:prstGeom>
              <a:solidFill>
                <a:srgbClr val="5F82A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897" name="부서02"/>
              <p:cNvSpPr txBox="1"/>
              <p:nvPr/>
            </p:nvSpPr>
            <p:spPr>
              <a:xfrm>
                <a:off x="6349" y="47363"/>
                <a:ext cx="1527205" cy="2758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r>
                  <a:t>부서02</a:t>
                </a:r>
              </a:p>
            </p:txBody>
          </p:sp>
        </p:grpSp>
        <p:grpSp>
          <p:nvGrpSpPr>
            <p:cNvPr id="2901" name="자유형: 도형 33"/>
            <p:cNvGrpSpPr/>
            <p:nvPr/>
          </p:nvGrpSpPr>
          <p:grpSpPr>
            <a:xfrm>
              <a:off x="2197477" y="1631981"/>
              <a:ext cx="1298085" cy="382652"/>
              <a:chOff x="0" y="-1"/>
              <a:chExt cx="1298083" cy="382651"/>
            </a:xfrm>
          </p:grpSpPr>
          <p:sp>
            <p:nvSpPr>
              <p:cNvPr id="2899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00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04" name="자유형: 도형 34"/>
            <p:cNvGrpSpPr/>
            <p:nvPr/>
          </p:nvGrpSpPr>
          <p:grpSpPr>
            <a:xfrm>
              <a:off x="2197477" y="2287227"/>
              <a:ext cx="1298085" cy="382652"/>
              <a:chOff x="0" y="-1"/>
              <a:chExt cx="1298083" cy="382651"/>
            </a:xfrm>
          </p:grpSpPr>
          <p:sp>
            <p:nvSpPr>
              <p:cNvPr id="2902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03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07" name="자유형: 도형 35"/>
            <p:cNvGrpSpPr/>
            <p:nvPr/>
          </p:nvGrpSpPr>
          <p:grpSpPr>
            <a:xfrm>
              <a:off x="2197477" y="2942474"/>
              <a:ext cx="1298085" cy="382652"/>
              <a:chOff x="0" y="-1"/>
              <a:chExt cx="1298083" cy="382651"/>
            </a:xfrm>
          </p:grpSpPr>
          <p:sp>
            <p:nvSpPr>
              <p:cNvPr id="2905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06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10" name="자유형: 도형 36"/>
            <p:cNvGrpSpPr/>
            <p:nvPr/>
          </p:nvGrpSpPr>
          <p:grpSpPr>
            <a:xfrm>
              <a:off x="3625000" y="988807"/>
              <a:ext cx="1539906" cy="370578"/>
              <a:chOff x="-1" y="0"/>
              <a:chExt cx="1539905" cy="370576"/>
            </a:xfrm>
          </p:grpSpPr>
          <p:sp>
            <p:nvSpPr>
              <p:cNvPr id="2908" name="Rectangle"/>
              <p:cNvSpPr/>
              <p:nvPr/>
            </p:nvSpPr>
            <p:spPr>
              <a:xfrm>
                <a:off x="-1" y="0"/>
                <a:ext cx="1539905" cy="370576"/>
              </a:xfrm>
              <a:prstGeom prst="rect">
                <a:avLst/>
              </a:prstGeom>
              <a:solidFill>
                <a:srgbClr val="5F82A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09" name="부서03"/>
              <p:cNvSpPr txBox="1"/>
              <p:nvPr/>
            </p:nvSpPr>
            <p:spPr>
              <a:xfrm>
                <a:off x="6349" y="47363"/>
                <a:ext cx="1527205" cy="2758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r>
                  <a:t>부서03</a:t>
                </a:r>
              </a:p>
            </p:txBody>
          </p:sp>
        </p:grpSp>
        <p:grpSp>
          <p:nvGrpSpPr>
            <p:cNvPr id="2913" name="자유형: 도형 37"/>
            <p:cNvGrpSpPr/>
            <p:nvPr/>
          </p:nvGrpSpPr>
          <p:grpSpPr>
            <a:xfrm>
              <a:off x="4009978" y="1631981"/>
              <a:ext cx="1298085" cy="382652"/>
              <a:chOff x="0" y="-1"/>
              <a:chExt cx="1298083" cy="382651"/>
            </a:xfrm>
          </p:grpSpPr>
          <p:sp>
            <p:nvSpPr>
              <p:cNvPr id="2911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12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16" name="자유형: 도형 38"/>
            <p:cNvGrpSpPr/>
            <p:nvPr/>
          </p:nvGrpSpPr>
          <p:grpSpPr>
            <a:xfrm>
              <a:off x="4009978" y="2287227"/>
              <a:ext cx="1298085" cy="382652"/>
              <a:chOff x="0" y="-1"/>
              <a:chExt cx="1298083" cy="382651"/>
            </a:xfrm>
          </p:grpSpPr>
          <p:sp>
            <p:nvSpPr>
              <p:cNvPr id="2914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15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19" name="자유형: 도형 39"/>
            <p:cNvGrpSpPr/>
            <p:nvPr/>
          </p:nvGrpSpPr>
          <p:grpSpPr>
            <a:xfrm>
              <a:off x="5437501" y="988807"/>
              <a:ext cx="1539906" cy="370578"/>
              <a:chOff x="-1" y="0"/>
              <a:chExt cx="1539905" cy="370576"/>
            </a:xfrm>
          </p:grpSpPr>
          <p:sp>
            <p:nvSpPr>
              <p:cNvPr id="2917" name="Rectangle"/>
              <p:cNvSpPr/>
              <p:nvPr/>
            </p:nvSpPr>
            <p:spPr>
              <a:xfrm>
                <a:off x="-1" y="0"/>
                <a:ext cx="1539905" cy="370576"/>
              </a:xfrm>
              <a:prstGeom prst="rect">
                <a:avLst/>
              </a:prstGeom>
              <a:solidFill>
                <a:srgbClr val="5F82A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18" name="부서04"/>
              <p:cNvSpPr txBox="1"/>
              <p:nvPr/>
            </p:nvSpPr>
            <p:spPr>
              <a:xfrm>
                <a:off x="6349" y="47363"/>
                <a:ext cx="1527205" cy="2758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r>
                  <a:t>부서04</a:t>
                </a:r>
              </a:p>
            </p:txBody>
          </p:sp>
        </p:grpSp>
        <p:grpSp>
          <p:nvGrpSpPr>
            <p:cNvPr id="2922" name="자유형: 도형 40"/>
            <p:cNvGrpSpPr/>
            <p:nvPr/>
          </p:nvGrpSpPr>
          <p:grpSpPr>
            <a:xfrm>
              <a:off x="5822479" y="1631981"/>
              <a:ext cx="1298085" cy="382652"/>
              <a:chOff x="0" y="-1"/>
              <a:chExt cx="1298083" cy="382651"/>
            </a:xfrm>
          </p:grpSpPr>
          <p:sp>
            <p:nvSpPr>
              <p:cNvPr id="2920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21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25" name="자유형: 도형 41"/>
            <p:cNvGrpSpPr/>
            <p:nvPr/>
          </p:nvGrpSpPr>
          <p:grpSpPr>
            <a:xfrm>
              <a:off x="5822479" y="2287227"/>
              <a:ext cx="1298085" cy="382652"/>
              <a:chOff x="0" y="-1"/>
              <a:chExt cx="1298083" cy="382651"/>
            </a:xfrm>
          </p:grpSpPr>
          <p:sp>
            <p:nvSpPr>
              <p:cNvPr id="2923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24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28" name="자유형: 도형 42"/>
            <p:cNvGrpSpPr/>
            <p:nvPr/>
          </p:nvGrpSpPr>
          <p:grpSpPr>
            <a:xfrm>
              <a:off x="7250002" y="988807"/>
              <a:ext cx="1539906" cy="370578"/>
              <a:chOff x="-1" y="0"/>
              <a:chExt cx="1539905" cy="370576"/>
            </a:xfrm>
          </p:grpSpPr>
          <p:sp>
            <p:nvSpPr>
              <p:cNvPr id="2926" name="Rectangle"/>
              <p:cNvSpPr/>
              <p:nvPr/>
            </p:nvSpPr>
            <p:spPr>
              <a:xfrm>
                <a:off x="-1" y="0"/>
                <a:ext cx="1539905" cy="370576"/>
              </a:xfrm>
              <a:prstGeom prst="rect">
                <a:avLst/>
              </a:prstGeom>
              <a:solidFill>
                <a:srgbClr val="5F82A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27" name="부서05"/>
              <p:cNvSpPr txBox="1"/>
              <p:nvPr/>
            </p:nvSpPr>
            <p:spPr>
              <a:xfrm>
                <a:off x="6349" y="47363"/>
                <a:ext cx="1527205" cy="2758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r>
                  <a:t>부서05</a:t>
                </a:r>
              </a:p>
            </p:txBody>
          </p:sp>
        </p:grpSp>
        <p:grpSp>
          <p:nvGrpSpPr>
            <p:cNvPr id="2931" name="자유형: 도형 43"/>
            <p:cNvGrpSpPr/>
            <p:nvPr/>
          </p:nvGrpSpPr>
          <p:grpSpPr>
            <a:xfrm>
              <a:off x="7634980" y="1631981"/>
              <a:ext cx="1298085" cy="382652"/>
              <a:chOff x="0" y="-1"/>
              <a:chExt cx="1298083" cy="382651"/>
            </a:xfrm>
          </p:grpSpPr>
          <p:sp>
            <p:nvSpPr>
              <p:cNvPr id="2929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30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34" name="자유형: 도형 44"/>
            <p:cNvGrpSpPr/>
            <p:nvPr/>
          </p:nvGrpSpPr>
          <p:grpSpPr>
            <a:xfrm>
              <a:off x="7634980" y="2287227"/>
              <a:ext cx="1298085" cy="382652"/>
              <a:chOff x="0" y="-1"/>
              <a:chExt cx="1298083" cy="382651"/>
            </a:xfrm>
          </p:grpSpPr>
          <p:sp>
            <p:nvSpPr>
              <p:cNvPr id="2932" name="Rectangle"/>
              <p:cNvSpPr/>
              <p:nvPr/>
            </p:nvSpPr>
            <p:spPr>
              <a:xfrm>
                <a:off x="0" y="-1"/>
                <a:ext cx="1298083" cy="382651"/>
              </a:xfrm>
              <a:prstGeom prst="rect">
                <a:avLst/>
              </a:prstGeom>
              <a:solidFill>
                <a:srgbClr val="87B9FA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33" name="담당자"/>
              <p:cNvSpPr txBox="1"/>
              <p:nvPr/>
            </p:nvSpPr>
            <p:spPr>
              <a:xfrm>
                <a:off x="6350" y="74484"/>
                <a:ext cx="1285383" cy="233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lvl1pPr>
              </a:lstStyle>
              <a:p>
                <a:r>
                  <a:t>담당자</a:t>
                </a:r>
              </a:p>
            </p:txBody>
          </p:sp>
        </p:grpSp>
        <p:grpSp>
          <p:nvGrpSpPr>
            <p:cNvPr id="2937" name="자유형: 도형 45"/>
            <p:cNvGrpSpPr/>
            <p:nvPr/>
          </p:nvGrpSpPr>
          <p:grpSpPr>
            <a:xfrm>
              <a:off x="9205661" y="988806"/>
              <a:ext cx="1298085" cy="649044"/>
              <a:chOff x="0" y="-1"/>
              <a:chExt cx="1298083" cy="649043"/>
            </a:xfrm>
          </p:grpSpPr>
          <p:sp>
            <p:nvSpPr>
              <p:cNvPr id="2935" name="Rectangle"/>
              <p:cNvSpPr/>
              <p:nvPr/>
            </p:nvSpPr>
            <p:spPr>
              <a:xfrm>
                <a:off x="0" y="-1"/>
                <a:ext cx="1298083" cy="649043"/>
              </a:xfrm>
              <a:prstGeom prst="rect">
                <a:avLst/>
              </a:prstGeom>
              <a:solidFill>
                <a:srgbClr val="5F82A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endParaRPr/>
              </a:p>
            </p:txBody>
          </p:sp>
          <p:sp>
            <p:nvSpPr>
              <p:cNvPr id="2936" name="부서06"/>
              <p:cNvSpPr txBox="1"/>
              <p:nvPr/>
            </p:nvSpPr>
            <p:spPr>
              <a:xfrm>
                <a:off x="6350" y="186596"/>
                <a:ext cx="1285383" cy="2758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Pretendard Medium"/>
                    <a:ea typeface="Pretendard Medium"/>
                    <a:cs typeface="Pretendard Medium"/>
                    <a:sym typeface="Pretendard Medium"/>
                  </a:defRPr>
                </a:pPr>
                <a:r>
                  <a:t>부서06</a:t>
                </a:r>
              </a:p>
            </p:txBody>
          </p:sp>
        </p:grpSp>
      </p:grpSp>
      <p:pic>
        <p:nvPicPr>
          <p:cNvPr id="2939" name="그림 46" descr="그림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940" name="TextBox 47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943" name="그림 48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941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942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46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947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948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949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50" name="Freeform: Shape 48"/>
          <p:cNvSpPr/>
          <p:nvPr/>
        </p:nvSpPr>
        <p:spPr>
          <a:xfrm>
            <a:off x="2003809" y="2362379"/>
            <a:ext cx="532140" cy="5316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8" y="2461"/>
                </a:moveTo>
                <a:cubicBezTo>
                  <a:pt x="8951" y="807"/>
                  <a:pt x="10918" y="0"/>
                  <a:pt x="13220" y="0"/>
                </a:cubicBezTo>
                <a:cubicBezTo>
                  <a:pt x="15521" y="0"/>
                  <a:pt x="17508" y="827"/>
                  <a:pt x="19141" y="2461"/>
                </a:cubicBezTo>
                <a:cubicBezTo>
                  <a:pt x="20793" y="4115"/>
                  <a:pt x="21600" y="6084"/>
                  <a:pt x="21600" y="8388"/>
                </a:cubicBezTo>
                <a:cubicBezTo>
                  <a:pt x="21600" y="10692"/>
                  <a:pt x="20774" y="12680"/>
                  <a:pt x="19141" y="14315"/>
                </a:cubicBezTo>
                <a:cubicBezTo>
                  <a:pt x="17489" y="15969"/>
                  <a:pt x="15521" y="16776"/>
                  <a:pt x="13220" y="16776"/>
                </a:cubicBezTo>
                <a:cubicBezTo>
                  <a:pt x="11233" y="16776"/>
                  <a:pt x="9462" y="16146"/>
                  <a:pt x="7928" y="14886"/>
                </a:cubicBezTo>
                <a:lnTo>
                  <a:pt x="1259" y="21600"/>
                </a:lnTo>
                <a:lnTo>
                  <a:pt x="0" y="20340"/>
                </a:lnTo>
                <a:lnTo>
                  <a:pt x="6708" y="13665"/>
                </a:lnTo>
                <a:cubicBezTo>
                  <a:pt x="5449" y="12129"/>
                  <a:pt x="4820" y="10357"/>
                  <a:pt x="4820" y="8368"/>
                </a:cubicBezTo>
                <a:cubicBezTo>
                  <a:pt x="4839" y="6084"/>
                  <a:pt x="5666" y="4096"/>
                  <a:pt x="7298" y="2461"/>
                </a:cubicBezTo>
                <a:close/>
                <a:moveTo>
                  <a:pt x="17980" y="3643"/>
                </a:moveTo>
                <a:cubicBezTo>
                  <a:pt x="16662" y="2323"/>
                  <a:pt x="15088" y="1674"/>
                  <a:pt x="13239" y="1674"/>
                </a:cubicBezTo>
                <a:cubicBezTo>
                  <a:pt x="11390" y="1674"/>
                  <a:pt x="9797" y="2323"/>
                  <a:pt x="8498" y="3643"/>
                </a:cubicBezTo>
                <a:cubicBezTo>
                  <a:pt x="7200" y="4962"/>
                  <a:pt x="6531" y="6537"/>
                  <a:pt x="6531" y="8388"/>
                </a:cubicBezTo>
                <a:cubicBezTo>
                  <a:pt x="6531" y="10239"/>
                  <a:pt x="7180" y="11834"/>
                  <a:pt x="8498" y="13133"/>
                </a:cubicBezTo>
                <a:cubicBezTo>
                  <a:pt x="9816" y="14433"/>
                  <a:pt x="11390" y="15102"/>
                  <a:pt x="13239" y="15102"/>
                </a:cubicBezTo>
                <a:cubicBezTo>
                  <a:pt x="15088" y="15102"/>
                  <a:pt x="16682" y="14452"/>
                  <a:pt x="17980" y="13133"/>
                </a:cubicBezTo>
                <a:cubicBezTo>
                  <a:pt x="19279" y="11814"/>
                  <a:pt x="19948" y="10239"/>
                  <a:pt x="19948" y="8388"/>
                </a:cubicBezTo>
                <a:cubicBezTo>
                  <a:pt x="19948" y="6537"/>
                  <a:pt x="19279" y="4942"/>
                  <a:pt x="17980" y="3643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951" name="Rectangle 57"/>
          <p:cNvSpPr txBox="1"/>
          <p:nvPr/>
        </p:nvSpPr>
        <p:spPr>
          <a:xfrm>
            <a:off x="1521331" y="2986364"/>
            <a:ext cx="149321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Keyword</a:t>
            </a:r>
          </a:p>
        </p:txBody>
      </p:sp>
      <p:sp>
        <p:nvSpPr>
          <p:cNvPr id="2952" name="TextBox 9"/>
          <p:cNvSpPr txBox="1"/>
          <p:nvPr/>
        </p:nvSpPr>
        <p:spPr>
          <a:xfrm>
            <a:off x="1499083" y="3533340"/>
            <a:ext cx="1537712" cy="130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내용을 입력해주세요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간략하게 써주세요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핵심만 간단히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정리해주세요</a:t>
            </a:r>
          </a:p>
        </p:txBody>
      </p:sp>
      <p:grpSp>
        <p:nvGrpSpPr>
          <p:cNvPr id="2955" name="사각형: 둥근 모서리 10"/>
          <p:cNvGrpSpPr/>
          <p:nvPr/>
        </p:nvGrpSpPr>
        <p:grpSpPr>
          <a:xfrm>
            <a:off x="1459306" y="5622120"/>
            <a:ext cx="1617266" cy="457201"/>
            <a:chOff x="0" y="0"/>
            <a:chExt cx="1617264" cy="457200"/>
          </a:xfrm>
        </p:grpSpPr>
        <p:sp>
          <p:nvSpPr>
            <p:cNvPr id="2953" name="Rounded Rectangle"/>
            <p:cNvSpPr/>
            <p:nvPr/>
          </p:nvSpPr>
          <p:spPr>
            <a:xfrm>
              <a:off x="0" y="0"/>
              <a:ext cx="1617264" cy="457200"/>
            </a:xfrm>
            <a:prstGeom prst="roundRect">
              <a:avLst>
                <a:gd name="adj" fmla="val 25556"/>
              </a:avLst>
            </a:prstGeom>
            <a:gradFill flip="none" rotWithShape="1">
              <a:gsLst>
                <a:gs pos="0">
                  <a:srgbClr val="87B9FA"/>
                </a:gs>
                <a:gs pos="55000">
                  <a:srgbClr val="126BF6"/>
                </a:gs>
              </a:gsLst>
              <a:lin ang="135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54" name="세부내용"/>
            <p:cNvSpPr txBox="1"/>
            <p:nvPr/>
          </p:nvSpPr>
          <p:spPr>
            <a:xfrm>
              <a:off x="79942" y="49530"/>
              <a:ext cx="145738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세부내용</a:t>
              </a:r>
            </a:p>
          </p:txBody>
        </p:sp>
      </p:grpSp>
      <p:sp>
        <p:nvSpPr>
          <p:cNvPr id="2956" name="Rectangle 57"/>
          <p:cNvSpPr txBox="1"/>
          <p:nvPr/>
        </p:nvSpPr>
        <p:spPr>
          <a:xfrm>
            <a:off x="1488753" y="4869371"/>
            <a:ext cx="155837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19,000</a:t>
            </a:r>
          </a:p>
        </p:txBody>
      </p:sp>
      <p:sp>
        <p:nvSpPr>
          <p:cNvPr id="2957" name="Freeform: Shape 19"/>
          <p:cNvSpPr/>
          <p:nvPr/>
        </p:nvSpPr>
        <p:spPr>
          <a:xfrm>
            <a:off x="4555849" y="2426836"/>
            <a:ext cx="530482" cy="4168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1536" y="1978"/>
                </a:moveTo>
                <a:lnTo>
                  <a:pt x="1536" y="14607"/>
                </a:lnTo>
                <a:lnTo>
                  <a:pt x="6363" y="8465"/>
                </a:lnTo>
                <a:lnTo>
                  <a:pt x="6941" y="7729"/>
                </a:lnTo>
                <a:lnTo>
                  <a:pt x="7519" y="8465"/>
                </a:lnTo>
                <a:lnTo>
                  <a:pt x="11948" y="14101"/>
                </a:lnTo>
                <a:lnTo>
                  <a:pt x="14840" y="10420"/>
                </a:lnTo>
                <a:lnTo>
                  <a:pt x="15418" y="9684"/>
                </a:lnTo>
                <a:lnTo>
                  <a:pt x="15997" y="10420"/>
                </a:lnTo>
                <a:lnTo>
                  <a:pt x="20046" y="15573"/>
                </a:lnTo>
                <a:lnTo>
                  <a:pt x="20046" y="1955"/>
                </a:lnTo>
                <a:lnTo>
                  <a:pt x="1536" y="1955"/>
                </a:lnTo>
                <a:close/>
                <a:moveTo>
                  <a:pt x="6941" y="10558"/>
                </a:moveTo>
                <a:lnTo>
                  <a:pt x="1536" y="17436"/>
                </a:lnTo>
                <a:lnTo>
                  <a:pt x="1536" y="19645"/>
                </a:lnTo>
                <a:lnTo>
                  <a:pt x="14008" y="19645"/>
                </a:lnTo>
                <a:lnTo>
                  <a:pt x="6941" y="10558"/>
                </a:lnTo>
                <a:close/>
                <a:moveTo>
                  <a:pt x="15418" y="12514"/>
                </a:moveTo>
                <a:lnTo>
                  <a:pt x="13014" y="15527"/>
                </a:lnTo>
                <a:lnTo>
                  <a:pt x="16195" y="19645"/>
                </a:lnTo>
                <a:lnTo>
                  <a:pt x="20046" y="19645"/>
                </a:lnTo>
                <a:lnTo>
                  <a:pt x="20046" y="18426"/>
                </a:lnTo>
                <a:lnTo>
                  <a:pt x="15418" y="12514"/>
                </a:lnTo>
                <a:close/>
                <a:moveTo>
                  <a:pt x="15870" y="4509"/>
                </a:moveTo>
                <a:cubicBezTo>
                  <a:pt x="16177" y="4118"/>
                  <a:pt x="16539" y="3934"/>
                  <a:pt x="16955" y="3934"/>
                </a:cubicBezTo>
                <a:cubicBezTo>
                  <a:pt x="17370" y="3934"/>
                  <a:pt x="17732" y="4118"/>
                  <a:pt x="18039" y="4509"/>
                </a:cubicBezTo>
                <a:cubicBezTo>
                  <a:pt x="18346" y="4900"/>
                  <a:pt x="18491" y="5360"/>
                  <a:pt x="18491" y="5889"/>
                </a:cubicBezTo>
                <a:cubicBezTo>
                  <a:pt x="18491" y="6418"/>
                  <a:pt x="18346" y="6878"/>
                  <a:pt x="18039" y="7269"/>
                </a:cubicBezTo>
                <a:cubicBezTo>
                  <a:pt x="17732" y="7660"/>
                  <a:pt x="17370" y="7844"/>
                  <a:pt x="16955" y="7844"/>
                </a:cubicBezTo>
                <a:cubicBezTo>
                  <a:pt x="16539" y="7844"/>
                  <a:pt x="16177" y="7660"/>
                  <a:pt x="15870" y="7269"/>
                </a:cubicBezTo>
                <a:cubicBezTo>
                  <a:pt x="15563" y="6878"/>
                  <a:pt x="15418" y="6418"/>
                  <a:pt x="15418" y="5889"/>
                </a:cubicBezTo>
                <a:cubicBezTo>
                  <a:pt x="15418" y="5360"/>
                  <a:pt x="15563" y="4900"/>
                  <a:pt x="15870" y="4509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958" name="Rectangle 57"/>
          <p:cNvSpPr txBox="1"/>
          <p:nvPr/>
        </p:nvSpPr>
        <p:spPr>
          <a:xfrm>
            <a:off x="4073373" y="2986364"/>
            <a:ext cx="149321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Keyword</a:t>
            </a:r>
          </a:p>
        </p:txBody>
      </p:sp>
      <p:sp>
        <p:nvSpPr>
          <p:cNvPr id="2959" name="TextBox 14"/>
          <p:cNvSpPr txBox="1"/>
          <p:nvPr/>
        </p:nvSpPr>
        <p:spPr>
          <a:xfrm>
            <a:off x="4051124" y="3533340"/>
            <a:ext cx="1537712" cy="130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내용을 입력해주세요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간략하게 써주세요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핵심만 간단히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정리해주세요</a:t>
            </a:r>
          </a:p>
        </p:txBody>
      </p:sp>
      <p:grpSp>
        <p:nvGrpSpPr>
          <p:cNvPr id="2962" name="사각형: 둥근 모서리 15"/>
          <p:cNvGrpSpPr/>
          <p:nvPr/>
        </p:nvGrpSpPr>
        <p:grpSpPr>
          <a:xfrm>
            <a:off x="4011348" y="5622120"/>
            <a:ext cx="1617266" cy="457201"/>
            <a:chOff x="0" y="0"/>
            <a:chExt cx="1617264" cy="457200"/>
          </a:xfrm>
        </p:grpSpPr>
        <p:sp>
          <p:nvSpPr>
            <p:cNvPr id="2960" name="Rounded Rectangle"/>
            <p:cNvSpPr/>
            <p:nvPr/>
          </p:nvSpPr>
          <p:spPr>
            <a:xfrm>
              <a:off x="0" y="0"/>
              <a:ext cx="1617264" cy="457200"/>
            </a:xfrm>
            <a:prstGeom prst="roundRect">
              <a:avLst>
                <a:gd name="adj" fmla="val 25556"/>
              </a:avLst>
            </a:prstGeom>
            <a:gradFill flip="none" rotWithShape="1">
              <a:gsLst>
                <a:gs pos="0">
                  <a:srgbClr val="87B9FA"/>
                </a:gs>
                <a:gs pos="55000">
                  <a:srgbClr val="126BF6"/>
                </a:gs>
              </a:gsLst>
              <a:lin ang="135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61" name="세부내용"/>
            <p:cNvSpPr txBox="1"/>
            <p:nvPr/>
          </p:nvSpPr>
          <p:spPr>
            <a:xfrm>
              <a:off x="79942" y="49530"/>
              <a:ext cx="145738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세부내용</a:t>
              </a:r>
            </a:p>
          </p:txBody>
        </p:sp>
      </p:grpSp>
      <p:sp>
        <p:nvSpPr>
          <p:cNvPr id="2963" name="Rectangle 57"/>
          <p:cNvSpPr txBox="1"/>
          <p:nvPr/>
        </p:nvSpPr>
        <p:spPr>
          <a:xfrm>
            <a:off x="4040795" y="4869371"/>
            <a:ext cx="155837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24,000</a:t>
            </a:r>
          </a:p>
        </p:txBody>
      </p:sp>
      <p:sp>
        <p:nvSpPr>
          <p:cNvPr id="2964" name="Freeform: Shape 172"/>
          <p:cNvSpPr/>
          <p:nvPr/>
        </p:nvSpPr>
        <p:spPr>
          <a:xfrm>
            <a:off x="7171689" y="2402127"/>
            <a:ext cx="403024" cy="523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14450" y="0"/>
                </a:lnTo>
                <a:lnTo>
                  <a:pt x="14855" y="214"/>
                </a:lnTo>
                <a:lnTo>
                  <a:pt x="21322" y="5196"/>
                </a:lnTo>
                <a:lnTo>
                  <a:pt x="21600" y="5507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  <a:moveTo>
                  <a:pt x="2173" y="1654"/>
                </a:moveTo>
                <a:lnTo>
                  <a:pt x="2173" y="19907"/>
                </a:lnTo>
                <a:lnTo>
                  <a:pt x="19427" y="19907"/>
                </a:lnTo>
                <a:lnTo>
                  <a:pt x="19427" y="6616"/>
                </a:lnTo>
                <a:lnTo>
                  <a:pt x="12960" y="6616"/>
                </a:lnTo>
                <a:lnTo>
                  <a:pt x="12960" y="1635"/>
                </a:lnTo>
                <a:lnTo>
                  <a:pt x="2173" y="1635"/>
                </a:lnTo>
                <a:close/>
                <a:moveTo>
                  <a:pt x="5406" y="8309"/>
                </a:moveTo>
                <a:lnTo>
                  <a:pt x="16194" y="8309"/>
                </a:lnTo>
                <a:lnTo>
                  <a:pt x="16194" y="9963"/>
                </a:lnTo>
                <a:lnTo>
                  <a:pt x="5406" y="9963"/>
                </a:lnTo>
                <a:lnTo>
                  <a:pt x="5406" y="8309"/>
                </a:lnTo>
                <a:close/>
                <a:moveTo>
                  <a:pt x="5406" y="11617"/>
                </a:moveTo>
                <a:lnTo>
                  <a:pt x="16194" y="11617"/>
                </a:lnTo>
                <a:lnTo>
                  <a:pt x="16194" y="13271"/>
                </a:lnTo>
                <a:lnTo>
                  <a:pt x="5406" y="13271"/>
                </a:lnTo>
                <a:lnTo>
                  <a:pt x="5406" y="11617"/>
                </a:lnTo>
                <a:close/>
                <a:moveTo>
                  <a:pt x="5406" y="14945"/>
                </a:moveTo>
                <a:lnTo>
                  <a:pt x="16194" y="14945"/>
                </a:lnTo>
                <a:lnTo>
                  <a:pt x="16194" y="16599"/>
                </a:lnTo>
                <a:lnTo>
                  <a:pt x="5406" y="16599"/>
                </a:lnTo>
                <a:lnTo>
                  <a:pt x="5406" y="14945"/>
                </a:lnTo>
                <a:close/>
                <a:moveTo>
                  <a:pt x="15107" y="2861"/>
                </a:moveTo>
                <a:lnTo>
                  <a:pt x="15107" y="4982"/>
                </a:lnTo>
                <a:lnTo>
                  <a:pt x="17861" y="4982"/>
                </a:lnTo>
                <a:lnTo>
                  <a:pt x="15107" y="2861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965" name="Rectangle 57"/>
          <p:cNvSpPr txBox="1"/>
          <p:nvPr/>
        </p:nvSpPr>
        <p:spPr>
          <a:xfrm>
            <a:off x="6625413" y="2986364"/>
            <a:ext cx="149321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Keyword</a:t>
            </a:r>
          </a:p>
        </p:txBody>
      </p:sp>
      <p:sp>
        <p:nvSpPr>
          <p:cNvPr id="2966" name="TextBox 19"/>
          <p:cNvSpPr txBox="1"/>
          <p:nvPr/>
        </p:nvSpPr>
        <p:spPr>
          <a:xfrm>
            <a:off x="6603164" y="3533340"/>
            <a:ext cx="1537713" cy="130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내용을 입력해주세요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간략하게 써주세요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핵심만 간단히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정리해주세요</a:t>
            </a:r>
          </a:p>
        </p:txBody>
      </p:sp>
      <p:grpSp>
        <p:nvGrpSpPr>
          <p:cNvPr id="2969" name="사각형: 둥근 모서리 20"/>
          <p:cNvGrpSpPr/>
          <p:nvPr/>
        </p:nvGrpSpPr>
        <p:grpSpPr>
          <a:xfrm>
            <a:off x="6563389" y="5622120"/>
            <a:ext cx="1617266" cy="457201"/>
            <a:chOff x="0" y="0"/>
            <a:chExt cx="1617264" cy="457200"/>
          </a:xfrm>
        </p:grpSpPr>
        <p:sp>
          <p:nvSpPr>
            <p:cNvPr id="2967" name="Rounded Rectangle"/>
            <p:cNvSpPr/>
            <p:nvPr/>
          </p:nvSpPr>
          <p:spPr>
            <a:xfrm>
              <a:off x="0" y="0"/>
              <a:ext cx="1617264" cy="457200"/>
            </a:xfrm>
            <a:prstGeom prst="roundRect">
              <a:avLst>
                <a:gd name="adj" fmla="val 25556"/>
              </a:avLst>
            </a:prstGeom>
            <a:gradFill flip="none" rotWithShape="1">
              <a:gsLst>
                <a:gs pos="0">
                  <a:srgbClr val="87B9FA"/>
                </a:gs>
                <a:gs pos="55000">
                  <a:srgbClr val="126BF6"/>
                </a:gs>
              </a:gsLst>
              <a:lin ang="135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68" name="세부내용"/>
            <p:cNvSpPr txBox="1"/>
            <p:nvPr/>
          </p:nvSpPr>
          <p:spPr>
            <a:xfrm>
              <a:off x="79942" y="49530"/>
              <a:ext cx="145738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세부내용</a:t>
              </a:r>
            </a:p>
          </p:txBody>
        </p:sp>
      </p:grpSp>
      <p:sp>
        <p:nvSpPr>
          <p:cNvPr id="2970" name="Rectangle 57"/>
          <p:cNvSpPr txBox="1"/>
          <p:nvPr/>
        </p:nvSpPr>
        <p:spPr>
          <a:xfrm>
            <a:off x="6592835" y="4869371"/>
            <a:ext cx="155837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31,000</a:t>
            </a:r>
          </a:p>
        </p:txBody>
      </p:sp>
      <p:sp>
        <p:nvSpPr>
          <p:cNvPr id="2971" name="Freeform: Shape 227"/>
          <p:cNvSpPr/>
          <p:nvPr/>
        </p:nvSpPr>
        <p:spPr>
          <a:xfrm>
            <a:off x="9708856" y="2457317"/>
            <a:ext cx="430853" cy="4128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659" y="0"/>
                </a:lnTo>
                <a:lnTo>
                  <a:pt x="5659" y="5906"/>
                </a:lnTo>
                <a:lnTo>
                  <a:pt x="0" y="5906"/>
                </a:lnTo>
                <a:lnTo>
                  <a:pt x="0" y="0"/>
                </a:lnTo>
                <a:close/>
                <a:moveTo>
                  <a:pt x="0" y="7859"/>
                </a:moveTo>
                <a:lnTo>
                  <a:pt x="5659" y="7859"/>
                </a:lnTo>
                <a:lnTo>
                  <a:pt x="5659" y="13764"/>
                </a:lnTo>
                <a:lnTo>
                  <a:pt x="0" y="13764"/>
                </a:lnTo>
                <a:lnTo>
                  <a:pt x="0" y="7859"/>
                </a:lnTo>
                <a:close/>
                <a:moveTo>
                  <a:pt x="0" y="15695"/>
                </a:moveTo>
                <a:lnTo>
                  <a:pt x="5659" y="15695"/>
                </a:lnTo>
                <a:lnTo>
                  <a:pt x="5659" y="21600"/>
                </a:lnTo>
                <a:lnTo>
                  <a:pt x="0" y="21600"/>
                </a:lnTo>
                <a:lnTo>
                  <a:pt x="0" y="15695"/>
                </a:lnTo>
                <a:close/>
                <a:moveTo>
                  <a:pt x="1872" y="1976"/>
                </a:moveTo>
                <a:lnTo>
                  <a:pt x="1872" y="3929"/>
                </a:lnTo>
                <a:lnTo>
                  <a:pt x="3743" y="3929"/>
                </a:lnTo>
                <a:lnTo>
                  <a:pt x="3743" y="1976"/>
                </a:lnTo>
                <a:lnTo>
                  <a:pt x="1872" y="1976"/>
                </a:lnTo>
                <a:close/>
                <a:moveTo>
                  <a:pt x="1872" y="9812"/>
                </a:moveTo>
                <a:lnTo>
                  <a:pt x="1872" y="11765"/>
                </a:lnTo>
                <a:lnTo>
                  <a:pt x="3743" y="11765"/>
                </a:lnTo>
                <a:lnTo>
                  <a:pt x="3743" y="9812"/>
                </a:lnTo>
                <a:lnTo>
                  <a:pt x="1872" y="9812"/>
                </a:lnTo>
                <a:close/>
                <a:moveTo>
                  <a:pt x="1872" y="17648"/>
                </a:moveTo>
                <a:lnTo>
                  <a:pt x="1872" y="19601"/>
                </a:lnTo>
                <a:lnTo>
                  <a:pt x="3743" y="19601"/>
                </a:lnTo>
                <a:lnTo>
                  <a:pt x="3743" y="17648"/>
                </a:lnTo>
                <a:lnTo>
                  <a:pt x="1872" y="17648"/>
                </a:lnTo>
                <a:close/>
                <a:moveTo>
                  <a:pt x="7508" y="1976"/>
                </a:moveTo>
                <a:lnTo>
                  <a:pt x="21600" y="1976"/>
                </a:lnTo>
                <a:lnTo>
                  <a:pt x="21600" y="3929"/>
                </a:lnTo>
                <a:lnTo>
                  <a:pt x="7508" y="3929"/>
                </a:lnTo>
                <a:lnTo>
                  <a:pt x="7508" y="1976"/>
                </a:lnTo>
                <a:close/>
                <a:moveTo>
                  <a:pt x="7508" y="9812"/>
                </a:moveTo>
                <a:lnTo>
                  <a:pt x="21600" y="9812"/>
                </a:lnTo>
                <a:lnTo>
                  <a:pt x="21600" y="11765"/>
                </a:lnTo>
                <a:lnTo>
                  <a:pt x="7508" y="11765"/>
                </a:lnTo>
                <a:lnTo>
                  <a:pt x="7508" y="9812"/>
                </a:lnTo>
                <a:close/>
                <a:moveTo>
                  <a:pt x="7508" y="17648"/>
                </a:moveTo>
                <a:lnTo>
                  <a:pt x="21600" y="17648"/>
                </a:lnTo>
                <a:lnTo>
                  <a:pt x="21600" y="19601"/>
                </a:lnTo>
                <a:lnTo>
                  <a:pt x="7508" y="19601"/>
                </a:lnTo>
                <a:lnTo>
                  <a:pt x="7508" y="17648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2972" name="Rectangle 57"/>
          <p:cNvSpPr txBox="1"/>
          <p:nvPr/>
        </p:nvSpPr>
        <p:spPr>
          <a:xfrm>
            <a:off x="9177453" y="2986364"/>
            <a:ext cx="149321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Keyword</a:t>
            </a:r>
          </a:p>
        </p:txBody>
      </p:sp>
      <p:sp>
        <p:nvSpPr>
          <p:cNvPr id="2973" name="TextBox 24"/>
          <p:cNvSpPr txBox="1"/>
          <p:nvPr/>
        </p:nvSpPr>
        <p:spPr>
          <a:xfrm>
            <a:off x="9155205" y="3533340"/>
            <a:ext cx="1537712" cy="130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내용을 입력해주세요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간략하게 써주세요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핵심만 간단히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1400"/>
            </a:pPr>
            <a:r>
              <a:t>정리해주세요</a:t>
            </a:r>
          </a:p>
        </p:txBody>
      </p:sp>
      <p:grpSp>
        <p:nvGrpSpPr>
          <p:cNvPr id="2976" name="사각형: 둥근 모서리 25"/>
          <p:cNvGrpSpPr/>
          <p:nvPr/>
        </p:nvGrpSpPr>
        <p:grpSpPr>
          <a:xfrm>
            <a:off x="9115428" y="5622120"/>
            <a:ext cx="1617266" cy="457201"/>
            <a:chOff x="0" y="0"/>
            <a:chExt cx="1617264" cy="457200"/>
          </a:xfrm>
        </p:grpSpPr>
        <p:sp>
          <p:nvSpPr>
            <p:cNvPr id="2974" name="Rounded Rectangle"/>
            <p:cNvSpPr/>
            <p:nvPr/>
          </p:nvSpPr>
          <p:spPr>
            <a:xfrm>
              <a:off x="0" y="0"/>
              <a:ext cx="1617264" cy="457200"/>
            </a:xfrm>
            <a:prstGeom prst="roundRect">
              <a:avLst>
                <a:gd name="adj" fmla="val 25556"/>
              </a:avLst>
            </a:prstGeom>
            <a:gradFill flip="none" rotWithShape="1">
              <a:gsLst>
                <a:gs pos="0">
                  <a:srgbClr val="87B9FA"/>
                </a:gs>
                <a:gs pos="55000">
                  <a:srgbClr val="126BF6"/>
                </a:gs>
              </a:gsLst>
              <a:lin ang="135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75" name="세부내용"/>
            <p:cNvSpPr txBox="1"/>
            <p:nvPr/>
          </p:nvSpPr>
          <p:spPr>
            <a:xfrm>
              <a:off x="79942" y="49530"/>
              <a:ext cx="145738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세부내용</a:t>
              </a:r>
            </a:p>
          </p:txBody>
        </p:sp>
      </p:grpSp>
      <p:sp>
        <p:nvSpPr>
          <p:cNvPr id="2977" name="Rectangle 57"/>
          <p:cNvSpPr txBox="1"/>
          <p:nvPr/>
        </p:nvSpPr>
        <p:spPr>
          <a:xfrm>
            <a:off x="9144875" y="4869371"/>
            <a:ext cx="155837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126BF6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lvl1pPr>
          </a:lstStyle>
          <a:p>
            <a:r>
              <a:t>45,000</a:t>
            </a:r>
          </a:p>
        </p:txBody>
      </p:sp>
      <p:pic>
        <p:nvPicPr>
          <p:cNvPr id="2978" name="그림 28" descr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2979" name="TextBox 2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2982" name="그림 3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298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2981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8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298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298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298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991" name="직사각형 1"/>
          <p:cNvGrpSpPr/>
          <p:nvPr/>
        </p:nvGrpSpPr>
        <p:grpSpPr>
          <a:xfrm>
            <a:off x="1537969" y="2783328"/>
            <a:ext cx="2699840" cy="5626113"/>
            <a:chOff x="0" y="0"/>
            <a:chExt cx="2699839" cy="5626111"/>
          </a:xfrm>
        </p:grpSpPr>
        <p:sp>
          <p:nvSpPr>
            <p:cNvPr id="2989" name="Rectangle"/>
            <p:cNvSpPr/>
            <p:nvPr/>
          </p:nvSpPr>
          <p:spPr>
            <a:xfrm>
              <a:off x="0" y="0"/>
              <a:ext cx="2699839" cy="3616962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990" name="키워드 입력…"/>
            <p:cNvSpPr txBox="1"/>
            <p:nvPr/>
          </p:nvSpPr>
          <p:spPr>
            <a:xfrm>
              <a:off x="45719" y="0"/>
              <a:ext cx="2608400" cy="5626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  <a:p>
              <a:pPr algn="ctr">
                <a:defRPr sz="1600"/>
              </a:pPr>
              <a:r>
                <a:t>키워드 입력</a:t>
              </a:r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2400">
                  <a:solidFill>
                    <a:srgbClr val="126BF6"/>
                  </a:solidFill>
                </a:defRPr>
              </a:pPr>
              <a:r>
                <a:t>19,000원</a:t>
              </a:r>
            </a:p>
            <a:p>
              <a:pPr algn="ctr">
                <a:defRPr sz="1400">
                  <a:solidFill>
                    <a:srgbClr val="4540D8"/>
                  </a:solidFill>
                </a:defRPr>
              </a:pPr>
              <a:endParaRPr/>
            </a:p>
            <a:p>
              <a:pPr algn="ctr">
                <a:lnSpc>
                  <a:spcPts val="1900"/>
                </a:lnSpc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세부내용 작성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  <a:endParaRPr>
                <a:solidFill>
                  <a:srgbClr val="4540D8"/>
                </a:solidFill>
              </a:endParaRPr>
            </a:p>
            <a:p>
              <a:pPr algn="ctr">
                <a:defRPr sz="14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 sz="14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 sz="16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</p:txBody>
        </p:sp>
      </p:grpSp>
      <p:grpSp>
        <p:nvGrpSpPr>
          <p:cNvPr id="2994" name="직사각형 4"/>
          <p:cNvGrpSpPr/>
          <p:nvPr/>
        </p:nvGrpSpPr>
        <p:grpSpPr>
          <a:xfrm>
            <a:off x="1537968" y="5829660"/>
            <a:ext cx="2699842" cy="570631"/>
            <a:chOff x="-1" y="-1"/>
            <a:chExt cx="2699840" cy="570630"/>
          </a:xfrm>
        </p:grpSpPr>
        <p:sp>
          <p:nvSpPr>
            <p:cNvPr id="2992" name="Rectangle"/>
            <p:cNvSpPr/>
            <p:nvPr/>
          </p:nvSpPr>
          <p:spPr>
            <a:xfrm>
              <a:off x="-1" y="-1"/>
              <a:ext cx="2699840" cy="570630"/>
            </a:xfrm>
            <a:prstGeom prst="rect">
              <a:avLst/>
            </a:prstGeom>
            <a:solidFill>
              <a:srgbClr val="AFABA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93" name="내용을 입력해주세요"/>
            <p:cNvSpPr txBox="1"/>
            <p:nvPr/>
          </p:nvSpPr>
          <p:spPr>
            <a:xfrm>
              <a:off x="45719" y="125419"/>
              <a:ext cx="2608400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내용을 입력해주세요</a:t>
              </a:r>
            </a:p>
          </p:txBody>
        </p:sp>
      </p:grpSp>
      <p:sp>
        <p:nvSpPr>
          <p:cNvPr id="2995" name="직사각형 9"/>
          <p:cNvSpPr/>
          <p:nvPr/>
        </p:nvSpPr>
        <p:spPr>
          <a:xfrm>
            <a:off x="1537969" y="2783328"/>
            <a:ext cx="2699839" cy="81282"/>
          </a:xfrm>
          <a:prstGeom prst="rect">
            <a:avLst/>
          </a:prstGeom>
          <a:solidFill>
            <a:srgbClr val="AFABA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2998" name="직사각형 10"/>
          <p:cNvGrpSpPr/>
          <p:nvPr/>
        </p:nvGrpSpPr>
        <p:grpSpPr>
          <a:xfrm>
            <a:off x="4746080" y="2314452"/>
            <a:ext cx="2699840" cy="5626112"/>
            <a:chOff x="0" y="0"/>
            <a:chExt cx="2699839" cy="5626111"/>
          </a:xfrm>
        </p:grpSpPr>
        <p:sp>
          <p:nvSpPr>
            <p:cNvPr id="2996" name="Rectangle"/>
            <p:cNvSpPr/>
            <p:nvPr/>
          </p:nvSpPr>
          <p:spPr>
            <a:xfrm>
              <a:off x="0" y="0"/>
              <a:ext cx="2699839" cy="4085838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2997" name="키워드 입력…"/>
            <p:cNvSpPr txBox="1"/>
            <p:nvPr/>
          </p:nvSpPr>
          <p:spPr>
            <a:xfrm>
              <a:off x="45719" y="0"/>
              <a:ext cx="2608400" cy="5626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  <a:p>
              <a:pPr algn="ctr">
                <a:defRPr sz="1600"/>
              </a:pPr>
              <a:r>
                <a:t>키워드 입력</a:t>
              </a:r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2400">
                  <a:solidFill>
                    <a:srgbClr val="126BF6"/>
                  </a:solidFill>
                </a:defRPr>
              </a:pPr>
              <a:r>
                <a:t>24,000원</a:t>
              </a:r>
            </a:p>
            <a:p>
              <a:pPr algn="ctr">
                <a:defRPr sz="1400">
                  <a:solidFill>
                    <a:srgbClr val="4540D8"/>
                  </a:solidFill>
                </a:defRPr>
              </a:pPr>
              <a:endParaRPr/>
            </a:p>
            <a:p>
              <a:pPr algn="ctr">
                <a:lnSpc>
                  <a:spcPts val="1900"/>
                </a:lnSpc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세부내용 작성 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  <a:endParaRPr>
                <a:solidFill>
                  <a:srgbClr val="4540D8"/>
                </a:solidFill>
              </a:endParaRPr>
            </a:p>
            <a:p>
              <a:pPr algn="ctr">
                <a:defRPr sz="14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 sz="14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 sz="16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</p:txBody>
        </p:sp>
      </p:grpSp>
      <p:grpSp>
        <p:nvGrpSpPr>
          <p:cNvPr id="3001" name="직사각형 11"/>
          <p:cNvGrpSpPr/>
          <p:nvPr/>
        </p:nvGrpSpPr>
        <p:grpSpPr>
          <a:xfrm>
            <a:off x="4746079" y="5829660"/>
            <a:ext cx="2699841" cy="570631"/>
            <a:chOff x="-1" y="-1"/>
            <a:chExt cx="2699840" cy="570630"/>
          </a:xfrm>
        </p:grpSpPr>
        <p:sp>
          <p:nvSpPr>
            <p:cNvPr id="2999" name="Rectangle"/>
            <p:cNvSpPr/>
            <p:nvPr/>
          </p:nvSpPr>
          <p:spPr>
            <a:xfrm>
              <a:off x="-1" y="-1"/>
              <a:ext cx="2699840" cy="570630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00" name="내용을 입력해주세요"/>
            <p:cNvSpPr txBox="1"/>
            <p:nvPr/>
          </p:nvSpPr>
          <p:spPr>
            <a:xfrm>
              <a:off x="45719" y="125419"/>
              <a:ext cx="2608400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내용을 입력해주세요</a:t>
              </a:r>
            </a:p>
          </p:txBody>
        </p:sp>
      </p:grpSp>
      <p:sp>
        <p:nvSpPr>
          <p:cNvPr id="3002" name="직사각형 12"/>
          <p:cNvSpPr/>
          <p:nvPr/>
        </p:nvSpPr>
        <p:spPr>
          <a:xfrm>
            <a:off x="4746080" y="2233172"/>
            <a:ext cx="2699839" cy="81282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3005" name="직사각형 13"/>
          <p:cNvGrpSpPr/>
          <p:nvPr/>
        </p:nvGrpSpPr>
        <p:grpSpPr>
          <a:xfrm>
            <a:off x="7954192" y="2783328"/>
            <a:ext cx="2699840" cy="5626113"/>
            <a:chOff x="0" y="0"/>
            <a:chExt cx="2699839" cy="5626111"/>
          </a:xfrm>
        </p:grpSpPr>
        <p:sp>
          <p:nvSpPr>
            <p:cNvPr id="3003" name="Rectangle"/>
            <p:cNvSpPr/>
            <p:nvPr/>
          </p:nvSpPr>
          <p:spPr>
            <a:xfrm>
              <a:off x="0" y="0"/>
              <a:ext cx="2699839" cy="3616962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3004" name="키워드 입력…"/>
            <p:cNvSpPr txBox="1"/>
            <p:nvPr/>
          </p:nvSpPr>
          <p:spPr>
            <a:xfrm>
              <a:off x="45719" y="0"/>
              <a:ext cx="2608400" cy="5626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  <a:p>
              <a:pPr algn="ctr">
                <a:defRPr sz="1600"/>
              </a:pPr>
              <a:r>
                <a:t>키워드 입력</a:t>
              </a:r>
            </a:p>
            <a:p>
              <a:pPr algn="ctr">
                <a:defRPr sz="1600"/>
              </a:pPr>
              <a:endParaRPr/>
            </a:p>
            <a:p>
              <a:pPr algn="ctr">
                <a:defRPr sz="1600"/>
              </a:pPr>
              <a:endParaRPr/>
            </a:p>
            <a:p>
              <a:pPr algn="ctr">
                <a:defRPr sz="2400">
                  <a:solidFill>
                    <a:srgbClr val="126BF6"/>
                  </a:solidFill>
                </a:defRPr>
              </a:pPr>
              <a:r>
                <a:t>32,000원</a:t>
              </a:r>
            </a:p>
            <a:p>
              <a:pPr algn="ctr">
                <a:defRPr sz="1400">
                  <a:solidFill>
                    <a:srgbClr val="4540D8"/>
                  </a:solidFill>
                </a:defRPr>
              </a:pPr>
              <a:endParaRPr/>
            </a:p>
            <a:p>
              <a:pPr algn="ctr">
                <a:lnSpc>
                  <a:spcPts val="1900"/>
                </a:lnSpc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세부내용 작성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</a:p>
            <a:p>
              <a:pPr marL="144000" indent="-180000" algn="ctr">
                <a:lnSpc>
                  <a:spcPts val="2000"/>
                </a:lnSpc>
                <a:buSzPct val="100000"/>
                <a:buFont typeface="Arial"/>
                <a:buChar char="•"/>
                <a:defRPr sz="12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내용을 입력해주세요</a:t>
              </a:r>
              <a:endParaRPr>
                <a:solidFill>
                  <a:srgbClr val="4540D8"/>
                </a:solidFill>
              </a:endParaRPr>
            </a:p>
            <a:p>
              <a:pPr algn="ctr">
                <a:defRPr sz="14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 sz="14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 sz="1600"/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>
                <a:solidFill>
                  <a:srgbClr val="4540D8"/>
                </a:solidFill>
              </a:endParaRPr>
            </a:p>
          </p:txBody>
        </p:sp>
      </p:grpSp>
      <p:grpSp>
        <p:nvGrpSpPr>
          <p:cNvPr id="3008" name="직사각형 14"/>
          <p:cNvGrpSpPr/>
          <p:nvPr/>
        </p:nvGrpSpPr>
        <p:grpSpPr>
          <a:xfrm>
            <a:off x="7954190" y="5829660"/>
            <a:ext cx="2699842" cy="570631"/>
            <a:chOff x="-1" y="-1"/>
            <a:chExt cx="2699840" cy="570630"/>
          </a:xfrm>
        </p:grpSpPr>
        <p:sp>
          <p:nvSpPr>
            <p:cNvPr id="3006" name="Rectangle"/>
            <p:cNvSpPr/>
            <p:nvPr/>
          </p:nvSpPr>
          <p:spPr>
            <a:xfrm>
              <a:off x="-1" y="-1"/>
              <a:ext cx="2699840" cy="570630"/>
            </a:xfrm>
            <a:prstGeom prst="rect">
              <a:avLst/>
            </a:prstGeom>
            <a:solidFill>
              <a:srgbClr val="AFABA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07" name="내용을 입력해주세요"/>
            <p:cNvSpPr txBox="1"/>
            <p:nvPr/>
          </p:nvSpPr>
          <p:spPr>
            <a:xfrm>
              <a:off x="45719" y="125419"/>
              <a:ext cx="2608400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내용을 입력해주세요</a:t>
              </a:r>
            </a:p>
          </p:txBody>
        </p:sp>
      </p:grpSp>
      <p:sp>
        <p:nvSpPr>
          <p:cNvPr id="3009" name="직사각형 15"/>
          <p:cNvSpPr/>
          <p:nvPr/>
        </p:nvSpPr>
        <p:spPr>
          <a:xfrm>
            <a:off x="7954192" y="2783328"/>
            <a:ext cx="2699839" cy="81282"/>
          </a:xfrm>
          <a:prstGeom prst="rect">
            <a:avLst/>
          </a:prstGeom>
          <a:solidFill>
            <a:srgbClr val="AFABA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3010" name="그림 17" descr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3011" name="TextBox 18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3014" name="그림 19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3012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3013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17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3018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3019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302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4116" name="World Dotted Map"/>
          <p:cNvGrpSpPr/>
          <p:nvPr/>
        </p:nvGrpSpPr>
        <p:grpSpPr>
          <a:xfrm>
            <a:off x="1758054" y="2186439"/>
            <a:ext cx="8688593" cy="4209311"/>
            <a:chOff x="0" y="0"/>
            <a:chExt cx="8688592" cy="4209310"/>
          </a:xfrm>
        </p:grpSpPr>
        <p:grpSp>
          <p:nvGrpSpPr>
            <p:cNvPr id="3121" name="Europa"/>
            <p:cNvGrpSpPr/>
            <p:nvPr/>
          </p:nvGrpSpPr>
          <p:grpSpPr>
            <a:xfrm>
              <a:off x="3506121" y="116505"/>
              <a:ext cx="1790114" cy="1806562"/>
              <a:chOff x="0" y="0"/>
              <a:chExt cx="1790113" cy="1806560"/>
            </a:xfrm>
          </p:grpSpPr>
          <p:sp>
            <p:nvSpPr>
              <p:cNvPr id="3021" name="Rectangle 20"/>
              <p:cNvSpPr/>
              <p:nvPr/>
            </p:nvSpPr>
            <p:spPr>
              <a:xfrm>
                <a:off x="1130786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2" name="Rectangle 30"/>
              <p:cNvSpPr/>
              <p:nvPr/>
            </p:nvSpPr>
            <p:spPr>
              <a:xfrm>
                <a:off x="1583101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3" name="Rectangle 31"/>
              <p:cNvSpPr/>
              <p:nvPr/>
            </p:nvSpPr>
            <p:spPr>
              <a:xfrm>
                <a:off x="1696864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4" name="Rectangle 33"/>
              <p:cNvSpPr/>
              <p:nvPr/>
            </p:nvSpPr>
            <p:spPr>
              <a:xfrm>
                <a:off x="11239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5" name="Rectangle 37"/>
              <p:cNvSpPr/>
              <p:nvPr/>
            </p:nvSpPr>
            <p:spPr>
              <a:xfrm>
                <a:off x="1470707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6" name="Rectangle 50"/>
              <p:cNvSpPr/>
              <p:nvPr/>
            </p:nvSpPr>
            <p:spPr>
              <a:xfrm>
                <a:off x="101839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7" name="Rectangle 55"/>
              <p:cNvSpPr/>
              <p:nvPr/>
            </p:nvSpPr>
            <p:spPr>
              <a:xfrm>
                <a:off x="226157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8" name="Rectangle 61"/>
              <p:cNvSpPr/>
              <p:nvPr/>
            </p:nvSpPr>
            <p:spPr>
              <a:xfrm>
                <a:off x="135694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29" name="Rectangle 65"/>
              <p:cNvSpPr/>
              <p:nvPr/>
            </p:nvSpPr>
            <p:spPr>
              <a:xfrm>
                <a:off x="904628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0" name="Rectangle 66"/>
              <p:cNvSpPr/>
              <p:nvPr/>
            </p:nvSpPr>
            <p:spPr>
              <a:xfrm>
                <a:off x="1244550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1" name="Rectangle 83"/>
              <p:cNvSpPr/>
              <p:nvPr/>
            </p:nvSpPr>
            <p:spPr>
              <a:xfrm>
                <a:off x="1130786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2" name="Rectangle 93"/>
              <p:cNvSpPr/>
              <p:nvPr/>
            </p:nvSpPr>
            <p:spPr>
              <a:xfrm>
                <a:off x="1583101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3" name="Rectangle 94"/>
              <p:cNvSpPr/>
              <p:nvPr/>
            </p:nvSpPr>
            <p:spPr>
              <a:xfrm>
                <a:off x="1696864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4" name="Rectangle 95"/>
              <p:cNvSpPr/>
              <p:nvPr/>
            </p:nvSpPr>
            <p:spPr>
              <a:xfrm>
                <a:off x="112393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5" name="Rectangle 98"/>
              <p:cNvSpPr/>
              <p:nvPr/>
            </p:nvSpPr>
            <p:spPr>
              <a:xfrm>
                <a:off x="1470707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6" name="Rectangle 110"/>
              <p:cNvSpPr/>
              <p:nvPr/>
            </p:nvSpPr>
            <p:spPr>
              <a:xfrm>
                <a:off x="792235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7" name="Rectangle 111"/>
              <p:cNvSpPr/>
              <p:nvPr/>
            </p:nvSpPr>
            <p:spPr>
              <a:xfrm>
                <a:off x="1018393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8" name="Rectangle 122"/>
              <p:cNvSpPr/>
              <p:nvPr/>
            </p:nvSpPr>
            <p:spPr>
              <a:xfrm>
                <a:off x="1356943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39" name="Rectangle 124"/>
              <p:cNvSpPr/>
              <p:nvPr/>
            </p:nvSpPr>
            <p:spPr>
              <a:xfrm>
                <a:off x="0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0" name="Rectangle 127"/>
              <p:cNvSpPr/>
              <p:nvPr/>
            </p:nvSpPr>
            <p:spPr>
              <a:xfrm>
                <a:off x="904628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1" name="Rectangle 128"/>
              <p:cNvSpPr/>
              <p:nvPr/>
            </p:nvSpPr>
            <p:spPr>
              <a:xfrm>
                <a:off x="1244550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2" name="Rectangle 142"/>
              <p:cNvSpPr/>
              <p:nvPr/>
            </p:nvSpPr>
            <p:spPr>
              <a:xfrm>
                <a:off x="1130786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3" name="Rectangle 146"/>
              <p:cNvSpPr/>
              <p:nvPr/>
            </p:nvSpPr>
            <p:spPr>
              <a:xfrm>
                <a:off x="452314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4" name="Rectangle 151"/>
              <p:cNvSpPr/>
              <p:nvPr/>
            </p:nvSpPr>
            <p:spPr>
              <a:xfrm>
                <a:off x="1583101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5" name="Rectangle 152"/>
              <p:cNvSpPr/>
              <p:nvPr/>
            </p:nvSpPr>
            <p:spPr>
              <a:xfrm>
                <a:off x="1696864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6" name="Rectangle 155"/>
              <p:cNvSpPr/>
              <p:nvPr/>
            </p:nvSpPr>
            <p:spPr>
              <a:xfrm>
                <a:off x="1470707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7" name="Rectangle 166"/>
              <p:cNvSpPr/>
              <p:nvPr/>
            </p:nvSpPr>
            <p:spPr>
              <a:xfrm>
                <a:off x="792235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8" name="Rectangle 171"/>
              <p:cNvSpPr/>
              <p:nvPr/>
            </p:nvSpPr>
            <p:spPr>
              <a:xfrm>
                <a:off x="678471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49" name="Rectangle 177"/>
              <p:cNvSpPr/>
              <p:nvPr/>
            </p:nvSpPr>
            <p:spPr>
              <a:xfrm>
                <a:off x="1356943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0" name="Rectangle 181"/>
              <p:cNvSpPr/>
              <p:nvPr/>
            </p:nvSpPr>
            <p:spPr>
              <a:xfrm>
                <a:off x="904628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1" name="Rectangle 182"/>
              <p:cNvSpPr/>
              <p:nvPr/>
            </p:nvSpPr>
            <p:spPr>
              <a:xfrm>
                <a:off x="1244550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2" name="Rectangle 193"/>
              <p:cNvSpPr/>
              <p:nvPr/>
            </p:nvSpPr>
            <p:spPr>
              <a:xfrm>
                <a:off x="1130786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3" name="Rectangle 197"/>
              <p:cNvSpPr/>
              <p:nvPr/>
            </p:nvSpPr>
            <p:spPr>
              <a:xfrm>
                <a:off x="452314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4" name="Rectangle 203"/>
              <p:cNvSpPr/>
              <p:nvPr/>
            </p:nvSpPr>
            <p:spPr>
              <a:xfrm>
                <a:off x="1583101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5" name="Rectangle 204"/>
              <p:cNvSpPr/>
              <p:nvPr/>
            </p:nvSpPr>
            <p:spPr>
              <a:xfrm>
                <a:off x="1696864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6" name="Rectangle 208"/>
              <p:cNvSpPr/>
              <p:nvPr/>
            </p:nvSpPr>
            <p:spPr>
              <a:xfrm>
                <a:off x="1470707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7" name="Rectangle 215"/>
              <p:cNvSpPr/>
              <p:nvPr/>
            </p:nvSpPr>
            <p:spPr>
              <a:xfrm>
                <a:off x="792235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8" name="Rectangle 224"/>
              <p:cNvSpPr/>
              <p:nvPr/>
            </p:nvSpPr>
            <p:spPr>
              <a:xfrm>
                <a:off x="1356943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59" name="Rectangle 228"/>
              <p:cNvSpPr/>
              <p:nvPr/>
            </p:nvSpPr>
            <p:spPr>
              <a:xfrm>
                <a:off x="1244550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0" name="Rectangle 241"/>
              <p:cNvSpPr/>
              <p:nvPr/>
            </p:nvSpPr>
            <p:spPr>
              <a:xfrm>
                <a:off x="566079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1" name="Rectangle 242"/>
              <p:cNvSpPr/>
              <p:nvPr/>
            </p:nvSpPr>
            <p:spPr>
              <a:xfrm>
                <a:off x="1130786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2" name="Rectangle 246"/>
              <p:cNvSpPr/>
              <p:nvPr/>
            </p:nvSpPr>
            <p:spPr>
              <a:xfrm>
                <a:off x="338551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3" name="Rectangle 247"/>
              <p:cNvSpPr/>
              <p:nvPr/>
            </p:nvSpPr>
            <p:spPr>
              <a:xfrm>
                <a:off x="452314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4" name="Rectangle 253"/>
              <p:cNvSpPr/>
              <p:nvPr/>
            </p:nvSpPr>
            <p:spPr>
              <a:xfrm>
                <a:off x="1583101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5" name="Rectangle 257"/>
              <p:cNvSpPr/>
              <p:nvPr/>
            </p:nvSpPr>
            <p:spPr>
              <a:xfrm>
                <a:off x="1470707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6" name="Rectangle 266"/>
              <p:cNvSpPr/>
              <p:nvPr/>
            </p:nvSpPr>
            <p:spPr>
              <a:xfrm>
                <a:off x="792235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7" name="Rectangle 267"/>
              <p:cNvSpPr/>
              <p:nvPr/>
            </p:nvSpPr>
            <p:spPr>
              <a:xfrm>
                <a:off x="1018393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8" name="Rectangle 277"/>
              <p:cNvSpPr/>
              <p:nvPr/>
            </p:nvSpPr>
            <p:spPr>
              <a:xfrm>
                <a:off x="1356943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69" name="Rectangle 281"/>
              <p:cNvSpPr/>
              <p:nvPr/>
            </p:nvSpPr>
            <p:spPr>
              <a:xfrm>
                <a:off x="904628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0" name="Rectangle 282"/>
              <p:cNvSpPr/>
              <p:nvPr/>
            </p:nvSpPr>
            <p:spPr>
              <a:xfrm>
                <a:off x="1244550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1" name="Rectangle 291"/>
              <p:cNvSpPr/>
              <p:nvPr/>
            </p:nvSpPr>
            <p:spPr>
              <a:xfrm>
                <a:off x="566079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2" name="Rectangle 292"/>
              <p:cNvSpPr/>
              <p:nvPr/>
            </p:nvSpPr>
            <p:spPr>
              <a:xfrm>
                <a:off x="1130786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3" name="Rectangle 296"/>
              <p:cNvSpPr/>
              <p:nvPr/>
            </p:nvSpPr>
            <p:spPr>
              <a:xfrm>
                <a:off x="452314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4" name="Rectangle 301"/>
              <p:cNvSpPr/>
              <p:nvPr/>
            </p:nvSpPr>
            <p:spPr>
              <a:xfrm>
                <a:off x="1583101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5" name="Rectangle 305"/>
              <p:cNvSpPr/>
              <p:nvPr/>
            </p:nvSpPr>
            <p:spPr>
              <a:xfrm>
                <a:off x="1470707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6" name="Rectangle 312"/>
              <p:cNvSpPr/>
              <p:nvPr/>
            </p:nvSpPr>
            <p:spPr>
              <a:xfrm>
                <a:off x="792235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7" name="Rectangle 313"/>
              <p:cNvSpPr/>
              <p:nvPr/>
            </p:nvSpPr>
            <p:spPr>
              <a:xfrm>
                <a:off x="1018393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8" name="Rectangle 318"/>
              <p:cNvSpPr/>
              <p:nvPr/>
            </p:nvSpPr>
            <p:spPr>
              <a:xfrm>
                <a:off x="678471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79" name="Rectangle 324"/>
              <p:cNvSpPr/>
              <p:nvPr/>
            </p:nvSpPr>
            <p:spPr>
              <a:xfrm>
                <a:off x="1356943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0" name="Rectangle 328"/>
              <p:cNvSpPr/>
              <p:nvPr/>
            </p:nvSpPr>
            <p:spPr>
              <a:xfrm>
                <a:off x="904628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1" name="Rectangle 329"/>
              <p:cNvSpPr/>
              <p:nvPr/>
            </p:nvSpPr>
            <p:spPr>
              <a:xfrm>
                <a:off x="1244550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2" name="Rectangle 338"/>
              <p:cNvSpPr/>
              <p:nvPr/>
            </p:nvSpPr>
            <p:spPr>
              <a:xfrm>
                <a:off x="566079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3" name="Rectangle 339"/>
              <p:cNvSpPr/>
              <p:nvPr/>
            </p:nvSpPr>
            <p:spPr>
              <a:xfrm>
                <a:off x="1130786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4" name="Rectangle 349"/>
              <p:cNvSpPr/>
              <p:nvPr/>
            </p:nvSpPr>
            <p:spPr>
              <a:xfrm>
                <a:off x="1470707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5" name="Rectangle 357"/>
              <p:cNvSpPr/>
              <p:nvPr/>
            </p:nvSpPr>
            <p:spPr>
              <a:xfrm>
                <a:off x="792235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6" name="Rectangle 358"/>
              <p:cNvSpPr/>
              <p:nvPr/>
            </p:nvSpPr>
            <p:spPr>
              <a:xfrm>
                <a:off x="1018393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7" name="Rectangle 363"/>
              <p:cNvSpPr/>
              <p:nvPr/>
            </p:nvSpPr>
            <p:spPr>
              <a:xfrm>
                <a:off x="678471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8" name="Rectangle 369"/>
              <p:cNvSpPr/>
              <p:nvPr/>
            </p:nvSpPr>
            <p:spPr>
              <a:xfrm>
                <a:off x="1356943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89" name="Rectangle 373"/>
              <p:cNvSpPr/>
              <p:nvPr/>
            </p:nvSpPr>
            <p:spPr>
              <a:xfrm>
                <a:off x="904628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0" name="Rectangle 374"/>
              <p:cNvSpPr/>
              <p:nvPr/>
            </p:nvSpPr>
            <p:spPr>
              <a:xfrm>
                <a:off x="1244550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1" name="Rectangle 383"/>
              <p:cNvSpPr/>
              <p:nvPr/>
            </p:nvSpPr>
            <p:spPr>
              <a:xfrm>
                <a:off x="566079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2" name="Rectangle 384"/>
              <p:cNvSpPr/>
              <p:nvPr/>
            </p:nvSpPr>
            <p:spPr>
              <a:xfrm>
                <a:off x="1130786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3" name="Rectangle 387"/>
              <p:cNvSpPr/>
              <p:nvPr/>
            </p:nvSpPr>
            <p:spPr>
              <a:xfrm>
                <a:off x="338551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4" name="Rectangle 388"/>
              <p:cNvSpPr/>
              <p:nvPr/>
            </p:nvSpPr>
            <p:spPr>
              <a:xfrm>
                <a:off x="452314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5" name="Rectangle 395"/>
              <p:cNvSpPr/>
              <p:nvPr/>
            </p:nvSpPr>
            <p:spPr>
              <a:xfrm>
                <a:off x="1470707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6" name="Rectangle 403"/>
              <p:cNvSpPr/>
              <p:nvPr/>
            </p:nvSpPr>
            <p:spPr>
              <a:xfrm>
                <a:off x="792235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7" name="Rectangle 404"/>
              <p:cNvSpPr/>
              <p:nvPr/>
            </p:nvSpPr>
            <p:spPr>
              <a:xfrm>
                <a:off x="1018393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8" name="Rectangle 410"/>
              <p:cNvSpPr/>
              <p:nvPr/>
            </p:nvSpPr>
            <p:spPr>
              <a:xfrm>
                <a:off x="678471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099" name="Rectangle 416"/>
              <p:cNvSpPr/>
              <p:nvPr/>
            </p:nvSpPr>
            <p:spPr>
              <a:xfrm>
                <a:off x="1356943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0" name="Rectangle 420"/>
              <p:cNvSpPr/>
              <p:nvPr/>
            </p:nvSpPr>
            <p:spPr>
              <a:xfrm>
                <a:off x="904629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1" name="Rectangle 421"/>
              <p:cNvSpPr/>
              <p:nvPr/>
            </p:nvSpPr>
            <p:spPr>
              <a:xfrm>
                <a:off x="1244551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2" name="Rectangle 445"/>
              <p:cNvSpPr/>
              <p:nvPr/>
            </p:nvSpPr>
            <p:spPr>
              <a:xfrm>
                <a:off x="1018393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3" name="Rectangle 457"/>
              <p:cNvSpPr/>
              <p:nvPr/>
            </p:nvSpPr>
            <p:spPr>
              <a:xfrm>
                <a:off x="1130786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4" name="Rectangle 469"/>
              <p:cNvSpPr/>
              <p:nvPr/>
            </p:nvSpPr>
            <p:spPr>
              <a:xfrm>
                <a:off x="1018393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5" name="Rectangle 476"/>
              <p:cNvSpPr/>
              <p:nvPr/>
            </p:nvSpPr>
            <p:spPr>
              <a:xfrm>
                <a:off x="904629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6" name="Rectangle 477"/>
              <p:cNvSpPr/>
              <p:nvPr/>
            </p:nvSpPr>
            <p:spPr>
              <a:xfrm>
                <a:off x="1244551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7" name="Rectangle 504"/>
              <p:cNvSpPr/>
              <p:nvPr/>
            </p:nvSpPr>
            <p:spPr>
              <a:xfrm>
                <a:off x="904629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8" name="Rectangle 595"/>
              <p:cNvSpPr/>
              <p:nvPr/>
            </p:nvSpPr>
            <p:spPr>
              <a:xfrm>
                <a:off x="1130786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09" name="Rectangle 605"/>
              <p:cNvSpPr/>
              <p:nvPr/>
            </p:nvSpPr>
            <p:spPr>
              <a:xfrm>
                <a:off x="1696865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0" name="Rectangle 623"/>
              <p:cNvSpPr/>
              <p:nvPr/>
            </p:nvSpPr>
            <p:spPr>
              <a:xfrm>
                <a:off x="1018393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1" name="Rectangle 633"/>
              <p:cNvSpPr/>
              <p:nvPr/>
            </p:nvSpPr>
            <p:spPr>
              <a:xfrm>
                <a:off x="1356943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2" name="Rectangle 639"/>
              <p:cNvSpPr/>
              <p:nvPr/>
            </p:nvSpPr>
            <p:spPr>
              <a:xfrm>
                <a:off x="1244550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3" name="Rectangle 649"/>
              <p:cNvSpPr/>
              <p:nvPr/>
            </p:nvSpPr>
            <p:spPr>
              <a:xfrm>
                <a:off x="1130786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4" name="Rectangle 652"/>
              <p:cNvSpPr/>
              <p:nvPr/>
            </p:nvSpPr>
            <p:spPr>
              <a:xfrm>
                <a:off x="338551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5" name="Rectangle 653"/>
              <p:cNvSpPr/>
              <p:nvPr/>
            </p:nvSpPr>
            <p:spPr>
              <a:xfrm>
                <a:off x="452314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6" name="Rectangle 668"/>
              <p:cNvSpPr/>
              <p:nvPr/>
            </p:nvSpPr>
            <p:spPr>
              <a:xfrm>
                <a:off x="1018393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7" name="Rectangle 676"/>
              <p:cNvSpPr/>
              <p:nvPr/>
            </p:nvSpPr>
            <p:spPr>
              <a:xfrm>
                <a:off x="1356943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8" name="Rectangle 680"/>
              <p:cNvSpPr/>
              <p:nvPr/>
            </p:nvSpPr>
            <p:spPr>
              <a:xfrm>
                <a:off x="904628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19" name="Rectangle 681"/>
              <p:cNvSpPr/>
              <p:nvPr/>
            </p:nvSpPr>
            <p:spPr>
              <a:xfrm>
                <a:off x="1244550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0" name="Rectangle 689"/>
              <p:cNvSpPr/>
              <p:nvPr/>
            </p:nvSpPr>
            <p:spPr>
              <a:xfrm>
                <a:off x="1130786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grpSp>
          <p:nvGrpSpPr>
            <p:cNvPr id="3442" name="North_America"/>
            <p:cNvGrpSpPr/>
            <p:nvPr/>
          </p:nvGrpSpPr>
          <p:grpSpPr>
            <a:xfrm>
              <a:off x="0" y="-1"/>
              <a:ext cx="3825528" cy="2494628"/>
              <a:chOff x="0" y="0"/>
              <a:chExt cx="3825527" cy="2494626"/>
            </a:xfrm>
          </p:grpSpPr>
          <p:sp>
            <p:nvSpPr>
              <p:cNvPr id="3122" name="Rectangle 21"/>
              <p:cNvSpPr/>
              <p:nvPr/>
            </p:nvSpPr>
            <p:spPr>
              <a:xfrm>
                <a:off x="2940044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3" name="Rectangle 22"/>
              <p:cNvSpPr/>
              <p:nvPr/>
            </p:nvSpPr>
            <p:spPr>
              <a:xfrm>
                <a:off x="1130786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4" name="Rectangle 24"/>
              <p:cNvSpPr/>
              <p:nvPr/>
            </p:nvSpPr>
            <p:spPr>
              <a:xfrm>
                <a:off x="2035414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5" name="Rectangle 25"/>
              <p:cNvSpPr/>
              <p:nvPr/>
            </p:nvSpPr>
            <p:spPr>
              <a:xfrm>
                <a:off x="2487728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6" name="Rectangle 26"/>
              <p:cNvSpPr/>
              <p:nvPr/>
            </p:nvSpPr>
            <p:spPr>
              <a:xfrm>
                <a:off x="904628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7" name="Rectangle 27"/>
              <p:cNvSpPr/>
              <p:nvPr/>
            </p:nvSpPr>
            <p:spPr>
              <a:xfrm>
                <a:off x="1018393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8" name="Rectangle 28"/>
              <p:cNvSpPr/>
              <p:nvPr/>
            </p:nvSpPr>
            <p:spPr>
              <a:xfrm>
                <a:off x="226157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29" name="Rectangle 32"/>
              <p:cNvSpPr/>
              <p:nvPr/>
            </p:nvSpPr>
            <p:spPr>
              <a:xfrm>
                <a:off x="3166200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0" name="Rectangle 34"/>
              <p:cNvSpPr/>
              <p:nvPr/>
            </p:nvSpPr>
            <p:spPr>
              <a:xfrm>
                <a:off x="1809257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1" name="Rectangle 35"/>
              <p:cNvSpPr/>
              <p:nvPr/>
            </p:nvSpPr>
            <p:spPr>
              <a:xfrm>
                <a:off x="1923021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2" name="Rectangle 36"/>
              <p:cNvSpPr/>
              <p:nvPr/>
            </p:nvSpPr>
            <p:spPr>
              <a:xfrm>
                <a:off x="678471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3" name="Rectangle 38"/>
              <p:cNvSpPr/>
              <p:nvPr/>
            </p:nvSpPr>
            <p:spPr>
              <a:xfrm>
                <a:off x="2827650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4" name="Rectangle 39"/>
              <p:cNvSpPr/>
              <p:nvPr/>
            </p:nvSpPr>
            <p:spPr>
              <a:xfrm>
                <a:off x="3053807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5" name="Rectangle 40"/>
              <p:cNvSpPr/>
              <p:nvPr/>
            </p:nvSpPr>
            <p:spPr>
              <a:xfrm>
                <a:off x="1244550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6" name="Rectangle 41"/>
              <p:cNvSpPr/>
              <p:nvPr/>
            </p:nvSpPr>
            <p:spPr>
              <a:xfrm>
                <a:off x="1696864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7" name="Rectangle 42"/>
              <p:cNvSpPr/>
              <p:nvPr/>
            </p:nvSpPr>
            <p:spPr>
              <a:xfrm>
                <a:off x="452314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8" name="Rectangle 43"/>
              <p:cNvSpPr/>
              <p:nvPr/>
            </p:nvSpPr>
            <p:spPr>
              <a:xfrm>
                <a:off x="564708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39" name="Rectangle 44"/>
              <p:cNvSpPr/>
              <p:nvPr/>
            </p:nvSpPr>
            <p:spPr>
              <a:xfrm>
                <a:off x="112393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0" name="Rectangle 51"/>
              <p:cNvSpPr/>
              <p:nvPr/>
            </p:nvSpPr>
            <p:spPr>
              <a:xfrm>
                <a:off x="2375336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1" name="Rectangle 56"/>
              <p:cNvSpPr/>
              <p:nvPr/>
            </p:nvSpPr>
            <p:spPr>
              <a:xfrm>
                <a:off x="2261571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2" name="Rectangle 57"/>
              <p:cNvSpPr/>
              <p:nvPr/>
            </p:nvSpPr>
            <p:spPr>
              <a:xfrm>
                <a:off x="792235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3" name="Rectangle 63"/>
              <p:cNvSpPr/>
              <p:nvPr/>
            </p:nvSpPr>
            <p:spPr>
              <a:xfrm>
                <a:off x="1583100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4" name="Rectangle 67"/>
              <p:cNvSpPr/>
              <p:nvPr/>
            </p:nvSpPr>
            <p:spPr>
              <a:xfrm>
                <a:off x="1356942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5" name="Rectangle 68"/>
              <p:cNvSpPr/>
              <p:nvPr/>
            </p:nvSpPr>
            <p:spPr>
              <a:xfrm>
                <a:off x="1470707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6" name="Rectangle 69"/>
              <p:cNvSpPr/>
              <p:nvPr/>
            </p:nvSpPr>
            <p:spPr>
              <a:xfrm>
                <a:off x="338551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7" name="Rectangle 84"/>
              <p:cNvSpPr/>
              <p:nvPr/>
            </p:nvSpPr>
            <p:spPr>
              <a:xfrm>
                <a:off x="2940044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8" name="Rectangle 85"/>
              <p:cNvSpPr/>
              <p:nvPr/>
            </p:nvSpPr>
            <p:spPr>
              <a:xfrm>
                <a:off x="1130786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49" name="Rectangle 87"/>
              <p:cNvSpPr/>
              <p:nvPr/>
            </p:nvSpPr>
            <p:spPr>
              <a:xfrm>
                <a:off x="2035414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0" name="Rectangle 88"/>
              <p:cNvSpPr/>
              <p:nvPr/>
            </p:nvSpPr>
            <p:spPr>
              <a:xfrm>
                <a:off x="2487728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1" name="Rectangle 89"/>
              <p:cNvSpPr/>
              <p:nvPr/>
            </p:nvSpPr>
            <p:spPr>
              <a:xfrm>
                <a:off x="904628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2" name="Rectangle 90"/>
              <p:cNvSpPr/>
              <p:nvPr/>
            </p:nvSpPr>
            <p:spPr>
              <a:xfrm>
                <a:off x="1018393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3" name="Rectangle 91"/>
              <p:cNvSpPr/>
              <p:nvPr/>
            </p:nvSpPr>
            <p:spPr>
              <a:xfrm>
                <a:off x="226157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4" name="Rectangle 96"/>
              <p:cNvSpPr/>
              <p:nvPr/>
            </p:nvSpPr>
            <p:spPr>
              <a:xfrm>
                <a:off x="1809257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5" name="Rectangle 97"/>
              <p:cNvSpPr/>
              <p:nvPr/>
            </p:nvSpPr>
            <p:spPr>
              <a:xfrm>
                <a:off x="678471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6" name="Rectangle 99"/>
              <p:cNvSpPr/>
              <p:nvPr/>
            </p:nvSpPr>
            <p:spPr>
              <a:xfrm>
                <a:off x="2827650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7" name="Rectangle 100"/>
              <p:cNvSpPr/>
              <p:nvPr/>
            </p:nvSpPr>
            <p:spPr>
              <a:xfrm>
                <a:off x="3053807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8" name="Rectangle 101"/>
              <p:cNvSpPr/>
              <p:nvPr/>
            </p:nvSpPr>
            <p:spPr>
              <a:xfrm>
                <a:off x="1244550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59" name="Rectangle 102"/>
              <p:cNvSpPr/>
              <p:nvPr/>
            </p:nvSpPr>
            <p:spPr>
              <a:xfrm>
                <a:off x="1696864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0" name="Rectangle 103"/>
              <p:cNvSpPr/>
              <p:nvPr/>
            </p:nvSpPr>
            <p:spPr>
              <a:xfrm>
                <a:off x="452314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1" name="Rectangle 104"/>
              <p:cNvSpPr/>
              <p:nvPr/>
            </p:nvSpPr>
            <p:spPr>
              <a:xfrm>
                <a:off x="564708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2" name="Rectangle 112"/>
              <p:cNvSpPr/>
              <p:nvPr/>
            </p:nvSpPr>
            <p:spPr>
              <a:xfrm>
                <a:off x="2375336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3" name="Rectangle 116"/>
              <p:cNvSpPr/>
              <p:nvPr/>
            </p:nvSpPr>
            <p:spPr>
              <a:xfrm>
                <a:off x="2149178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4" name="Rectangle 117"/>
              <p:cNvSpPr/>
              <p:nvPr/>
            </p:nvSpPr>
            <p:spPr>
              <a:xfrm>
                <a:off x="2261571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5" name="Rectangle 118"/>
              <p:cNvSpPr/>
              <p:nvPr/>
            </p:nvSpPr>
            <p:spPr>
              <a:xfrm>
                <a:off x="792235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6" name="Rectangle 125"/>
              <p:cNvSpPr/>
              <p:nvPr/>
            </p:nvSpPr>
            <p:spPr>
              <a:xfrm>
                <a:off x="1583100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7" name="Rectangle 129"/>
              <p:cNvSpPr/>
              <p:nvPr/>
            </p:nvSpPr>
            <p:spPr>
              <a:xfrm>
                <a:off x="1356942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8" name="Rectangle 130"/>
              <p:cNvSpPr/>
              <p:nvPr/>
            </p:nvSpPr>
            <p:spPr>
              <a:xfrm>
                <a:off x="1470707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69" name="Rectangle 131"/>
              <p:cNvSpPr/>
              <p:nvPr/>
            </p:nvSpPr>
            <p:spPr>
              <a:xfrm>
                <a:off x="338551" y="91696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0" name="Rectangle 143"/>
              <p:cNvSpPr/>
              <p:nvPr/>
            </p:nvSpPr>
            <p:spPr>
              <a:xfrm>
                <a:off x="2940044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1" name="Rectangle 144"/>
              <p:cNvSpPr/>
              <p:nvPr/>
            </p:nvSpPr>
            <p:spPr>
              <a:xfrm>
                <a:off x="1130786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2" name="Rectangle 147"/>
              <p:cNvSpPr/>
              <p:nvPr/>
            </p:nvSpPr>
            <p:spPr>
              <a:xfrm>
                <a:off x="904628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3" name="Rectangle 148"/>
              <p:cNvSpPr/>
              <p:nvPr/>
            </p:nvSpPr>
            <p:spPr>
              <a:xfrm>
                <a:off x="1018393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4" name="Rectangle 149"/>
              <p:cNvSpPr/>
              <p:nvPr/>
            </p:nvSpPr>
            <p:spPr>
              <a:xfrm>
                <a:off x="226157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5" name="Rectangle 153"/>
              <p:cNvSpPr/>
              <p:nvPr/>
            </p:nvSpPr>
            <p:spPr>
              <a:xfrm>
                <a:off x="1809257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6" name="Rectangle 154"/>
              <p:cNvSpPr/>
              <p:nvPr/>
            </p:nvSpPr>
            <p:spPr>
              <a:xfrm>
                <a:off x="678471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7" name="Rectangle 156"/>
              <p:cNvSpPr/>
              <p:nvPr/>
            </p:nvSpPr>
            <p:spPr>
              <a:xfrm>
                <a:off x="1244550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8" name="Rectangle 157"/>
              <p:cNvSpPr/>
              <p:nvPr/>
            </p:nvSpPr>
            <p:spPr>
              <a:xfrm>
                <a:off x="1696864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79" name="Rectangle 158"/>
              <p:cNvSpPr/>
              <p:nvPr/>
            </p:nvSpPr>
            <p:spPr>
              <a:xfrm>
                <a:off x="452314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0" name="Rectangle 159"/>
              <p:cNvSpPr/>
              <p:nvPr/>
            </p:nvSpPr>
            <p:spPr>
              <a:xfrm>
                <a:off x="564708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1" name="Rectangle 160"/>
              <p:cNvSpPr/>
              <p:nvPr/>
            </p:nvSpPr>
            <p:spPr>
              <a:xfrm>
                <a:off x="112393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2" name="Rectangle 167"/>
              <p:cNvSpPr/>
              <p:nvPr/>
            </p:nvSpPr>
            <p:spPr>
              <a:xfrm>
                <a:off x="2375336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3" name="Rectangle 172"/>
              <p:cNvSpPr/>
              <p:nvPr/>
            </p:nvSpPr>
            <p:spPr>
              <a:xfrm>
                <a:off x="2261571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4" name="Rectangle 173"/>
              <p:cNvSpPr/>
              <p:nvPr/>
            </p:nvSpPr>
            <p:spPr>
              <a:xfrm>
                <a:off x="792235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5" name="Rectangle 179"/>
              <p:cNvSpPr/>
              <p:nvPr/>
            </p:nvSpPr>
            <p:spPr>
              <a:xfrm>
                <a:off x="1583100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6" name="Rectangle 183"/>
              <p:cNvSpPr/>
              <p:nvPr/>
            </p:nvSpPr>
            <p:spPr>
              <a:xfrm>
                <a:off x="1356942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7" name="Rectangle 184"/>
              <p:cNvSpPr/>
              <p:nvPr/>
            </p:nvSpPr>
            <p:spPr>
              <a:xfrm>
                <a:off x="1470707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8" name="Rectangle 185"/>
              <p:cNvSpPr/>
              <p:nvPr/>
            </p:nvSpPr>
            <p:spPr>
              <a:xfrm>
                <a:off x="338551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89" name="Rectangle 194"/>
              <p:cNvSpPr/>
              <p:nvPr/>
            </p:nvSpPr>
            <p:spPr>
              <a:xfrm>
                <a:off x="2601492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0" name="Rectangle 195"/>
              <p:cNvSpPr/>
              <p:nvPr/>
            </p:nvSpPr>
            <p:spPr>
              <a:xfrm>
                <a:off x="1130786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1" name="Rectangle 198"/>
              <p:cNvSpPr/>
              <p:nvPr/>
            </p:nvSpPr>
            <p:spPr>
              <a:xfrm>
                <a:off x="2487728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2" name="Rectangle 199"/>
              <p:cNvSpPr/>
              <p:nvPr/>
            </p:nvSpPr>
            <p:spPr>
              <a:xfrm>
                <a:off x="904628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3" name="Rectangle 200"/>
              <p:cNvSpPr/>
              <p:nvPr/>
            </p:nvSpPr>
            <p:spPr>
              <a:xfrm>
                <a:off x="1018393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4" name="Rectangle 201"/>
              <p:cNvSpPr/>
              <p:nvPr/>
            </p:nvSpPr>
            <p:spPr>
              <a:xfrm>
                <a:off x="226157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5" name="Rectangle 206"/>
              <p:cNvSpPr/>
              <p:nvPr/>
            </p:nvSpPr>
            <p:spPr>
              <a:xfrm>
                <a:off x="1809257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6" name="Rectangle 207"/>
              <p:cNvSpPr/>
              <p:nvPr/>
            </p:nvSpPr>
            <p:spPr>
              <a:xfrm>
                <a:off x="1923021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7" name="Rectangle 209"/>
              <p:cNvSpPr/>
              <p:nvPr/>
            </p:nvSpPr>
            <p:spPr>
              <a:xfrm>
                <a:off x="1244550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8" name="Rectangle 210"/>
              <p:cNvSpPr/>
              <p:nvPr/>
            </p:nvSpPr>
            <p:spPr>
              <a:xfrm>
                <a:off x="1696864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199" name="Rectangle 216"/>
              <p:cNvSpPr/>
              <p:nvPr/>
            </p:nvSpPr>
            <p:spPr>
              <a:xfrm>
                <a:off x="2375336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0" name="Rectangle 220"/>
              <p:cNvSpPr/>
              <p:nvPr/>
            </p:nvSpPr>
            <p:spPr>
              <a:xfrm>
                <a:off x="2261571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1" name="Rectangle 226"/>
              <p:cNvSpPr/>
              <p:nvPr/>
            </p:nvSpPr>
            <p:spPr>
              <a:xfrm>
                <a:off x="1583100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2" name="Rectangle 229"/>
              <p:cNvSpPr/>
              <p:nvPr/>
            </p:nvSpPr>
            <p:spPr>
              <a:xfrm>
                <a:off x="2713886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3" name="Rectangle 230"/>
              <p:cNvSpPr/>
              <p:nvPr/>
            </p:nvSpPr>
            <p:spPr>
              <a:xfrm>
                <a:off x="1356942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4" name="Rectangle 231"/>
              <p:cNvSpPr/>
              <p:nvPr/>
            </p:nvSpPr>
            <p:spPr>
              <a:xfrm>
                <a:off x="1470707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5" name="Rectangle 232"/>
              <p:cNvSpPr/>
              <p:nvPr/>
            </p:nvSpPr>
            <p:spPr>
              <a:xfrm>
                <a:off x="338551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6" name="Rectangle 233"/>
              <p:cNvSpPr/>
              <p:nvPr/>
            </p:nvSpPr>
            <p:spPr>
              <a:xfrm>
                <a:off x="0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7" name="Rectangle 243"/>
              <p:cNvSpPr/>
              <p:nvPr/>
            </p:nvSpPr>
            <p:spPr>
              <a:xfrm>
                <a:off x="2601492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8" name="Rectangle 244"/>
              <p:cNvSpPr/>
              <p:nvPr/>
            </p:nvSpPr>
            <p:spPr>
              <a:xfrm>
                <a:off x="1130786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09" name="Rectangle 248"/>
              <p:cNvSpPr/>
              <p:nvPr/>
            </p:nvSpPr>
            <p:spPr>
              <a:xfrm>
                <a:off x="2035414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0" name="Rectangle 249"/>
              <p:cNvSpPr/>
              <p:nvPr/>
            </p:nvSpPr>
            <p:spPr>
              <a:xfrm>
                <a:off x="2487728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1" name="Rectangle 250"/>
              <p:cNvSpPr/>
              <p:nvPr/>
            </p:nvSpPr>
            <p:spPr>
              <a:xfrm>
                <a:off x="904628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2" name="Rectangle 251"/>
              <p:cNvSpPr/>
              <p:nvPr/>
            </p:nvSpPr>
            <p:spPr>
              <a:xfrm>
                <a:off x="1018393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3" name="Rectangle 255"/>
              <p:cNvSpPr/>
              <p:nvPr/>
            </p:nvSpPr>
            <p:spPr>
              <a:xfrm>
                <a:off x="1809257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4" name="Rectangle 256"/>
              <p:cNvSpPr/>
              <p:nvPr/>
            </p:nvSpPr>
            <p:spPr>
              <a:xfrm>
                <a:off x="1923021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5" name="Rectangle 258"/>
              <p:cNvSpPr/>
              <p:nvPr/>
            </p:nvSpPr>
            <p:spPr>
              <a:xfrm>
                <a:off x="1244550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6" name="Rectangle 259"/>
              <p:cNvSpPr/>
              <p:nvPr/>
            </p:nvSpPr>
            <p:spPr>
              <a:xfrm>
                <a:off x="1696864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7" name="Rectangle 260"/>
              <p:cNvSpPr/>
              <p:nvPr/>
            </p:nvSpPr>
            <p:spPr>
              <a:xfrm>
                <a:off x="112393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8" name="Rectangle 268"/>
              <p:cNvSpPr/>
              <p:nvPr/>
            </p:nvSpPr>
            <p:spPr>
              <a:xfrm>
                <a:off x="2375336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19" name="Rectangle 272"/>
              <p:cNvSpPr/>
              <p:nvPr/>
            </p:nvSpPr>
            <p:spPr>
              <a:xfrm>
                <a:off x="2149178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0" name="Rectangle 273"/>
              <p:cNvSpPr/>
              <p:nvPr/>
            </p:nvSpPr>
            <p:spPr>
              <a:xfrm>
                <a:off x="2261571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1" name="Rectangle 279"/>
              <p:cNvSpPr/>
              <p:nvPr/>
            </p:nvSpPr>
            <p:spPr>
              <a:xfrm>
                <a:off x="1583100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2" name="Rectangle 283"/>
              <p:cNvSpPr/>
              <p:nvPr/>
            </p:nvSpPr>
            <p:spPr>
              <a:xfrm>
                <a:off x="2713886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3" name="Rectangle 284"/>
              <p:cNvSpPr/>
              <p:nvPr/>
            </p:nvSpPr>
            <p:spPr>
              <a:xfrm>
                <a:off x="1356942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4" name="Rectangle 285"/>
              <p:cNvSpPr/>
              <p:nvPr/>
            </p:nvSpPr>
            <p:spPr>
              <a:xfrm>
                <a:off x="1470707" y="12582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5" name="Rectangle 293"/>
              <p:cNvSpPr/>
              <p:nvPr/>
            </p:nvSpPr>
            <p:spPr>
              <a:xfrm>
                <a:off x="2601492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6" name="Rectangle 294"/>
              <p:cNvSpPr/>
              <p:nvPr/>
            </p:nvSpPr>
            <p:spPr>
              <a:xfrm>
                <a:off x="1130786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7" name="Rectangle 297"/>
              <p:cNvSpPr/>
              <p:nvPr/>
            </p:nvSpPr>
            <p:spPr>
              <a:xfrm>
                <a:off x="2035414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8" name="Rectangle 298"/>
              <p:cNvSpPr/>
              <p:nvPr/>
            </p:nvSpPr>
            <p:spPr>
              <a:xfrm>
                <a:off x="2487728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29" name="Rectangle 299"/>
              <p:cNvSpPr/>
              <p:nvPr/>
            </p:nvSpPr>
            <p:spPr>
              <a:xfrm>
                <a:off x="1018393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0" name="Rectangle 303"/>
              <p:cNvSpPr/>
              <p:nvPr/>
            </p:nvSpPr>
            <p:spPr>
              <a:xfrm>
                <a:off x="1809257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1" name="Rectangle 304"/>
              <p:cNvSpPr/>
              <p:nvPr/>
            </p:nvSpPr>
            <p:spPr>
              <a:xfrm>
                <a:off x="1923021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2" name="Rectangle 306"/>
              <p:cNvSpPr/>
              <p:nvPr/>
            </p:nvSpPr>
            <p:spPr>
              <a:xfrm>
                <a:off x="1244550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3" name="Rectangle 307"/>
              <p:cNvSpPr/>
              <p:nvPr/>
            </p:nvSpPr>
            <p:spPr>
              <a:xfrm>
                <a:off x="1696864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4" name="Rectangle 314"/>
              <p:cNvSpPr/>
              <p:nvPr/>
            </p:nvSpPr>
            <p:spPr>
              <a:xfrm>
                <a:off x="2375336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5" name="Rectangle 319"/>
              <p:cNvSpPr/>
              <p:nvPr/>
            </p:nvSpPr>
            <p:spPr>
              <a:xfrm>
                <a:off x="2149178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6" name="Rectangle 320"/>
              <p:cNvSpPr/>
              <p:nvPr/>
            </p:nvSpPr>
            <p:spPr>
              <a:xfrm>
                <a:off x="2261571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7" name="Rectangle 326"/>
              <p:cNvSpPr/>
              <p:nvPr/>
            </p:nvSpPr>
            <p:spPr>
              <a:xfrm>
                <a:off x="1583100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8" name="Rectangle 330"/>
              <p:cNvSpPr/>
              <p:nvPr/>
            </p:nvSpPr>
            <p:spPr>
              <a:xfrm>
                <a:off x="2713886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39" name="Rectangle 331"/>
              <p:cNvSpPr/>
              <p:nvPr/>
            </p:nvSpPr>
            <p:spPr>
              <a:xfrm>
                <a:off x="1356942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0" name="Rectangle 332"/>
              <p:cNvSpPr/>
              <p:nvPr/>
            </p:nvSpPr>
            <p:spPr>
              <a:xfrm>
                <a:off x="1470707" y="13720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1" name="Rectangle 340"/>
              <p:cNvSpPr/>
              <p:nvPr/>
            </p:nvSpPr>
            <p:spPr>
              <a:xfrm>
                <a:off x="1130786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2" name="Rectangle 342"/>
              <p:cNvSpPr/>
              <p:nvPr/>
            </p:nvSpPr>
            <p:spPr>
              <a:xfrm>
                <a:off x="2035414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3" name="Rectangle 343"/>
              <p:cNvSpPr/>
              <p:nvPr/>
            </p:nvSpPr>
            <p:spPr>
              <a:xfrm>
                <a:off x="2487728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4" name="Rectangle 347"/>
              <p:cNvSpPr/>
              <p:nvPr/>
            </p:nvSpPr>
            <p:spPr>
              <a:xfrm>
                <a:off x="1809257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5" name="Rectangle 348"/>
              <p:cNvSpPr/>
              <p:nvPr/>
            </p:nvSpPr>
            <p:spPr>
              <a:xfrm>
                <a:off x="1923021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6" name="Rectangle 350"/>
              <p:cNvSpPr/>
              <p:nvPr/>
            </p:nvSpPr>
            <p:spPr>
              <a:xfrm>
                <a:off x="1244550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7" name="Rectangle 351"/>
              <p:cNvSpPr/>
              <p:nvPr/>
            </p:nvSpPr>
            <p:spPr>
              <a:xfrm>
                <a:off x="1696864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8" name="Rectangle 359"/>
              <p:cNvSpPr/>
              <p:nvPr/>
            </p:nvSpPr>
            <p:spPr>
              <a:xfrm>
                <a:off x="2375336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49" name="Rectangle 364"/>
              <p:cNvSpPr/>
              <p:nvPr/>
            </p:nvSpPr>
            <p:spPr>
              <a:xfrm>
                <a:off x="2149178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0" name="Rectangle 365"/>
              <p:cNvSpPr/>
              <p:nvPr/>
            </p:nvSpPr>
            <p:spPr>
              <a:xfrm>
                <a:off x="2261571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1" name="Rectangle 371"/>
              <p:cNvSpPr/>
              <p:nvPr/>
            </p:nvSpPr>
            <p:spPr>
              <a:xfrm>
                <a:off x="1583100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2" name="Rectangle 375"/>
              <p:cNvSpPr/>
              <p:nvPr/>
            </p:nvSpPr>
            <p:spPr>
              <a:xfrm>
                <a:off x="2713886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3" name="Rectangle 376"/>
              <p:cNvSpPr/>
              <p:nvPr/>
            </p:nvSpPr>
            <p:spPr>
              <a:xfrm>
                <a:off x="1356942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4" name="Rectangle 377"/>
              <p:cNvSpPr/>
              <p:nvPr/>
            </p:nvSpPr>
            <p:spPr>
              <a:xfrm>
                <a:off x="1470707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5" name="Rectangle 385"/>
              <p:cNvSpPr/>
              <p:nvPr/>
            </p:nvSpPr>
            <p:spPr>
              <a:xfrm>
                <a:off x="1130786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6" name="Rectangle 389"/>
              <p:cNvSpPr/>
              <p:nvPr/>
            </p:nvSpPr>
            <p:spPr>
              <a:xfrm>
                <a:off x="2035414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7" name="Rectangle 393"/>
              <p:cNvSpPr/>
              <p:nvPr/>
            </p:nvSpPr>
            <p:spPr>
              <a:xfrm>
                <a:off x="1809257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8" name="Rectangle 394"/>
              <p:cNvSpPr/>
              <p:nvPr/>
            </p:nvSpPr>
            <p:spPr>
              <a:xfrm>
                <a:off x="1923021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59" name="Rectangle 396"/>
              <p:cNvSpPr/>
              <p:nvPr/>
            </p:nvSpPr>
            <p:spPr>
              <a:xfrm>
                <a:off x="1244550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0" name="Rectangle 397"/>
              <p:cNvSpPr/>
              <p:nvPr/>
            </p:nvSpPr>
            <p:spPr>
              <a:xfrm>
                <a:off x="1696864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1" name="Rectangle 405"/>
              <p:cNvSpPr/>
              <p:nvPr/>
            </p:nvSpPr>
            <p:spPr>
              <a:xfrm>
                <a:off x="2375336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2" name="Rectangle 411"/>
              <p:cNvSpPr/>
              <p:nvPr/>
            </p:nvSpPr>
            <p:spPr>
              <a:xfrm>
                <a:off x="2149179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3" name="Rectangle 412"/>
              <p:cNvSpPr/>
              <p:nvPr/>
            </p:nvSpPr>
            <p:spPr>
              <a:xfrm>
                <a:off x="2261572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4" name="Rectangle 418"/>
              <p:cNvSpPr/>
              <p:nvPr/>
            </p:nvSpPr>
            <p:spPr>
              <a:xfrm>
                <a:off x="1583100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5" name="Rectangle 422"/>
              <p:cNvSpPr/>
              <p:nvPr/>
            </p:nvSpPr>
            <p:spPr>
              <a:xfrm>
                <a:off x="1356943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6" name="Rectangle 423"/>
              <p:cNvSpPr/>
              <p:nvPr/>
            </p:nvSpPr>
            <p:spPr>
              <a:xfrm>
                <a:off x="1470707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7" name="Rectangle 424"/>
              <p:cNvSpPr/>
              <p:nvPr/>
            </p:nvSpPr>
            <p:spPr>
              <a:xfrm>
                <a:off x="2487728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8" name="Rectangle 425"/>
              <p:cNvSpPr/>
              <p:nvPr/>
            </p:nvSpPr>
            <p:spPr>
              <a:xfrm>
                <a:off x="3166201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69" name="Rectangle 426"/>
              <p:cNvSpPr/>
              <p:nvPr/>
            </p:nvSpPr>
            <p:spPr>
              <a:xfrm>
                <a:off x="3053808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0" name="Rectangle 427"/>
              <p:cNvSpPr/>
              <p:nvPr/>
            </p:nvSpPr>
            <p:spPr>
              <a:xfrm>
                <a:off x="2375336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1" name="Rectangle 428"/>
              <p:cNvSpPr/>
              <p:nvPr/>
            </p:nvSpPr>
            <p:spPr>
              <a:xfrm>
                <a:off x="2149179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2" name="Rectangle 429"/>
              <p:cNvSpPr/>
              <p:nvPr/>
            </p:nvSpPr>
            <p:spPr>
              <a:xfrm>
                <a:off x="2261572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3" name="Rectangle 430"/>
              <p:cNvSpPr/>
              <p:nvPr/>
            </p:nvSpPr>
            <p:spPr>
              <a:xfrm>
                <a:off x="3392358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4" name="Rectangle 431"/>
              <p:cNvSpPr/>
              <p:nvPr/>
            </p:nvSpPr>
            <p:spPr>
              <a:xfrm>
                <a:off x="3506122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5" name="Rectangle 432"/>
              <p:cNvSpPr/>
              <p:nvPr/>
            </p:nvSpPr>
            <p:spPr>
              <a:xfrm>
                <a:off x="3279964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6" name="Rectangle 433"/>
              <p:cNvSpPr/>
              <p:nvPr/>
            </p:nvSpPr>
            <p:spPr>
              <a:xfrm>
                <a:off x="2601493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7" name="Rectangle 434"/>
              <p:cNvSpPr/>
              <p:nvPr/>
            </p:nvSpPr>
            <p:spPr>
              <a:xfrm>
                <a:off x="2940044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8" name="Rectangle 435"/>
              <p:cNvSpPr/>
              <p:nvPr/>
            </p:nvSpPr>
            <p:spPr>
              <a:xfrm>
                <a:off x="2035414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79" name="Rectangle 436"/>
              <p:cNvSpPr/>
              <p:nvPr/>
            </p:nvSpPr>
            <p:spPr>
              <a:xfrm>
                <a:off x="2487728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0" name="Rectangle 438"/>
              <p:cNvSpPr/>
              <p:nvPr/>
            </p:nvSpPr>
            <p:spPr>
              <a:xfrm>
                <a:off x="3166201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1" name="Rectangle 439"/>
              <p:cNvSpPr/>
              <p:nvPr/>
            </p:nvSpPr>
            <p:spPr>
              <a:xfrm>
                <a:off x="3618516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2" name="Rectangle 440"/>
              <p:cNvSpPr/>
              <p:nvPr/>
            </p:nvSpPr>
            <p:spPr>
              <a:xfrm>
                <a:off x="1809258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3" name="Rectangle 441"/>
              <p:cNvSpPr/>
              <p:nvPr/>
            </p:nvSpPr>
            <p:spPr>
              <a:xfrm>
                <a:off x="1923021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4" name="Rectangle 442"/>
              <p:cNvSpPr/>
              <p:nvPr/>
            </p:nvSpPr>
            <p:spPr>
              <a:xfrm>
                <a:off x="2827650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5" name="Rectangle 443"/>
              <p:cNvSpPr/>
              <p:nvPr/>
            </p:nvSpPr>
            <p:spPr>
              <a:xfrm>
                <a:off x="3053808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6" name="Rectangle 446"/>
              <p:cNvSpPr/>
              <p:nvPr/>
            </p:nvSpPr>
            <p:spPr>
              <a:xfrm>
                <a:off x="2375336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7" name="Rectangle 448"/>
              <p:cNvSpPr/>
              <p:nvPr/>
            </p:nvSpPr>
            <p:spPr>
              <a:xfrm>
                <a:off x="3732279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8" name="Rectangle 449"/>
              <p:cNvSpPr/>
              <p:nvPr/>
            </p:nvSpPr>
            <p:spPr>
              <a:xfrm>
                <a:off x="2149179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89" name="Rectangle 450"/>
              <p:cNvSpPr/>
              <p:nvPr/>
            </p:nvSpPr>
            <p:spPr>
              <a:xfrm>
                <a:off x="2261572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0" name="Rectangle 453"/>
              <p:cNvSpPr/>
              <p:nvPr/>
            </p:nvSpPr>
            <p:spPr>
              <a:xfrm>
                <a:off x="3392358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1" name="Rectangle 454"/>
              <p:cNvSpPr/>
              <p:nvPr/>
            </p:nvSpPr>
            <p:spPr>
              <a:xfrm>
                <a:off x="3506122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2" name="Rectangle 455"/>
              <p:cNvSpPr/>
              <p:nvPr/>
            </p:nvSpPr>
            <p:spPr>
              <a:xfrm>
                <a:off x="2713886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3" name="Rectangle 456"/>
              <p:cNvSpPr/>
              <p:nvPr/>
            </p:nvSpPr>
            <p:spPr>
              <a:xfrm>
                <a:off x="3279964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4" name="Rectangle 458"/>
              <p:cNvSpPr/>
              <p:nvPr/>
            </p:nvSpPr>
            <p:spPr>
              <a:xfrm>
                <a:off x="2601493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5" name="Rectangle 459"/>
              <p:cNvSpPr/>
              <p:nvPr/>
            </p:nvSpPr>
            <p:spPr>
              <a:xfrm>
                <a:off x="2940044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6" name="Rectangle 460"/>
              <p:cNvSpPr/>
              <p:nvPr/>
            </p:nvSpPr>
            <p:spPr>
              <a:xfrm>
                <a:off x="2035414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7" name="Rectangle 461"/>
              <p:cNvSpPr/>
              <p:nvPr/>
            </p:nvSpPr>
            <p:spPr>
              <a:xfrm>
                <a:off x="2487728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8" name="Rectangle 462"/>
              <p:cNvSpPr/>
              <p:nvPr/>
            </p:nvSpPr>
            <p:spPr>
              <a:xfrm>
                <a:off x="3166201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299" name="Rectangle 463"/>
              <p:cNvSpPr/>
              <p:nvPr/>
            </p:nvSpPr>
            <p:spPr>
              <a:xfrm>
                <a:off x="3618516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0" name="Rectangle 464"/>
              <p:cNvSpPr/>
              <p:nvPr/>
            </p:nvSpPr>
            <p:spPr>
              <a:xfrm>
                <a:off x="1809258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1" name="Rectangle 465"/>
              <p:cNvSpPr/>
              <p:nvPr/>
            </p:nvSpPr>
            <p:spPr>
              <a:xfrm>
                <a:off x="1923021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2" name="Rectangle 466"/>
              <p:cNvSpPr/>
              <p:nvPr/>
            </p:nvSpPr>
            <p:spPr>
              <a:xfrm>
                <a:off x="2827650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3" name="Rectangle 467"/>
              <p:cNvSpPr/>
              <p:nvPr/>
            </p:nvSpPr>
            <p:spPr>
              <a:xfrm>
                <a:off x="3053808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4" name="Rectangle 468"/>
              <p:cNvSpPr/>
              <p:nvPr/>
            </p:nvSpPr>
            <p:spPr>
              <a:xfrm>
                <a:off x="1696865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5" name="Rectangle 470"/>
              <p:cNvSpPr/>
              <p:nvPr/>
            </p:nvSpPr>
            <p:spPr>
              <a:xfrm>
                <a:off x="2149179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6" name="Rectangle 471"/>
              <p:cNvSpPr/>
              <p:nvPr/>
            </p:nvSpPr>
            <p:spPr>
              <a:xfrm>
                <a:off x="2261572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7" name="Rectangle 474"/>
              <p:cNvSpPr/>
              <p:nvPr/>
            </p:nvSpPr>
            <p:spPr>
              <a:xfrm>
                <a:off x="3392358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8" name="Rectangle 475"/>
              <p:cNvSpPr/>
              <p:nvPr/>
            </p:nvSpPr>
            <p:spPr>
              <a:xfrm>
                <a:off x="3506122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09" name="Rectangle 478"/>
              <p:cNvSpPr/>
              <p:nvPr/>
            </p:nvSpPr>
            <p:spPr>
              <a:xfrm>
                <a:off x="2713886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0" name="Rectangle 479"/>
              <p:cNvSpPr/>
              <p:nvPr/>
            </p:nvSpPr>
            <p:spPr>
              <a:xfrm>
                <a:off x="3279964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1" name="Rectangle 480"/>
              <p:cNvSpPr/>
              <p:nvPr/>
            </p:nvSpPr>
            <p:spPr>
              <a:xfrm>
                <a:off x="1470707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2" name="Rectangle 483"/>
              <p:cNvSpPr/>
              <p:nvPr/>
            </p:nvSpPr>
            <p:spPr>
              <a:xfrm>
                <a:off x="2601493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3" name="Rectangle 484"/>
              <p:cNvSpPr/>
              <p:nvPr/>
            </p:nvSpPr>
            <p:spPr>
              <a:xfrm>
                <a:off x="2940044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4" name="Rectangle 485"/>
              <p:cNvSpPr/>
              <p:nvPr/>
            </p:nvSpPr>
            <p:spPr>
              <a:xfrm>
                <a:off x="2035414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5" name="Rectangle 486"/>
              <p:cNvSpPr/>
              <p:nvPr/>
            </p:nvSpPr>
            <p:spPr>
              <a:xfrm>
                <a:off x="2487728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6" name="Rectangle 488"/>
              <p:cNvSpPr/>
              <p:nvPr/>
            </p:nvSpPr>
            <p:spPr>
              <a:xfrm>
                <a:off x="3166201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7" name="Rectangle 489"/>
              <p:cNvSpPr/>
              <p:nvPr/>
            </p:nvSpPr>
            <p:spPr>
              <a:xfrm>
                <a:off x="1809258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8" name="Rectangle 490"/>
              <p:cNvSpPr/>
              <p:nvPr/>
            </p:nvSpPr>
            <p:spPr>
              <a:xfrm>
                <a:off x="2827650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19" name="Rectangle 491"/>
              <p:cNvSpPr/>
              <p:nvPr/>
            </p:nvSpPr>
            <p:spPr>
              <a:xfrm>
                <a:off x="3053808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0" name="Rectangle 492"/>
              <p:cNvSpPr/>
              <p:nvPr/>
            </p:nvSpPr>
            <p:spPr>
              <a:xfrm>
                <a:off x="1244551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1" name="Rectangle 493"/>
              <p:cNvSpPr/>
              <p:nvPr/>
            </p:nvSpPr>
            <p:spPr>
              <a:xfrm>
                <a:off x="1696865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2" name="Rectangle 496"/>
              <p:cNvSpPr/>
              <p:nvPr/>
            </p:nvSpPr>
            <p:spPr>
              <a:xfrm>
                <a:off x="2375336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3" name="Rectangle 499"/>
              <p:cNvSpPr/>
              <p:nvPr/>
            </p:nvSpPr>
            <p:spPr>
              <a:xfrm>
                <a:off x="2149179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4" name="Rectangle 501"/>
              <p:cNvSpPr/>
              <p:nvPr/>
            </p:nvSpPr>
            <p:spPr>
              <a:xfrm>
                <a:off x="3392358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5" name="Rectangle 502"/>
              <p:cNvSpPr/>
              <p:nvPr/>
            </p:nvSpPr>
            <p:spPr>
              <a:xfrm>
                <a:off x="3506122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6" name="Rectangle 503"/>
              <p:cNvSpPr/>
              <p:nvPr/>
            </p:nvSpPr>
            <p:spPr>
              <a:xfrm>
                <a:off x="1583100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7" name="Rectangle 505"/>
              <p:cNvSpPr/>
              <p:nvPr/>
            </p:nvSpPr>
            <p:spPr>
              <a:xfrm>
                <a:off x="2713886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8" name="Rectangle 506"/>
              <p:cNvSpPr/>
              <p:nvPr/>
            </p:nvSpPr>
            <p:spPr>
              <a:xfrm>
                <a:off x="3279964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29" name="Rectangle 507"/>
              <p:cNvSpPr/>
              <p:nvPr/>
            </p:nvSpPr>
            <p:spPr>
              <a:xfrm>
                <a:off x="1356943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0" name="Rectangle 508"/>
              <p:cNvSpPr/>
              <p:nvPr/>
            </p:nvSpPr>
            <p:spPr>
              <a:xfrm>
                <a:off x="1470707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1" name="Rectangle 512"/>
              <p:cNvSpPr/>
              <p:nvPr/>
            </p:nvSpPr>
            <p:spPr>
              <a:xfrm>
                <a:off x="2940044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2" name="Rectangle 513"/>
              <p:cNvSpPr/>
              <p:nvPr/>
            </p:nvSpPr>
            <p:spPr>
              <a:xfrm>
                <a:off x="1130786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3" name="Rectangle 514"/>
              <p:cNvSpPr/>
              <p:nvPr/>
            </p:nvSpPr>
            <p:spPr>
              <a:xfrm>
                <a:off x="2035414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4" name="Rectangle 516"/>
              <p:cNvSpPr/>
              <p:nvPr/>
            </p:nvSpPr>
            <p:spPr>
              <a:xfrm>
                <a:off x="3166201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5" name="Rectangle 517"/>
              <p:cNvSpPr/>
              <p:nvPr/>
            </p:nvSpPr>
            <p:spPr>
              <a:xfrm>
                <a:off x="3618516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6" name="Rectangle 518"/>
              <p:cNvSpPr/>
              <p:nvPr/>
            </p:nvSpPr>
            <p:spPr>
              <a:xfrm>
                <a:off x="1809258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7" name="Rectangle 519"/>
              <p:cNvSpPr/>
              <p:nvPr/>
            </p:nvSpPr>
            <p:spPr>
              <a:xfrm>
                <a:off x="1923021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8" name="Rectangle 520"/>
              <p:cNvSpPr/>
              <p:nvPr/>
            </p:nvSpPr>
            <p:spPr>
              <a:xfrm>
                <a:off x="2827650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39" name="Rectangle 521"/>
              <p:cNvSpPr/>
              <p:nvPr/>
            </p:nvSpPr>
            <p:spPr>
              <a:xfrm>
                <a:off x="3053808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0" name="Rectangle 522"/>
              <p:cNvSpPr/>
              <p:nvPr/>
            </p:nvSpPr>
            <p:spPr>
              <a:xfrm>
                <a:off x="1244551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1" name="Rectangle 523"/>
              <p:cNvSpPr/>
              <p:nvPr/>
            </p:nvSpPr>
            <p:spPr>
              <a:xfrm>
                <a:off x="1696865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2" name="Rectangle 530"/>
              <p:cNvSpPr/>
              <p:nvPr/>
            </p:nvSpPr>
            <p:spPr>
              <a:xfrm>
                <a:off x="2149179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3" name="Rectangle 534"/>
              <p:cNvSpPr/>
              <p:nvPr/>
            </p:nvSpPr>
            <p:spPr>
              <a:xfrm>
                <a:off x="3392358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4" name="Rectangle 535"/>
              <p:cNvSpPr/>
              <p:nvPr/>
            </p:nvSpPr>
            <p:spPr>
              <a:xfrm>
                <a:off x="3506122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5" name="Rectangle 537"/>
              <p:cNvSpPr/>
              <p:nvPr/>
            </p:nvSpPr>
            <p:spPr>
              <a:xfrm>
                <a:off x="2713886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6" name="Rectangle 538"/>
              <p:cNvSpPr/>
              <p:nvPr/>
            </p:nvSpPr>
            <p:spPr>
              <a:xfrm>
                <a:off x="3279964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7" name="Rectangle 548"/>
              <p:cNvSpPr/>
              <p:nvPr/>
            </p:nvSpPr>
            <p:spPr>
              <a:xfrm>
                <a:off x="2940044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8" name="Rectangle 549"/>
              <p:cNvSpPr/>
              <p:nvPr/>
            </p:nvSpPr>
            <p:spPr>
              <a:xfrm>
                <a:off x="1130786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49" name="Rectangle 551"/>
              <p:cNvSpPr/>
              <p:nvPr/>
            </p:nvSpPr>
            <p:spPr>
              <a:xfrm>
                <a:off x="2035414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0" name="Rectangle 552"/>
              <p:cNvSpPr/>
              <p:nvPr/>
            </p:nvSpPr>
            <p:spPr>
              <a:xfrm>
                <a:off x="226157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1" name="Rectangle 554"/>
              <p:cNvSpPr/>
              <p:nvPr/>
            </p:nvSpPr>
            <p:spPr>
              <a:xfrm>
                <a:off x="3166201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2" name="Rectangle 555"/>
              <p:cNvSpPr/>
              <p:nvPr/>
            </p:nvSpPr>
            <p:spPr>
              <a:xfrm>
                <a:off x="1809258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3" name="Rectangle 556"/>
              <p:cNvSpPr/>
              <p:nvPr/>
            </p:nvSpPr>
            <p:spPr>
              <a:xfrm>
                <a:off x="2827650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4" name="Rectangle 557"/>
              <p:cNvSpPr/>
              <p:nvPr/>
            </p:nvSpPr>
            <p:spPr>
              <a:xfrm>
                <a:off x="3053808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5" name="Rectangle 558"/>
              <p:cNvSpPr/>
              <p:nvPr/>
            </p:nvSpPr>
            <p:spPr>
              <a:xfrm>
                <a:off x="1244551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6" name="Rectangle 559"/>
              <p:cNvSpPr/>
              <p:nvPr/>
            </p:nvSpPr>
            <p:spPr>
              <a:xfrm>
                <a:off x="1696865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7" name="Rectangle 564"/>
              <p:cNvSpPr/>
              <p:nvPr/>
            </p:nvSpPr>
            <p:spPr>
              <a:xfrm>
                <a:off x="2375336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8" name="Rectangle 567"/>
              <p:cNvSpPr/>
              <p:nvPr/>
            </p:nvSpPr>
            <p:spPr>
              <a:xfrm>
                <a:off x="2149179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59" name="Rectangle 568"/>
              <p:cNvSpPr/>
              <p:nvPr/>
            </p:nvSpPr>
            <p:spPr>
              <a:xfrm>
                <a:off x="2261572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0" name="Rectangle 573"/>
              <p:cNvSpPr/>
              <p:nvPr/>
            </p:nvSpPr>
            <p:spPr>
              <a:xfrm>
                <a:off x="3392358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1" name="Rectangle 574"/>
              <p:cNvSpPr/>
              <p:nvPr/>
            </p:nvSpPr>
            <p:spPr>
              <a:xfrm>
                <a:off x="3506122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2" name="Rectangle 575"/>
              <p:cNvSpPr/>
              <p:nvPr/>
            </p:nvSpPr>
            <p:spPr>
              <a:xfrm>
                <a:off x="1583100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3" name="Rectangle 577"/>
              <p:cNvSpPr/>
              <p:nvPr/>
            </p:nvSpPr>
            <p:spPr>
              <a:xfrm>
                <a:off x="3279964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4" name="Rectangle 578"/>
              <p:cNvSpPr/>
              <p:nvPr/>
            </p:nvSpPr>
            <p:spPr>
              <a:xfrm>
                <a:off x="1356943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5" name="Rectangle 579"/>
              <p:cNvSpPr/>
              <p:nvPr/>
            </p:nvSpPr>
            <p:spPr>
              <a:xfrm>
                <a:off x="1470707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6" name="Rectangle 580"/>
              <p:cNvSpPr/>
              <p:nvPr/>
            </p:nvSpPr>
            <p:spPr>
              <a:xfrm>
                <a:off x="338551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7" name="Rectangle 596"/>
              <p:cNvSpPr/>
              <p:nvPr/>
            </p:nvSpPr>
            <p:spPr>
              <a:xfrm>
                <a:off x="2940044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8" name="Rectangle 597"/>
              <p:cNvSpPr/>
              <p:nvPr/>
            </p:nvSpPr>
            <p:spPr>
              <a:xfrm>
                <a:off x="1130786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69" name="Rectangle 599"/>
              <p:cNvSpPr/>
              <p:nvPr/>
            </p:nvSpPr>
            <p:spPr>
              <a:xfrm>
                <a:off x="2035414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0" name="Rectangle 600"/>
              <p:cNvSpPr/>
              <p:nvPr/>
            </p:nvSpPr>
            <p:spPr>
              <a:xfrm>
                <a:off x="2487728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1" name="Rectangle 601"/>
              <p:cNvSpPr/>
              <p:nvPr/>
            </p:nvSpPr>
            <p:spPr>
              <a:xfrm>
                <a:off x="904629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2" name="Rectangle 602"/>
              <p:cNvSpPr/>
              <p:nvPr/>
            </p:nvSpPr>
            <p:spPr>
              <a:xfrm>
                <a:off x="1018393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3" name="Rectangle 603"/>
              <p:cNvSpPr/>
              <p:nvPr/>
            </p:nvSpPr>
            <p:spPr>
              <a:xfrm>
                <a:off x="226157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4" name="Rectangle 606"/>
              <p:cNvSpPr/>
              <p:nvPr/>
            </p:nvSpPr>
            <p:spPr>
              <a:xfrm>
                <a:off x="3166201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5" name="Rectangle 608"/>
              <p:cNvSpPr/>
              <p:nvPr/>
            </p:nvSpPr>
            <p:spPr>
              <a:xfrm>
                <a:off x="1809257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6" name="Rectangle 609"/>
              <p:cNvSpPr/>
              <p:nvPr/>
            </p:nvSpPr>
            <p:spPr>
              <a:xfrm>
                <a:off x="1923021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7" name="Rectangle 610"/>
              <p:cNvSpPr/>
              <p:nvPr/>
            </p:nvSpPr>
            <p:spPr>
              <a:xfrm>
                <a:off x="678471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8" name="Rectangle 611"/>
              <p:cNvSpPr/>
              <p:nvPr/>
            </p:nvSpPr>
            <p:spPr>
              <a:xfrm>
                <a:off x="2827650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79" name="Rectangle 612"/>
              <p:cNvSpPr/>
              <p:nvPr/>
            </p:nvSpPr>
            <p:spPr>
              <a:xfrm>
                <a:off x="3053807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0" name="Rectangle 613"/>
              <p:cNvSpPr/>
              <p:nvPr/>
            </p:nvSpPr>
            <p:spPr>
              <a:xfrm>
                <a:off x="1244550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1" name="Rectangle 614"/>
              <p:cNvSpPr/>
              <p:nvPr/>
            </p:nvSpPr>
            <p:spPr>
              <a:xfrm>
                <a:off x="1696864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2" name="Rectangle 615"/>
              <p:cNvSpPr/>
              <p:nvPr/>
            </p:nvSpPr>
            <p:spPr>
              <a:xfrm>
                <a:off x="452314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3" name="Rectangle 616"/>
              <p:cNvSpPr/>
              <p:nvPr/>
            </p:nvSpPr>
            <p:spPr>
              <a:xfrm>
                <a:off x="564708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4" name="Rectangle 617"/>
              <p:cNvSpPr/>
              <p:nvPr/>
            </p:nvSpPr>
            <p:spPr>
              <a:xfrm>
                <a:off x="112393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5" name="Rectangle 624"/>
              <p:cNvSpPr/>
              <p:nvPr/>
            </p:nvSpPr>
            <p:spPr>
              <a:xfrm>
                <a:off x="2375336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6" name="Rectangle 628"/>
              <p:cNvSpPr/>
              <p:nvPr/>
            </p:nvSpPr>
            <p:spPr>
              <a:xfrm>
                <a:off x="2261571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7" name="Rectangle 629"/>
              <p:cNvSpPr/>
              <p:nvPr/>
            </p:nvSpPr>
            <p:spPr>
              <a:xfrm>
                <a:off x="792235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8" name="Rectangle 635"/>
              <p:cNvSpPr/>
              <p:nvPr/>
            </p:nvSpPr>
            <p:spPr>
              <a:xfrm>
                <a:off x="3392358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89" name="Rectangle 636"/>
              <p:cNvSpPr/>
              <p:nvPr/>
            </p:nvSpPr>
            <p:spPr>
              <a:xfrm>
                <a:off x="3506121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0" name="Rectangle 637"/>
              <p:cNvSpPr/>
              <p:nvPr/>
            </p:nvSpPr>
            <p:spPr>
              <a:xfrm>
                <a:off x="1583100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1" name="Rectangle 640"/>
              <p:cNvSpPr/>
              <p:nvPr/>
            </p:nvSpPr>
            <p:spPr>
              <a:xfrm>
                <a:off x="3279964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2" name="Rectangle 641"/>
              <p:cNvSpPr/>
              <p:nvPr/>
            </p:nvSpPr>
            <p:spPr>
              <a:xfrm>
                <a:off x="1356942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3" name="Rectangle 642"/>
              <p:cNvSpPr/>
              <p:nvPr/>
            </p:nvSpPr>
            <p:spPr>
              <a:xfrm>
                <a:off x="1470707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4" name="Rectangle 643"/>
              <p:cNvSpPr/>
              <p:nvPr/>
            </p:nvSpPr>
            <p:spPr>
              <a:xfrm>
                <a:off x="338551" y="68669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5" name="Rectangle 650"/>
              <p:cNvSpPr/>
              <p:nvPr/>
            </p:nvSpPr>
            <p:spPr>
              <a:xfrm>
                <a:off x="1130786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6" name="Rectangle 654"/>
              <p:cNvSpPr/>
              <p:nvPr/>
            </p:nvSpPr>
            <p:spPr>
              <a:xfrm>
                <a:off x="2035414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7" name="Rectangle 658"/>
              <p:cNvSpPr/>
              <p:nvPr/>
            </p:nvSpPr>
            <p:spPr>
              <a:xfrm>
                <a:off x="1809257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8" name="Rectangle 659"/>
              <p:cNvSpPr/>
              <p:nvPr/>
            </p:nvSpPr>
            <p:spPr>
              <a:xfrm>
                <a:off x="1923021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399" name="Rectangle 661"/>
              <p:cNvSpPr/>
              <p:nvPr/>
            </p:nvSpPr>
            <p:spPr>
              <a:xfrm>
                <a:off x="1244550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0" name="Rectangle 662"/>
              <p:cNvSpPr/>
              <p:nvPr/>
            </p:nvSpPr>
            <p:spPr>
              <a:xfrm>
                <a:off x="1696864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1" name="Rectangle 672"/>
              <p:cNvSpPr/>
              <p:nvPr/>
            </p:nvSpPr>
            <p:spPr>
              <a:xfrm>
                <a:off x="2149178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2" name="Rectangle 673"/>
              <p:cNvSpPr/>
              <p:nvPr/>
            </p:nvSpPr>
            <p:spPr>
              <a:xfrm>
                <a:off x="2261571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3" name="Rectangle 678"/>
              <p:cNvSpPr/>
              <p:nvPr/>
            </p:nvSpPr>
            <p:spPr>
              <a:xfrm>
                <a:off x="1583100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4" name="Rectangle 682"/>
              <p:cNvSpPr/>
              <p:nvPr/>
            </p:nvSpPr>
            <p:spPr>
              <a:xfrm>
                <a:off x="1356942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5" name="Rectangle 683"/>
              <p:cNvSpPr/>
              <p:nvPr/>
            </p:nvSpPr>
            <p:spPr>
              <a:xfrm>
                <a:off x="1470707" y="171742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6" name="Rectangle 693"/>
              <p:cNvSpPr/>
              <p:nvPr/>
            </p:nvSpPr>
            <p:spPr>
              <a:xfrm>
                <a:off x="2035414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7" name="Rectangle 697"/>
              <p:cNvSpPr/>
              <p:nvPr/>
            </p:nvSpPr>
            <p:spPr>
              <a:xfrm>
                <a:off x="1809257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8" name="Rectangle 698"/>
              <p:cNvSpPr/>
              <p:nvPr/>
            </p:nvSpPr>
            <p:spPr>
              <a:xfrm>
                <a:off x="1923021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09" name="Rectangle 700"/>
              <p:cNvSpPr/>
              <p:nvPr/>
            </p:nvSpPr>
            <p:spPr>
              <a:xfrm>
                <a:off x="1244550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0" name="Rectangle 701"/>
              <p:cNvSpPr/>
              <p:nvPr/>
            </p:nvSpPr>
            <p:spPr>
              <a:xfrm>
                <a:off x="1696864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1" name="Rectangle 711"/>
              <p:cNvSpPr/>
              <p:nvPr/>
            </p:nvSpPr>
            <p:spPr>
              <a:xfrm>
                <a:off x="2149178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2" name="Rectangle 716"/>
              <p:cNvSpPr/>
              <p:nvPr/>
            </p:nvSpPr>
            <p:spPr>
              <a:xfrm>
                <a:off x="1583100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3" name="Rectangle 718"/>
              <p:cNvSpPr/>
              <p:nvPr/>
            </p:nvSpPr>
            <p:spPr>
              <a:xfrm>
                <a:off x="1356942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4" name="Rectangle 719"/>
              <p:cNvSpPr/>
              <p:nvPr/>
            </p:nvSpPr>
            <p:spPr>
              <a:xfrm>
                <a:off x="1470707" y="18298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5" name="Rectangle 728"/>
              <p:cNvSpPr/>
              <p:nvPr/>
            </p:nvSpPr>
            <p:spPr>
              <a:xfrm>
                <a:off x="2035414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6" name="Rectangle 732"/>
              <p:cNvSpPr/>
              <p:nvPr/>
            </p:nvSpPr>
            <p:spPr>
              <a:xfrm>
                <a:off x="1809257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7" name="Rectangle 733"/>
              <p:cNvSpPr/>
              <p:nvPr/>
            </p:nvSpPr>
            <p:spPr>
              <a:xfrm>
                <a:off x="1923021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8" name="Rectangle 735"/>
              <p:cNvSpPr/>
              <p:nvPr/>
            </p:nvSpPr>
            <p:spPr>
              <a:xfrm>
                <a:off x="1696864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19" name="Rectangle 746"/>
              <p:cNvSpPr/>
              <p:nvPr/>
            </p:nvSpPr>
            <p:spPr>
              <a:xfrm>
                <a:off x="2149178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0" name="Rectangle 752"/>
              <p:cNvSpPr/>
              <p:nvPr/>
            </p:nvSpPr>
            <p:spPr>
              <a:xfrm>
                <a:off x="1583100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1" name="Rectangle 756"/>
              <p:cNvSpPr/>
              <p:nvPr/>
            </p:nvSpPr>
            <p:spPr>
              <a:xfrm>
                <a:off x="1356942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2" name="Rectangle 757"/>
              <p:cNvSpPr/>
              <p:nvPr/>
            </p:nvSpPr>
            <p:spPr>
              <a:xfrm>
                <a:off x="1470707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3" name="Rectangle 769"/>
              <p:cNvSpPr/>
              <p:nvPr/>
            </p:nvSpPr>
            <p:spPr>
              <a:xfrm>
                <a:off x="1696864" y="206008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4" name="Rectangle 780"/>
              <p:cNvSpPr/>
              <p:nvPr/>
            </p:nvSpPr>
            <p:spPr>
              <a:xfrm>
                <a:off x="2149178" y="206008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5" name="Rectangle 784"/>
              <p:cNvSpPr/>
              <p:nvPr/>
            </p:nvSpPr>
            <p:spPr>
              <a:xfrm>
                <a:off x="1583100" y="206008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6" name="Rectangle 788"/>
              <p:cNvSpPr/>
              <p:nvPr/>
            </p:nvSpPr>
            <p:spPr>
              <a:xfrm>
                <a:off x="1356942" y="206008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7" name="Rectangle 789"/>
              <p:cNvSpPr/>
              <p:nvPr/>
            </p:nvSpPr>
            <p:spPr>
              <a:xfrm>
                <a:off x="1470707" y="206008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8" name="Rectangle 797"/>
              <p:cNvSpPr/>
              <p:nvPr/>
            </p:nvSpPr>
            <p:spPr>
              <a:xfrm>
                <a:off x="2035414" y="21724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29" name="Rectangle 801"/>
              <p:cNvSpPr/>
              <p:nvPr/>
            </p:nvSpPr>
            <p:spPr>
              <a:xfrm>
                <a:off x="1923021" y="21724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0" name="Rectangle 802"/>
              <p:cNvSpPr/>
              <p:nvPr/>
            </p:nvSpPr>
            <p:spPr>
              <a:xfrm>
                <a:off x="1696864" y="21724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1" name="Rectangle 806"/>
              <p:cNvSpPr/>
              <p:nvPr/>
            </p:nvSpPr>
            <p:spPr>
              <a:xfrm>
                <a:off x="2375336" y="21724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2" name="Rectangle 812"/>
              <p:cNvSpPr/>
              <p:nvPr/>
            </p:nvSpPr>
            <p:spPr>
              <a:xfrm>
                <a:off x="2149179" y="21724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3" name="Rectangle 813"/>
              <p:cNvSpPr/>
              <p:nvPr/>
            </p:nvSpPr>
            <p:spPr>
              <a:xfrm>
                <a:off x="2261572" y="21724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4" name="Rectangle 818"/>
              <p:cNvSpPr/>
              <p:nvPr/>
            </p:nvSpPr>
            <p:spPr>
              <a:xfrm>
                <a:off x="1583100" y="21724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5" name="Rectangle 829"/>
              <p:cNvSpPr/>
              <p:nvPr/>
            </p:nvSpPr>
            <p:spPr>
              <a:xfrm>
                <a:off x="2035414" y="228898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6" name="Rectangle 832"/>
              <p:cNvSpPr/>
              <p:nvPr/>
            </p:nvSpPr>
            <p:spPr>
              <a:xfrm>
                <a:off x="1809258" y="228898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7" name="Rectangle 833"/>
              <p:cNvSpPr/>
              <p:nvPr/>
            </p:nvSpPr>
            <p:spPr>
              <a:xfrm>
                <a:off x="1923021" y="228898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8" name="Rectangle 835"/>
              <p:cNvSpPr/>
              <p:nvPr/>
            </p:nvSpPr>
            <p:spPr>
              <a:xfrm>
                <a:off x="1696865" y="228898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39" name="Rectangle 853"/>
              <p:cNvSpPr/>
              <p:nvPr/>
            </p:nvSpPr>
            <p:spPr>
              <a:xfrm>
                <a:off x="2035414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0" name="Rectangle 858"/>
              <p:cNvSpPr/>
              <p:nvPr/>
            </p:nvSpPr>
            <p:spPr>
              <a:xfrm>
                <a:off x="1923021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1" name="Rectangle 602"/>
              <p:cNvSpPr/>
              <p:nvPr/>
            </p:nvSpPr>
            <p:spPr>
              <a:xfrm>
                <a:off x="1018393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grpSp>
          <p:nvGrpSpPr>
            <p:cNvPr id="3848" name="Asia"/>
            <p:cNvGrpSpPr/>
            <p:nvPr/>
          </p:nvGrpSpPr>
          <p:grpSpPr>
            <a:xfrm>
              <a:off x="4976829" y="116505"/>
              <a:ext cx="3711764" cy="2837290"/>
              <a:chOff x="0" y="0"/>
              <a:chExt cx="3711763" cy="2837289"/>
            </a:xfrm>
          </p:grpSpPr>
          <p:sp>
            <p:nvSpPr>
              <p:cNvPr id="3443" name="Rectangle 5"/>
              <p:cNvSpPr/>
              <p:nvPr/>
            </p:nvSpPr>
            <p:spPr>
              <a:xfrm>
                <a:off x="3166200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4" name="Rectangle 6"/>
              <p:cNvSpPr/>
              <p:nvPr/>
            </p:nvSpPr>
            <p:spPr>
              <a:xfrm>
                <a:off x="294004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5" name="Rectangle 7"/>
              <p:cNvSpPr/>
              <p:nvPr/>
            </p:nvSpPr>
            <p:spPr>
              <a:xfrm>
                <a:off x="3053807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6" name="Rectangle 8"/>
              <p:cNvSpPr/>
              <p:nvPr/>
            </p:nvSpPr>
            <p:spPr>
              <a:xfrm>
                <a:off x="2375335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7" name="Rectangle 9"/>
              <p:cNvSpPr/>
              <p:nvPr/>
            </p:nvSpPr>
            <p:spPr>
              <a:xfrm>
                <a:off x="3618515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8" name="Rectangle 10"/>
              <p:cNvSpPr/>
              <p:nvPr/>
            </p:nvSpPr>
            <p:spPr>
              <a:xfrm>
                <a:off x="3506121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49" name="Rectangle 11"/>
              <p:cNvSpPr/>
              <p:nvPr/>
            </p:nvSpPr>
            <p:spPr>
              <a:xfrm>
                <a:off x="2827649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0" name="Rectangle 12"/>
              <p:cNvSpPr/>
              <p:nvPr/>
            </p:nvSpPr>
            <p:spPr>
              <a:xfrm>
                <a:off x="327996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1" name="Rectangle 13"/>
              <p:cNvSpPr/>
              <p:nvPr/>
            </p:nvSpPr>
            <p:spPr>
              <a:xfrm>
                <a:off x="3392357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2" name="Rectangle 14"/>
              <p:cNvSpPr/>
              <p:nvPr/>
            </p:nvSpPr>
            <p:spPr>
              <a:xfrm>
                <a:off x="2601492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3" name="Rectangle 15"/>
              <p:cNvSpPr/>
              <p:nvPr/>
            </p:nvSpPr>
            <p:spPr>
              <a:xfrm>
                <a:off x="2713886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4" name="Rectangle 16"/>
              <p:cNvSpPr/>
              <p:nvPr/>
            </p:nvSpPr>
            <p:spPr>
              <a:xfrm>
                <a:off x="2147807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5" name="Rectangle 17"/>
              <p:cNvSpPr/>
              <p:nvPr/>
            </p:nvSpPr>
            <p:spPr>
              <a:xfrm>
                <a:off x="203541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6" name="Rectangle 18"/>
              <p:cNvSpPr/>
              <p:nvPr/>
            </p:nvSpPr>
            <p:spPr>
              <a:xfrm>
                <a:off x="904628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7" name="Rectangle 19"/>
              <p:cNvSpPr/>
              <p:nvPr/>
            </p:nvSpPr>
            <p:spPr>
              <a:xfrm>
                <a:off x="1017022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8" name="Rectangle 23"/>
              <p:cNvSpPr/>
              <p:nvPr/>
            </p:nvSpPr>
            <p:spPr>
              <a:xfrm>
                <a:off x="790864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59" name="Rectangle 29"/>
              <p:cNvSpPr/>
              <p:nvPr/>
            </p:nvSpPr>
            <p:spPr>
              <a:xfrm>
                <a:off x="1583099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0" name="Rectangle 45"/>
              <p:cNvSpPr/>
              <p:nvPr/>
            </p:nvSpPr>
            <p:spPr>
              <a:xfrm>
                <a:off x="2487728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1" name="Rectangle 46"/>
              <p:cNvSpPr/>
              <p:nvPr/>
            </p:nvSpPr>
            <p:spPr>
              <a:xfrm>
                <a:off x="1809257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2" name="Rectangle 47"/>
              <p:cNvSpPr/>
              <p:nvPr/>
            </p:nvSpPr>
            <p:spPr>
              <a:xfrm>
                <a:off x="1921650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3" name="Rectangle 48"/>
              <p:cNvSpPr/>
              <p:nvPr/>
            </p:nvSpPr>
            <p:spPr>
              <a:xfrm>
                <a:off x="678470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4" name="Rectangle 49"/>
              <p:cNvSpPr/>
              <p:nvPr/>
            </p:nvSpPr>
            <p:spPr>
              <a:xfrm>
                <a:off x="1130785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5" name="Rectangle 52"/>
              <p:cNvSpPr/>
              <p:nvPr/>
            </p:nvSpPr>
            <p:spPr>
              <a:xfrm>
                <a:off x="169549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6" name="Rectangle 53"/>
              <p:cNvSpPr/>
              <p:nvPr/>
            </p:nvSpPr>
            <p:spPr>
              <a:xfrm>
                <a:off x="452314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7" name="Rectangle 54"/>
              <p:cNvSpPr/>
              <p:nvPr/>
            </p:nvSpPr>
            <p:spPr>
              <a:xfrm>
                <a:off x="564708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8" name="Rectangle 58"/>
              <p:cNvSpPr/>
              <p:nvPr/>
            </p:nvSpPr>
            <p:spPr>
              <a:xfrm>
                <a:off x="2261571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69" name="Rectangle 59"/>
              <p:cNvSpPr/>
              <p:nvPr/>
            </p:nvSpPr>
            <p:spPr>
              <a:xfrm>
                <a:off x="1356942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0" name="Rectangle 60"/>
              <p:cNvSpPr/>
              <p:nvPr/>
            </p:nvSpPr>
            <p:spPr>
              <a:xfrm>
                <a:off x="1469336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1" name="Rectangle 62"/>
              <p:cNvSpPr/>
              <p:nvPr/>
            </p:nvSpPr>
            <p:spPr>
              <a:xfrm>
                <a:off x="338550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2" name="Rectangle 64"/>
              <p:cNvSpPr/>
              <p:nvPr/>
            </p:nvSpPr>
            <p:spPr>
              <a:xfrm>
                <a:off x="1243178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3" name="Rectangle 70"/>
              <p:cNvSpPr/>
              <p:nvPr/>
            </p:nvSpPr>
            <p:spPr>
              <a:xfrm>
                <a:off x="3166200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4" name="Rectangle 71"/>
              <p:cNvSpPr/>
              <p:nvPr/>
            </p:nvSpPr>
            <p:spPr>
              <a:xfrm>
                <a:off x="2940043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5" name="Rectangle 72"/>
              <p:cNvSpPr/>
              <p:nvPr/>
            </p:nvSpPr>
            <p:spPr>
              <a:xfrm>
                <a:off x="3053807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6" name="Rectangle 73"/>
              <p:cNvSpPr/>
              <p:nvPr/>
            </p:nvSpPr>
            <p:spPr>
              <a:xfrm>
                <a:off x="2375335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7" name="Rectangle 74"/>
              <p:cNvSpPr/>
              <p:nvPr/>
            </p:nvSpPr>
            <p:spPr>
              <a:xfrm>
                <a:off x="2827649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8" name="Rectangle 75"/>
              <p:cNvSpPr/>
              <p:nvPr/>
            </p:nvSpPr>
            <p:spPr>
              <a:xfrm>
                <a:off x="3279963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79" name="Rectangle 76"/>
              <p:cNvSpPr/>
              <p:nvPr/>
            </p:nvSpPr>
            <p:spPr>
              <a:xfrm>
                <a:off x="3392357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0" name="Rectangle 77"/>
              <p:cNvSpPr/>
              <p:nvPr/>
            </p:nvSpPr>
            <p:spPr>
              <a:xfrm>
                <a:off x="2601492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1" name="Rectangle 78"/>
              <p:cNvSpPr/>
              <p:nvPr/>
            </p:nvSpPr>
            <p:spPr>
              <a:xfrm>
                <a:off x="2713886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2" name="Rectangle 79"/>
              <p:cNvSpPr/>
              <p:nvPr/>
            </p:nvSpPr>
            <p:spPr>
              <a:xfrm>
                <a:off x="2147807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3" name="Rectangle 80"/>
              <p:cNvSpPr/>
              <p:nvPr/>
            </p:nvSpPr>
            <p:spPr>
              <a:xfrm>
                <a:off x="2035413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4" name="Rectangle 81"/>
              <p:cNvSpPr/>
              <p:nvPr/>
            </p:nvSpPr>
            <p:spPr>
              <a:xfrm>
                <a:off x="904628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5" name="Rectangle 82"/>
              <p:cNvSpPr/>
              <p:nvPr/>
            </p:nvSpPr>
            <p:spPr>
              <a:xfrm>
                <a:off x="1017022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6" name="Rectangle 86"/>
              <p:cNvSpPr/>
              <p:nvPr/>
            </p:nvSpPr>
            <p:spPr>
              <a:xfrm>
                <a:off x="790864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7" name="Rectangle 92"/>
              <p:cNvSpPr/>
              <p:nvPr/>
            </p:nvSpPr>
            <p:spPr>
              <a:xfrm>
                <a:off x="1583099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8" name="Rectangle 105"/>
              <p:cNvSpPr/>
              <p:nvPr/>
            </p:nvSpPr>
            <p:spPr>
              <a:xfrm>
                <a:off x="2487728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89" name="Rectangle 106"/>
              <p:cNvSpPr/>
              <p:nvPr/>
            </p:nvSpPr>
            <p:spPr>
              <a:xfrm>
                <a:off x="1809257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0" name="Rectangle 107"/>
              <p:cNvSpPr/>
              <p:nvPr/>
            </p:nvSpPr>
            <p:spPr>
              <a:xfrm>
                <a:off x="1921650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1" name="Rectangle 108"/>
              <p:cNvSpPr/>
              <p:nvPr/>
            </p:nvSpPr>
            <p:spPr>
              <a:xfrm>
                <a:off x="678470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2" name="Rectangle 109"/>
              <p:cNvSpPr/>
              <p:nvPr/>
            </p:nvSpPr>
            <p:spPr>
              <a:xfrm>
                <a:off x="1130785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3" name="Rectangle 113"/>
              <p:cNvSpPr/>
              <p:nvPr/>
            </p:nvSpPr>
            <p:spPr>
              <a:xfrm>
                <a:off x="1695493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4" name="Rectangle 114"/>
              <p:cNvSpPr/>
              <p:nvPr/>
            </p:nvSpPr>
            <p:spPr>
              <a:xfrm>
                <a:off x="452314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5" name="Rectangle 115"/>
              <p:cNvSpPr/>
              <p:nvPr/>
            </p:nvSpPr>
            <p:spPr>
              <a:xfrm>
                <a:off x="564708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6" name="Rectangle 119"/>
              <p:cNvSpPr/>
              <p:nvPr/>
            </p:nvSpPr>
            <p:spPr>
              <a:xfrm>
                <a:off x="2261571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7" name="Rectangle 120"/>
              <p:cNvSpPr/>
              <p:nvPr/>
            </p:nvSpPr>
            <p:spPr>
              <a:xfrm>
                <a:off x="1356942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8" name="Rectangle 121"/>
              <p:cNvSpPr/>
              <p:nvPr/>
            </p:nvSpPr>
            <p:spPr>
              <a:xfrm>
                <a:off x="1469336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499" name="Rectangle 123"/>
              <p:cNvSpPr/>
              <p:nvPr/>
            </p:nvSpPr>
            <p:spPr>
              <a:xfrm>
                <a:off x="338550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0" name="Rectangle 126"/>
              <p:cNvSpPr/>
              <p:nvPr/>
            </p:nvSpPr>
            <p:spPr>
              <a:xfrm>
                <a:off x="1243178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1" name="Rectangle 132"/>
              <p:cNvSpPr/>
              <p:nvPr/>
            </p:nvSpPr>
            <p:spPr>
              <a:xfrm>
                <a:off x="3166200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2" name="Rectangle 133"/>
              <p:cNvSpPr/>
              <p:nvPr/>
            </p:nvSpPr>
            <p:spPr>
              <a:xfrm>
                <a:off x="2940043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3" name="Rectangle 134"/>
              <p:cNvSpPr/>
              <p:nvPr/>
            </p:nvSpPr>
            <p:spPr>
              <a:xfrm>
                <a:off x="3053807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4" name="Rectangle 135"/>
              <p:cNvSpPr/>
              <p:nvPr/>
            </p:nvSpPr>
            <p:spPr>
              <a:xfrm>
                <a:off x="2375335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5" name="Rectangle 136"/>
              <p:cNvSpPr/>
              <p:nvPr/>
            </p:nvSpPr>
            <p:spPr>
              <a:xfrm>
                <a:off x="2601492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6" name="Rectangle 137"/>
              <p:cNvSpPr/>
              <p:nvPr/>
            </p:nvSpPr>
            <p:spPr>
              <a:xfrm>
                <a:off x="2713886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7" name="Rectangle 138"/>
              <p:cNvSpPr/>
              <p:nvPr/>
            </p:nvSpPr>
            <p:spPr>
              <a:xfrm>
                <a:off x="2147807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8" name="Rectangle 139"/>
              <p:cNvSpPr/>
              <p:nvPr/>
            </p:nvSpPr>
            <p:spPr>
              <a:xfrm>
                <a:off x="2035413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09" name="Rectangle 140"/>
              <p:cNvSpPr/>
              <p:nvPr/>
            </p:nvSpPr>
            <p:spPr>
              <a:xfrm>
                <a:off x="904628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0" name="Rectangle 141"/>
              <p:cNvSpPr/>
              <p:nvPr/>
            </p:nvSpPr>
            <p:spPr>
              <a:xfrm>
                <a:off x="1017022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1" name="Rectangle 145"/>
              <p:cNvSpPr/>
              <p:nvPr/>
            </p:nvSpPr>
            <p:spPr>
              <a:xfrm>
                <a:off x="790864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2" name="Rectangle 150"/>
              <p:cNvSpPr/>
              <p:nvPr/>
            </p:nvSpPr>
            <p:spPr>
              <a:xfrm>
                <a:off x="1583099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3" name="Rectangle 161"/>
              <p:cNvSpPr/>
              <p:nvPr/>
            </p:nvSpPr>
            <p:spPr>
              <a:xfrm>
                <a:off x="2487728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4" name="Rectangle 162"/>
              <p:cNvSpPr/>
              <p:nvPr/>
            </p:nvSpPr>
            <p:spPr>
              <a:xfrm>
                <a:off x="1809257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5" name="Rectangle 163"/>
              <p:cNvSpPr/>
              <p:nvPr/>
            </p:nvSpPr>
            <p:spPr>
              <a:xfrm>
                <a:off x="1921650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6" name="Rectangle 164"/>
              <p:cNvSpPr/>
              <p:nvPr/>
            </p:nvSpPr>
            <p:spPr>
              <a:xfrm>
                <a:off x="678470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7" name="Rectangle 165"/>
              <p:cNvSpPr/>
              <p:nvPr/>
            </p:nvSpPr>
            <p:spPr>
              <a:xfrm>
                <a:off x="1130785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8" name="Rectangle 168"/>
              <p:cNvSpPr/>
              <p:nvPr/>
            </p:nvSpPr>
            <p:spPr>
              <a:xfrm>
                <a:off x="1695493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19" name="Rectangle 169"/>
              <p:cNvSpPr/>
              <p:nvPr/>
            </p:nvSpPr>
            <p:spPr>
              <a:xfrm>
                <a:off x="452314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0" name="Rectangle 170"/>
              <p:cNvSpPr/>
              <p:nvPr/>
            </p:nvSpPr>
            <p:spPr>
              <a:xfrm>
                <a:off x="564708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1" name="Rectangle 174"/>
              <p:cNvSpPr/>
              <p:nvPr/>
            </p:nvSpPr>
            <p:spPr>
              <a:xfrm>
                <a:off x="2261571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2" name="Rectangle 175"/>
              <p:cNvSpPr/>
              <p:nvPr/>
            </p:nvSpPr>
            <p:spPr>
              <a:xfrm>
                <a:off x="1356942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3" name="Rectangle 176"/>
              <p:cNvSpPr/>
              <p:nvPr/>
            </p:nvSpPr>
            <p:spPr>
              <a:xfrm>
                <a:off x="1469336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4" name="Rectangle 178"/>
              <p:cNvSpPr/>
              <p:nvPr/>
            </p:nvSpPr>
            <p:spPr>
              <a:xfrm>
                <a:off x="338550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5" name="Rectangle 180"/>
              <p:cNvSpPr/>
              <p:nvPr/>
            </p:nvSpPr>
            <p:spPr>
              <a:xfrm>
                <a:off x="1243178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6" name="Rectangle 186"/>
              <p:cNvSpPr/>
              <p:nvPr/>
            </p:nvSpPr>
            <p:spPr>
              <a:xfrm>
                <a:off x="2940043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7" name="Rectangle 187"/>
              <p:cNvSpPr/>
              <p:nvPr/>
            </p:nvSpPr>
            <p:spPr>
              <a:xfrm>
                <a:off x="2375335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8" name="Rectangle 188"/>
              <p:cNvSpPr/>
              <p:nvPr/>
            </p:nvSpPr>
            <p:spPr>
              <a:xfrm>
                <a:off x="2827649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29" name="Rectangle 189"/>
              <p:cNvSpPr/>
              <p:nvPr/>
            </p:nvSpPr>
            <p:spPr>
              <a:xfrm>
                <a:off x="2147807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0" name="Rectangle 190"/>
              <p:cNvSpPr/>
              <p:nvPr/>
            </p:nvSpPr>
            <p:spPr>
              <a:xfrm>
                <a:off x="2035413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1" name="Rectangle 191"/>
              <p:cNvSpPr/>
              <p:nvPr/>
            </p:nvSpPr>
            <p:spPr>
              <a:xfrm>
                <a:off x="904628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2" name="Rectangle 192"/>
              <p:cNvSpPr/>
              <p:nvPr/>
            </p:nvSpPr>
            <p:spPr>
              <a:xfrm>
                <a:off x="1017022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3" name="Rectangle 196"/>
              <p:cNvSpPr/>
              <p:nvPr/>
            </p:nvSpPr>
            <p:spPr>
              <a:xfrm>
                <a:off x="790864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4" name="Rectangle 202"/>
              <p:cNvSpPr/>
              <p:nvPr/>
            </p:nvSpPr>
            <p:spPr>
              <a:xfrm>
                <a:off x="1583099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5" name="Rectangle 211"/>
              <p:cNvSpPr/>
              <p:nvPr/>
            </p:nvSpPr>
            <p:spPr>
              <a:xfrm>
                <a:off x="1809257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6" name="Rectangle 212"/>
              <p:cNvSpPr/>
              <p:nvPr/>
            </p:nvSpPr>
            <p:spPr>
              <a:xfrm>
                <a:off x="1921650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7" name="Rectangle 213"/>
              <p:cNvSpPr/>
              <p:nvPr/>
            </p:nvSpPr>
            <p:spPr>
              <a:xfrm>
                <a:off x="678470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8" name="Rectangle 214"/>
              <p:cNvSpPr/>
              <p:nvPr/>
            </p:nvSpPr>
            <p:spPr>
              <a:xfrm>
                <a:off x="1130785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39" name="Rectangle 217"/>
              <p:cNvSpPr/>
              <p:nvPr/>
            </p:nvSpPr>
            <p:spPr>
              <a:xfrm>
                <a:off x="1695493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0" name="Rectangle 218"/>
              <p:cNvSpPr/>
              <p:nvPr/>
            </p:nvSpPr>
            <p:spPr>
              <a:xfrm>
                <a:off x="452314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1" name="Rectangle 219"/>
              <p:cNvSpPr/>
              <p:nvPr/>
            </p:nvSpPr>
            <p:spPr>
              <a:xfrm>
                <a:off x="564708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2" name="Rectangle 221"/>
              <p:cNvSpPr/>
              <p:nvPr/>
            </p:nvSpPr>
            <p:spPr>
              <a:xfrm>
                <a:off x="2261571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3" name="Rectangle 222"/>
              <p:cNvSpPr/>
              <p:nvPr/>
            </p:nvSpPr>
            <p:spPr>
              <a:xfrm>
                <a:off x="1356942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4" name="Rectangle 223"/>
              <p:cNvSpPr/>
              <p:nvPr/>
            </p:nvSpPr>
            <p:spPr>
              <a:xfrm>
                <a:off x="1469336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5" name="Rectangle 225"/>
              <p:cNvSpPr/>
              <p:nvPr/>
            </p:nvSpPr>
            <p:spPr>
              <a:xfrm>
                <a:off x="338550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6" name="Rectangle 227"/>
              <p:cNvSpPr/>
              <p:nvPr/>
            </p:nvSpPr>
            <p:spPr>
              <a:xfrm>
                <a:off x="1243178" y="102661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7" name="Rectangle 234"/>
              <p:cNvSpPr/>
              <p:nvPr/>
            </p:nvSpPr>
            <p:spPr>
              <a:xfrm>
                <a:off x="2940043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8" name="Rectangle 235"/>
              <p:cNvSpPr/>
              <p:nvPr/>
            </p:nvSpPr>
            <p:spPr>
              <a:xfrm>
                <a:off x="2375335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49" name="Rectangle 236"/>
              <p:cNvSpPr/>
              <p:nvPr/>
            </p:nvSpPr>
            <p:spPr>
              <a:xfrm>
                <a:off x="2827649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0" name="Rectangle 237"/>
              <p:cNvSpPr/>
              <p:nvPr/>
            </p:nvSpPr>
            <p:spPr>
              <a:xfrm>
                <a:off x="2147807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1" name="Rectangle 238"/>
              <p:cNvSpPr/>
              <p:nvPr/>
            </p:nvSpPr>
            <p:spPr>
              <a:xfrm>
                <a:off x="2035413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2" name="Rectangle 239"/>
              <p:cNvSpPr/>
              <p:nvPr/>
            </p:nvSpPr>
            <p:spPr>
              <a:xfrm>
                <a:off x="904628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3" name="Rectangle 240"/>
              <p:cNvSpPr/>
              <p:nvPr/>
            </p:nvSpPr>
            <p:spPr>
              <a:xfrm>
                <a:off x="1017022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4" name="Rectangle 245"/>
              <p:cNvSpPr/>
              <p:nvPr/>
            </p:nvSpPr>
            <p:spPr>
              <a:xfrm>
                <a:off x="790864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5" name="Rectangle 252"/>
              <p:cNvSpPr/>
              <p:nvPr/>
            </p:nvSpPr>
            <p:spPr>
              <a:xfrm>
                <a:off x="1583099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6" name="Rectangle 254"/>
              <p:cNvSpPr/>
              <p:nvPr/>
            </p:nvSpPr>
            <p:spPr>
              <a:xfrm>
                <a:off x="226156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7" name="Rectangle 261"/>
              <p:cNvSpPr/>
              <p:nvPr/>
            </p:nvSpPr>
            <p:spPr>
              <a:xfrm>
                <a:off x="2487728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8" name="Rectangle 262"/>
              <p:cNvSpPr/>
              <p:nvPr/>
            </p:nvSpPr>
            <p:spPr>
              <a:xfrm>
                <a:off x="1809257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59" name="Rectangle 263"/>
              <p:cNvSpPr/>
              <p:nvPr/>
            </p:nvSpPr>
            <p:spPr>
              <a:xfrm>
                <a:off x="1921650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0" name="Rectangle 264"/>
              <p:cNvSpPr/>
              <p:nvPr/>
            </p:nvSpPr>
            <p:spPr>
              <a:xfrm>
                <a:off x="678470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1" name="Rectangle 265"/>
              <p:cNvSpPr/>
              <p:nvPr/>
            </p:nvSpPr>
            <p:spPr>
              <a:xfrm>
                <a:off x="1130785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2" name="Rectangle 269"/>
              <p:cNvSpPr/>
              <p:nvPr/>
            </p:nvSpPr>
            <p:spPr>
              <a:xfrm>
                <a:off x="1695493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3" name="Rectangle 270"/>
              <p:cNvSpPr/>
              <p:nvPr/>
            </p:nvSpPr>
            <p:spPr>
              <a:xfrm>
                <a:off x="452314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4" name="Rectangle 271"/>
              <p:cNvSpPr/>
              <p:nvPr/>
            </p:nvSpPr>
            <p:spPr>
              <a:xfrm>
                <a:off x="564708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5" name="Rectangle 274"/>
              <p:cNvSpPr/>
              <p:nvPr/>
            </p:nvSpPr>
            <p:spPr>
              <a:xfrm>
                <a:off x="2261571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6" name="Rectangle 275"/>
              <p:cNvSpPr/>
              <p:nvPr/>
            </p:nvSpPr>
            <p:spPr>
              <a:xfrm>
                <a:off x="1356942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7" name="Rectangle 276"/>
              <p:cNvSpPr/>
              <p:nvPr/>
            </p:nvSpPr>
            <p:spPr>
              <a:xfrm>
                <a:off x="1469336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8" name="Rectangle 278"/>
              <p:cNvSpPr/>
              <p:nvPr/>
            </p:nvSpPr>
            <p:spPr>
              <a:xfrm>
                <a:off x="338550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69" name="Rectangle 280"/>
              <p:cNvSpPr/>
              <p:nvPr/>
            </p:nvSpPr>
            <p:spPr>
              <a:xfrm>
                <a:off x="1243178" y="114175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0" name="Rectangle 286"/>
              <p:cNvSpPr/>
              <p:nvPr/>
            </p:nvSpPr>
            <p:spPr>
              <a:xfrm>
                <a:off x="2375335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1" name="Rectangle 287"/>
              <p:cNvSpPr/>
              <p:nvPr/>
            </p:nvSpPr>
            <p:spPr>
              <a:xfrm>
                <a:off x="2147807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2" name="Rectangle 288"/>
              <p:cNvSpPr/>
              <p:nvPr/>
            </p:nvSpPr>
            <p:spPr>
              <a:xfrm>
                <a:off x="2035413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3" name="Rectangle 289"/>
              <p:cNvSpPr/>
              <p:nvPr/>
            </p:nvSpPr>
            <p:spPr>
              <a:xfrm>
                <a:off x="904628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4" name="Rectangle 290"/>
              <p:cNvSpPr/>
              <p:nvPr/>
            </p:nvSpPr>
            <p:spPr>
              <a:xfrm>
                <a:off x="1017022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5" name="Rectangle 295"/>
              <p:cNvSpPr/>
              <p:nvPr/>
            </p:nvSpPr>
            <p:spPr>
              <a:xfrm>
                <a:off x="790864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6" name="Rectangle 300"/>
              <p:cNvSpPr/>
              <p:nvPr/>
            </p:nvSpPr>
            <p:spPr>
              <a:xfrm>
                <a:off x="1583099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7" name="Rectangle 302"/>
              <p:cNvSpPr/>
              <p:nvPr/>
            </p:nvSpPr>
            <p:spPr>
              <a:xfrm>
                <a:off x="226156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8" name="Rectangle 308"/>
              <p:cNvSpPr/>
              <p:nvPr/>
            </p:nvSpPr>
            <p:spPr>
              <a:xfrm>
                <a:off x="1809257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79" name="Rectangle 309"/>
              <p:cNvSpPr/>
              <p:nvPr/>
            </p:nvSpPr>
            <p:spPr>
              <a:xfrm>
                <a:off x="1921650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0" name="Rectangle 310"/>
              <p:cNvSpPr/>
              <p:nvPr/>
            </p:nvSpPr>
            <p:spPr>
              <a:xfrm>
                <a:off x="678470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1" name="Rectangle 311"/>
              <p:cNvSpPr/>
              <p:nvPr/>
            </p:nvSpPr>
            <p:spPr>
              <a:xfrm>
                <a:off x="1130785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2" name="Rectangle 315"/>
              <p:cNvSpPr/>
              <p:nvPr/>
            </p:nvSpPr>
            <p:spPr>
              <a:xfrm>
                <a:off x="1695493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3" name="Rectangle 316"/>
              <p:cNvSpPr/>
              <p:nvPr/>
            </p:nvSpPr>
            <p:spPr>
              <a:xfrm>
                <a:off x="452314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4" name="Rectangle 317"/>
              <p:cNvSpPr/>
              <p:nvPr/>
            </p:nvSpPr>
            <p:spPr>
              <a:xfrm>
                <a:off x="564708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5" name="Rectangle 321"/>
              <p:cNvSpPr/>
              <p:nvPr/>
            </p:nvSpPr>
            <p:spPr>
              <a:xfrm>
                <a:off x="2261571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6" name="Rectangle 322"/>
              <p:cNvSpPr/>
              <p:nvPr/>
            </p:nvSpPr>
            <p:spPr>
              <a:xfrm>
                <a:off x="1356942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7" name="Rectangle 323"/>
              <p:cNvSpPr/>
              <p:nvPr/>
            </p:nvSpPr>
            <p:spPr>
              <a:xfrm>
                <a:off x="1469336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8" name="Rectangle 325"/>
              <p:cNvSpPr/>
              <p:nvPr/>
            </p:nvSpPr>
            <p:spPr>
              <a:xfrm>
                <a:off x="338550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89" name="Rectangle 327"/>
              <p:cNvSpPr/>
              <p:nvPr/>
            </p:nvSpPr>
            <p:spPr>
              <a:xfrm>
                <a:off x="1243178" y="125551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0" name="Rectangle 333"/>
              <p:cNvSpPr/>
              <p:nvPr/>
            </p:nvSpPr>
            <p:spPr>
              <a:xfrm>
                <a:off x="2375335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1" name="Rectangle 334"/>
              <p:cNvSpPr/>
              <p:nvPr/>
            </p:nvSpPr>
            <p:spPr>
              <a:xfrm>
                <a:off x="2147807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2" name="Rectangle 335"/>
              <p:cNvSpPr/>
              <p:nvPr/>
            </p:nvSpPr>
            <p:spPr>
              <a:xfrm>
                <a:off x="2035413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3" name="Rectangle 336"/>
              <p:cNvSpPr/>
              <p:nvPr/>
            </p:nvSpPr>
            <p:spPr>
              <a:xfrm>
                <a:off x="904628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4" name="Rectangle 337"/>
              <p:cNvSpPr/>
              <p:nvPr/>
            </p:nvSpPr>
            <p:spPr>
              <a:xfrm>
                <a:off x="1017022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5" name="Rectangle 341"/>
              <p:cNvSpPr/>
              <p:nvPr/>
            </p:nvSpPr>
            <p:spPr>
              <a:xfrm>
                <a:off x="790864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6" name="Rectangle 344"/>
              <p:cNvSpPr/>
              <p:nvPr/>
            </p:nvSpPr>
            <p:spPr>
              <a:xfrm>
                <a:off x="1583099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7" name="Rectangle 345"/>
              <p:cNvSpPr/>
              <p:nvPr/>
            </p:nvSpPr>
            <p:spPr>
              <a:xfrm>
                <a:off x="112393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8" name="Rectangle 346"/>
              <p:cNvSpPr/>
              <p:nvPr/>
            </p:nvSpPr>
            <p:spPr>
              <a:xfrm>
                <a:off x="226156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599" name="Rectangle 352"/>
              <p:cNvSpPr/>
              <p:nvPr/>
            </p:nvSpPr>
            <p:spPr>
              <a:xfrm>
                <a:off x="2487728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0" name="Rectangle 353"/>
              <p:cNvSpPr/>
              <p:nvPr/>
            </p:nvSpPr>
            <p:spPr>
              <a:xfrm>
                <a:off x="1809257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1" name="Rectangle 354"/>
              <p:cNvSpPr/>
              <p:nvPr/>
            </p:nvSpPr>
            <p:spPr>
              <a:xfrm>
                <a:off x="1921650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2" name="Rectangle 355"/>
              <p:cNvSpPr/>
              <p:nvPr/>
            </p:nvSpPr>
            <p:spPr>
              <a:xfrm>
                <a:off x="678470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3" name="Rectangle 356"/>
              <p:cNvSpPr/>
              <p:nvPr/>
            </p:nvSpPr>
            <p:spPr>
              <a:xfrm>
                <a:off x="1130785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4" name="Rectangle 360"/>
              <p:cNvSpPr/>
              <p:nvPr/>
            </p:nvSpPr>
            <p:spPr>
              <a:xfrm>
                <a:off x="1695493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5" name="Rectangle 361"/>
              <p:cNvSpPr/>
              <p:nvPr/>
            </p:nvSpPr>
            <p:spPr>
              <a:xfrm>
                <a:off x="452314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6" name="Rectangle 362"/>
              <p:cNvSpPr/>
              <p:nvPr/>
            </p:nvSpPr>
            <p:spPr>
              <a:xfrm>
                <a:off x="564708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7" name="Rectangle 366"/>
              <p:cNvSpPr/>
              <p:nvPr/>
            </p:nvSpPr>
            <p:spPr>
              <a:xfrm>
                <a:off x="2261571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8" name="Rectangle 367"/>
              <p:cNvSpPr/>
              <p:nvPr/>
            </p:nvSpPr>
            <p:spPr>
              <a:xfrm>
                <a:off x="1356942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09" name="Rectangle 368"/>
              <p:cNvSpPr/>
              <p:nvPr/>
            </p:nvSpPr>
            <p:spPr>
              <a:xfrm>
                <a:off x="1469336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0" name="Rectangle 370"/>
              <p:cNvSpPr/>
              <p:nvPr/>
            </p:nvSpPr>
            <p:spPr>
              <a:xfrm>
                <a:off x="338550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1" name="Rectangle 372"/>
              <p:cNvSpPr/>
              <p:nvPr/>
            </p:nvSpPr>
            <p:spPr>
              <a:xfrm>
                <a:off x="1243178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2" name="Rectangle 378"/>
              <p:cNvSpPr/>
              <p:nvPr/>
            </p:nvSpPr>
            <p:spPr>
              <a:xfrm>
                <a:off x="2601492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3" name="Rectangle 379"/>
              <p:cNvSpPr/>
              <p:nvPr/>
            </p:nvSpPr>
            <p:spPr>
              <a:xfrm>
                <a:off x="2147807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4" name="Rectangle 380"/>
              <p:cNvSpPr/>
              <p:nvPr/>
            </p:nvSpPr>
            <p:spPr>
              <a:xfrm>
                <a:off x="2035413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5" name="Rectangle 381"/>
              <p:cNvSpPr/>
              <p:nvPr/>
            </p:nvSpPr>
            <p:spPr>
              <a:xfrm>
                <a:off x="904628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6" name="Rectangle 382"/>
              <p:cNvSpPr/>
              <p:nvPr/>
            </p:nvSpPr>
            <p:spPr>
              <a:xfrm>
                <a:off x="1017022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7" name="Rectangle 386"/>
              <p:cNvSpPr/>
              <p:nvPr/>
            </p:nvSpPr>
            <p:spPr>
              <a:xfrm>
                <a:off x="790864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8" name="Rectangle 390"/>
              <p:cNvSpPr/>
              <p:nvPr/>
            </p:nvSpPr>
            <p:spPr>
              <a:xfrm>
                <a:off x="1583099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19" name="Rectangle 391"/>
              <p:cNvSpPr/>
              <p:nvPr/>
            </p:nvSpPr>
            <p:spPr>
              <a:xfrm>
                <a:off x="112393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0" name="Rectangle 392"/>
              <p:cNvSpPr/>
              <p:nvPr/>
            </p:nvSpPr>
            <p:spPr>
              <a:xfrm>
                <a:off x="226156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1" name="Rectangle 398"/>
              <p:cNvSpPr/>
              <p:nvPr/>
            </p:nvSpPr>
            <p:spPr>
              <a:xfrm>
                <a:off x="2487728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2" name="Rectangle 399"/>
              <p:cNvSpPr/>
              <p:nvPr/>
            </p:nvSpPr>
            <p:spPr>
              <a:xfrm>
                <a:off x="1809257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3" name="Rectangle 400"/>
              <p:cNvSpPr/>
              <p:nvPr/>
            </p:nvSpPr>
            <p:spPr>
              <a:xfrm>
                <a:off x="1921650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4" name="Rectangle 401"/>
              <p:cNvSpPr/>
              <p:nvPr/>
            </p:nvSpPr>
            <p:spPr>
              <a:xfrm>
                <a:off x="678470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5" name="Rectangle 402"/>
              <p:cNvSpPr/>
              <p:nvPr/>
            </p:nvSpPr>
            <p:spPr>
              <a:xfrm>
                <a:off x="1130785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6" name="Rectangle 407"/>
              <p:cNvSpPr/>
              <p:nvPr/>
            </p:nvSpPr>
            <p:spPr>
              <a:xfrm>
                <a:off x="1695494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7" name="Rectangle 408"/>
              <p:cNvSpPr/>
              <p:nvPr/>
            </p:nvSpPr>
            <p:spPr>
              <a:xfrm>
                <a:off x="452314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8" name="Rectangle 409"/>
              <p:cNvSpPr/>
              <p:nvPr/>
            </p:nvSpPr>
            <p:spPr>
              <a:xfrm>
                <a:off x="564708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29" name="Rectangle 413"/>
              <p:cNvSpPr/>
              <p:nvPr/>
            </p:nvSpPr>
            <p:spPr>
              <a:xfrm>
                <a:off x="2261571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0" name="Rectangle 414"/>
              <p:cNvSpPr/>
              <p:nvPr/>
            </p:nvSpPr>
            <p:spPr>
              <a:xfrm>
                <a:off x="1356942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1" name="Rectangle 415"/>
              <p:cNvSpPr/>
              <p:nvPr/>
            </p:nvSpPr>
            <p:spPr>
              <a:xfrm>
                <a:off x="1469336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2" name="Rectangle 417"/>
              <p:cNvSpPr/>
              <p:nvPr/>
            </p:nvSpPr>
            <p:spPr>
              <a:xfrm>
                <a:off x="338550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3" name="Rectangle 419"/>
              <p:cNvSpPr/>
              <p:nvPr/>
            </p:nvSpPr>
            <p:spPr>
              <a:xfrm>
                <a:off x="1243179" y="148441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4" name="Rectangle 437"/>
              <p:cNvSpPr/>
              <p:nvPr/>
            </p:nvSpPr>
            <p:spPr>
              <a:xfrm>
                <a:off x="226157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5" name="Rectangle 444"/>
              <p:cNvSpPr/>
              <p:nvPr/>
            </p:nvSpPr>
            <p:spPr>
              <a:xfrm>
                <a:off x="678471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6" name="Rectangle 447"/>
              <p:cNvSpPr/>
              <p:nvPr/>
            </p:nvSpPr>
            <p:spPr>
              <a:xfrm>
                <a:off x="564708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7" name="Rectangle 451"/>
              <p:cNvSpPr/>
              <p:nvPr/>
            </p:nvSpPr>
            <p:spPr>
              <a:xfrm>
                <a:off x="1356942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8" name="Rectangle 452"/>
              <p:cNvSpPr/>
              <p:nvPr/>
            </p:nvSpPr>
            <p:spPr>
              <a:xfrm>
                <a:off x="338550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39" name="Rectangle 472"/>
              <p:cNvSpPr/>
              <p:nvPr/>
            </p:nvSpPr>
            <p:spPr>
              <a:xfrm>
                <a:off x="1356942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0" name="Rectangle 473"/>
              <p:cNvSpPr/>
              <p:nvPr/>
            </p:nvSpPr>
            <p:spPr>
              <a:xfrm>
                <a:off x="1469336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1" name="Rectangle 481"/>
              <p:cNvSpPr/>
              <p:nvPr/>
            </p:nvSpPr>
            <p:spPr>
              <a:xfrm>
                <a:off x="2375336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2" name="Rectangle 482"/>
              <p:cNvSpPr/>
              <p:nvPr/>
            </p:nvSpPr>
            <p:spPr>
              <a:xfrm>
                <a:off x="2601492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3" name="Rectangle 487"/>
              <p:cNvSpPr/>
              <p:nvPr/>
            </p:nvSpPr>
            <p:spPr>
              <a:xfrm>
                <a:off x="1583100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4" name="Rectangle 494"/>
              <p:cNvSpPr/>
              <p:nvPr/>
            </p:nvSpPr>
            <p:spPr>
              <a:xfrm>
                <a:off x="2487728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5" name="Rectangle 495"/>
              <p:cNvSpPr/>
              <p:nvPr/>
            </p:nvSpPr>
            <p:spPr>
              <a:xfrm>
                <a:off x="678471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6" name="Rectangle 497"/>
              <p:cNvSpPr/>
              <p:nvPr/>
            </p:nvSpPr>
            <p:spPr>
              <a:xfrm>
                <a:off x="1695494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7" name="Rectangle 498"/>
              <p:cNvSpPr/>
              <p:nvPr/>
            </p:nvSpPr>
            <p:spPr>
              <a:xfrm>
                <a:off x="564708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8" name="Rectangle 500"/>
              <p:cNvSpPr/>
              <p:nvPr/>
            </p:nvSpPr>
            <p:spPr>
              <a:xfrm>
                <a:off x="1469336" y="22615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49" name="Rectangle 509"/>
              <p:cNvSpPr/>
              <p:nvPr/>
            </p:nvSpPr>
            <p:spPr>
              <a:xfrm>
                <a:off x="2601492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0" name="Rectangle 510"/>
              <p:cNvSpPr/>
              <p:nvPr/>
            </p:nvSpPr>
            <p:spPr>
              <a:xfrm>
                <a:off x="2713886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1" name="Rectangle 511"/>
              <p:cNvSpPr/>
              <p:nvPr/>
            </p:nvSpPr>
            <p:spPr>
              <a:xfrm>
                <a:off x="2035414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2" name="Rectangle 515"/>
              <p:cNvSpPr/>
              <p:nvPr/>
            </p:nvSpPr>
            <p:spPr>
              <a:xfrm>
                <a:off x="1583100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3" name="Rectangle 524"/>
              <p:cNvSpPr/>
              <p:nvPr/>
            </p:nvSpPr>
            <p:spPr>
              <a:xfrm>
                <a:off x="1809257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4" name="Rectangle 525"/>
              <p:cNvSpPr/>
              <p:nvPr/>
            </p:nvSpPr>
            <p:spPr>
              <a:xfrm>
                <a:off x="1921650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5" name="Rectangle 526"/>
              <p:cNvSpPr/>
              <p:nvPr/>
            </p:nvSpPr>
            <p:spPr>
              <a:xfrm>
                <a:off x="1130786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6" name="Rectangle 527"/>
              <p:cNvSpPr/>
              <p:nvPr/>
            </p:nvSpPr>
            <p:spPr>
              <a:xfrm>
                <a:off x="1695494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7" name="Rectangle 528"/>
              <p:cNvSpPr/>
              <p:nvPr/>
            </p:nvSpPr>
            <p:spPr>
              <a:xfrm>
                <a:off x="452314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8" name="Rectangle 529"/>
              <p:cNvSpPr/>
              <p:nvPr/>
            </p:nvSpPr>
            <p:spPr>
              <a:xfrm>
                <a:off x="564708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59" name="Rectangle 531"/>
              <p:cNvSpPr/>
              <p:nvPr/>
            </p:nvSpPr>
            <p:spPr>
              <a:xfrm>
                <a:off x="1356942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0" name="Rectangle 532"/>
              <p:cNvSpPr/>
              <p:nvPr/>
            </p:nvSpPr>
            <p:spPr>
              <a:xfrm>
                <a:off x="1469336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1" name="Rectangle 533"/>
              <p:cNvSpPr/>
              <p:nvPr/>
            </p:nvSpPr>
            <p:spPr>
              <a:xfrm>
                <a:off x="338550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2" name="Rectangle 536"/>
              <p:cNvSpPr/>
              <p:nvPr/>
            </p:nvSpPr>
            <p:spPr>
              <a:xfrm>
                <a:off x="1243179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3" name="Rectangle 539"/>
              <p:cNvSpPr/>
              <p:nvPr/>
            </p:nvSpPr>
            <p:spPr>
              <a:xfrm>
                <a:off x="2375336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4" name="Rectangle 540"/>
              <p:cNvSpPr/>
              <p:nvPr/>
            </p:nvSpPr>
            <p:spPr>
              <a:xfrm>
                <a:off x="2827650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5" name="Rectangle 541"/>
              <p:cNvSpPr/>
              <p:nvPr/>
            </p:nvSpPr>
            <p:spPr>
              <a:xfrm>
                <a:off x="3392358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6" name="Rectangle 542"/>
              <p:cNvSpPr/>
              <p:nvPr/>
            </p:nvSpPr>
            <p:spPr>
              <a:xfrm>
                <a:off x="2601492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7" name="Rectangle 543"/>
              <p:cNvSpPr/>
              <p:nvPr/>
            </p:nvSpPr>
            <p:spPr>
              <a:xfrm>
                <a:off x="2713886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8" name="Rectangle 544"/>
              <p:cNvSpPr/>
              <p:nvPr/>
            </p:nvSpPr>
            <p:spPr>
              <a:xfrm>
                <a:off x="2147808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69" name="Rectangle 545"/>
              <p:cNvSpPr/>
              <p:nvPr/>
            </p:nvSpPr>
            <p:spPr>
              <a:xfrm>
                <a:off x="2035414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0" name="Rectangle 546"/>
              <p:cNvSpPr/>
              <p:nvPr/>
            </p:nvSpPr>
            <p:spPr>
              <a:xfrm>
                <a:off x="904628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1" name="Rectangle 547"/>
              <p:cNvSpPr/>
              <p:nvPr/>
            </p:nvSpPr>
            <p:spPr>
              <a:xfrm>
                <a:off x="1017022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2" name="Rectangle 550"/>
              <p:cNvSpPr/>
              <p:nvPr/>
            </p:nvSpPr>
            <p:spPr>
              <a:xfrm>
                <a:off x="790865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3" name="Rectangle 553"/>
              <p:cNvSpPr/>
              <p:nvPr/>
            </p:nvSpPr>
            <p:spPr>
              <a:xfrm>
                <a:off x="1583100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4" name="Rectangle 560"/>
              <p:cNvSpPr/>
              <p:nvPr/>
            </p:nvSpPr>
            <p:spPr>
              <a:xfrm>
                <a:off x="2487728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5" name="Rectangle 561"/>
              <p:cNvSpPr/>
              <p:nvPr/>
            </p:nvSpPr>
            <p:spPr>
              <a:xfrm>
                <a:off x="1809257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6" name="Rectangle 562"/>
              <p:cNvSpPr/>
              <p:nvPr/>
            </p:nvSpPr>
            <p:spPr>
              <a:xfrm>
                <a:off x="1921650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7" name="Rectangle 563"/>
              <p:cNvSpPr/>
              <p:nvPr/>
            </p:nvSpPr>
            <p:spPr>
              <a:xfrm>
                <a:off x="1130786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8" name="Rectangle 565"/>
              <p:cNvSpPr/>
              <p:nvPr/>
            </p:nvSpPr>
            <p:spPr>
              <a:xfrm>
                <a:off x="1695494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79" name="Rectangle 566"/>
              <p:cNvSpPr/>
              <p:nvPr/>
            </p:nvSpPr>
            <p:spPr>
              <a:xfrm>
                <a:off x="452314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0" name="Rectangle 569"/>
              <p:cNvSpPr/>
              <p:nvPr/>
            </p:nvSpPr>
            <p:spPr>
              <a:xfrm>
                <a:off x="2261571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1" name="Rectangle 570"/>
              <p:cNvSpPr/>
              <p:nvPr/>
            </p:nvSpPr>
            <p:spPr>
              <a:xfrm>
                <a:off x="1356942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2" name="Rectangle 571"/>
              <p:cNvSpPr/>
              <p:nvPr/>
            </p:nvSpPr>
            <p:spPr>
              <a:xfrm>
                <a:off x="1469336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3" name="Rectangle 572"/>
              <p:cNvSpPr/>
              <p:nvPr/>
            </p:nvSpPr>
            <p:spPr>
              <a:xfrm>
                <a:off x="338550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4" name="Rectangle 576"/>
              <p:cNvSpPr/>
              <p:nvPr/>
            </p:nvSpPr>
            <p:spPr>
              <a:xfrm>
                <a:off x="1243179" y="45505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5" name="Rectangle 581"/>
              <p:cNvSpPr/>
              <p:nvPr/>
            </p:nvSpPr>
            <p:spPr>
              <a:xfrm>
                <a:off x="3166200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6" name="Rectangle 582"/>
              <p:cNvSpPr/>
              <p:nvPr/>
            </p:nvSpPr>
            <p:spPr>
              <a:xfrm>
                <a:off x="2940044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7" name="Rectangle 583"/>
              <p:cNvSpPr/>
              <p:nvPr/>
            </p:nvSpPr>
            <p:spPr>
              <a:xfrm>
                <a:off x="3053807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8" name="Rectangle 584"/>
              <p:cNvSpPr/>
              <p:nvPr/>
            </p:nvSpPr>
            <p:spPr>
              <a:xfrm>
                <a:off x="2375336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89" name="Rectangle 585"/>
              <p:cNvSpPr/>
              <p:nvPr/>
            </p:nvSpPr>
            <p:spPr>
              <a:xfrm>
                <a:off x="3506121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0" name="Rectangle 586"/>
              <p:cNvSpPr/>
              <p:nvPr/>
            </p:nvSpPr>
            <p:spPr>
              <a:xfrm>
                <a:off x="2827650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1" name="Rectangle 587"/>
              <p:cNvSpPr/>
              <p:nvPr/>
            </p:nvSpPr>
            <p:spPr>
              <a:xfrm>
                <a:off x="3279964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2" name="Rectangle 588"/>
              <p:cNvSpPr/>
              <p:nvPr/>
            </p:nvSpPr>
            <p:spPr>
              <a:xfrm>
                <a:off x="3392358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3" name="Rectangle 589"/>
              <p:cNvSpPr/>
              <p:nvPr/>
            </p:nvSpPr>
            <p:spPr>
              <a:xfrm>
                <a:off x="2601492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4" name="Rectangle 590"/>
              <p:cNvSpPr/>
              <p:nvPr/>
            </p:nvSpPr>
            <p:spPr>
              <a:xfrm>
                <a:off x="2713886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5" name="Rectangle 591"/>
              <p:cNvSpPr/>
              <p:nvPr/>
            </p:nvSpPr>
            <p:spPr>
              <a:xfrm>
                <a:off x="2147808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6" name="Rectangle 592"/>
              <p:cNvSpPr/>
              <p:nvPr/>
            </p:nvSpPr>
            <p:spPr>
              <a:xfrm>
                <a:off x="2035414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7" name="Rectangle 593"/>
              <p:cNvSpPr/>
              <p:nvPr/>
            </p:nvSpPr>
            <p:spPr>
              <a:xfrm>
                <a:off x="904628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8" name="Rectangle 594"/>
              <p:cNvSpPr/>
              <p:nvPr/>
            </p:nvSpPr>
            <p:spPr>
              <a:xfrm>
                <a:off x="1017022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699" name="Rectangle 598"/>
              <p:cNvSpPr/>
              <p:nvPr/>
            </p:nvSpPr>
            <p:spPr>
              <a:xfrm>
                <a:off x="790865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0" name="Rectangle 604"/>
              <p:cNvSpPr/>
              <p:nvPr/>
            </p:nvSpPr>
            <p:spPr>
              <a:xfrm>
                <a:off x="1583100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1" name="Rectangle 618"/>
              <p:cNvSpPr/>
              <p:nvPr/>
            </p:nvSpPr>
            <p:spPr>
              <a:xfrm>
                <a:off x="2487728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2" name="Rectangle 619"/>
              <p:cNvSpPr/>
              <p:nvPr/>
            </p:nvSpPr>
            <p:spPr>
              <a:xfrm>
                <a:off x="1809257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3" name="Rectangle 620"/>
              <p:cNvSpPr/>
              <p:nvPr/>
            </p:nvSpPr>
            <p:spPr>
              <a:xfrm>
                <a:off x="1921650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4" name="Rectangle 621"/>
              <p:cNvSpPr/>
              <p:nvPr/>
            </p:nvSpPr>
            <p:spPr>
              <a:xfrm>
                <a:off x="678470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5" name="Rectangle 622"/>
              <p:cNvSpPr/>
              <p:nvPr/>
            </p:nvSpPr>
            <p:spPr>
              <a:xfrm>
                <a:off x="1130785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6" name="Rectangle 625"/>
              <p:cNvSpPr/>
              <p:nvPr/>
            </p:nvSpPr>
            <p:spPr>
              <a:xfrm>
                <a:off x="1695493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7" name="Rectangle 626"/>
              <p:cNvSpPr/>
              <p:nvPr/>
            </p:nvSpPr>
            <p:spPr>
              <a:xfrm>
                <a:off x="452314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8" name="Rectangle 627"/>
              <p:cNvSpPr/>
              <p:nvPr/>
            </p:nvSpPr>
            <p:spPr>
              <a:xfrm>
                <a:off x="564708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09" name="Rectangle 630"/>
              <p:cNvSpPr/>
              <p:nvPr/>
            </p:nvSpPr>
            <p:spPr>
              <a:xfrm>
                <a:off x="2261571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0" name="Rectangle 631"/>
              <p:cNvSpPr/>
              <p:nvPr/>
            </p:nvSpPr>
            <p:spPr>
              <a:xfrm>
                <a:off x="1356942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1" name="Rectangle 632"/>
              <p:cNvSpPr/>
              <p:nvPr/>
            </p:nvSpPr>
            <p:spPr>
              <a:xfrm>
                <a:off x="1469336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2" name="Rectangle 634"/>
              <p:cNvSpPr/>
              <p:nvPr/>
            </p:nvSpPr>
            <p:spPr>
              <a:xfrm>
                <a:off x="338550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3" name="Rectangle 638"/>
              <p:cNvSpPr/>
              <p:nvPr/>
            </p:nvSpPr>
            <p:spPr>
              <a:xfrm>
                <a:off x="1243178" y="57019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4" name="Rectangle 644"/>
              <p:cNvSpPr/>
              <p:nvPr/>
            </p:nvSpPr>
            <p:spPr>
              <a:xfrm>
                <a:off x="2375335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5" name="Rectangle 645"/>
              <p:cNvSpPr/>
              <p:nvPr/>
            </p:nvSpPr>
            <p:spPr>
              <a:xfrm>
                <a:off x="2147807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6" name="Rectangle 646"/>
              <p:cNvSpPr/>
              <p:nvPr/>
            </p:nvSpPr>
            <p:spPr>
              <a:xfrm>
                <a:off x="2035413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7" name="Rectangle 647"/>
              <p:cNvSpPr/>
              <p:nvPr/>
            </p:nvSpPr>
            <p:spPr>
              <a:xfrm>
                <a:off x="904628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8" name="Rectangle 648"/>
              <p:cNvSpPr/>
              <p:nvPr/>
            </p:nvSpPr>
            <p:spPr>
              <a:xfrm>
                <a:off x="1017022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19" name="Rectangle 651"/>
              <p:cNvSpPr/>
              <p:nvPr/>
            </p:nvSpPr>
            <p:spPr>
              <a:xfrm>
                <a:off x="790864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0" name="Rectangle 655"/>
              <p:cNvSpPr/>
              <p:nvPr/>
            </p:nvSpPr>
            <p:spPr>
              <a:xfrm>
                <a:off x="1583099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1" name="Rectangle 656"/>
              <p:cNvSpPr/>
              <p:nvPr/>
            </p:nvSpPr>
            <p:spPr>
              <a:xfrm>
                <a:off x="112393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2" name="Rectangle 657"/>
              <p:cNvSpPr/>
              <p:nvPr/>
            </p:nvSpPr>
            <p:spPr>
              <a:xfrm>
                <a:off x="226156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3" name="Rectangle 660"/>
              <p:cNvSpPr/>
              <p:nvPr/>
            </p:nvSpPr>
            <p:spPr>
              <a:xfrm>
                <a:off x="0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4" name="Rectangle 663"/>
              <p:cNvSpPr/>
              <p:nvPr/>
            </p:nvSpPr>
            <p:spPr>
              <a:xfrm>
                <a:off x="2487728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5" name="Rectangle 664"/>
              <p:cNvSpPr/>
              <p:nvPr/>
            </p:nvSpPr>
            <p:spPr>
              <a:xfrm>
                <a:off x="1809257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6" name="Rectangle 665"/>
              <p:cNvSpPr/>
              <p:nvPr/>
            </p:nvSpPr>
            <p:spPr>
              <a:xfrm>
                <a:off x="1921650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7" name="Rectangle 666"/>
              <p:cNvSpPr/>
              <p:nvPr/>
            </p:nvSpPr>
            <p:spPr>
              <a:xfrm>
                <a:off x="678470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8" name="Rectangle 667"/>
              <p:cNvSpPr/>
              <p:nvPr/>
            </p:nvSpPr>
            <p:spPr>
              <a:xfrm>
                <a:off x="1130785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29" name="Rectangle 669"/>
              <p:cNvSpPr/>
              <p:nvPr/>
            </p:nvSpPr>
            <p:spPr>
              <a:xfrm>
                <a:off x="1695493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0" name="Rectangle 670"/>
              <p:cNvSpPr/>
              <p:nvPr/>
            </p:nvSpPr>
            <p:spPr>
              <a:xfrm>
                <a:off x="452314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1" name="Rectangle 671"/>
              <p:cNvSpPr/>
              <p:nvPr/>
            </p:nvSpPr>
            <p:spPr>
              <a:xfrm>
                <a:off x="564708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2" name="Rectangle 674"/>
              <p:cNvSpPr/>
              <p:nvPr/>
            </p:nvSpPr>
            <p:spPr>
              <a:xfrm>
                <a:off x="1356942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3" name="Rectangle 675"/>
              <p:cNvSpPr/>
              <p:nvPr/>
            </p:nvSpPr>
            <p:spPr>
              <a:xfrm>
                <a:off x="1469336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4" name="Rectangle 677"/>
              <p:cNvSpPr/>
              <p:nvPr/>
            </p:nvSpPr>
            <p:spPr>
              <a:xfrm>
                <a:off x="338550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5" name="Rectangle 679"/>
              <p:cNvSpPr/>
              <p:nvPr/>
            </p:nvSpPr>
            <p:spPr>
              <a:xfrm>
                <a:off x="1243178" y="16009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6" name="Rectangle 684"/>
              <p:cNvSpPr/>
              <p:nvPr/>
            </p:nvSpPr>
            <p:spPr>
              <a:xfrm>
                <a:off x="2375335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7" name="Rectangle 685"/>
              <p:cNvSpPr/>
              <p:nvPr/>
            </p:nvSpPr>
            <p:spPr>
              <a:xfrm>
                <a:off x="2147807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8" name="Rectangle 686"/>
              <p:cNvSpPr/>
              <p:nvPr/>
            </p:nvSpPr>
            <p:spPr>
              <a:xfrm>
                <a:off x="904628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39" name="Rectangle 687"/>
              <p:cNvSpPr/>
              <p:nvPr/>
            </p:nvSpPr>
            <p:spPr>
              <a:xfrm>
                <a:off x="1017022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0" name="Rectangle 691"/>
              <p:cNvSpPr/>
              <p:nvPr/>
            </p:nvSpPr>
            <p:spPr>
              <a:xfrm>
                <a:off x="790864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1" name="Rectangle 694"/>
              <p:cNvSpPr/>
              <p:nvPr/>
            </p:nvSpPr>
            <p:spPr>
              <a:xfrm>
                <a:off x="1583099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2" name="Rectangle 695"/>
              <p:cNvSpPr/>
              <p:nvPr/>
            </p:nvSpPr>
            <p:spPr>
              <a:xfrm>
                <a:off x="112393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3" name="Rectangle 696"/>
              <p:cNvSpPr/>
              <p:nvPr/>
            </p:nvSpPr>
            <p:spPr>
              <a:xfrm>
                <a:off x="226156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4" name="Rectangle 699"/>
              <p:cNvSpPr/>
              <p:nvPr/>
            </p:nvSpPr>
            <p:spPr>
              <a:xfrm>
                <a:off x="0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5" name="Rectangle 702"/>
              <p:cNvSpPr/>
              <p:nvPr/>
            </p:nvSpPr>
            <p:spPr>
              <a:xfrm>
                <a:off x="1809257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6" name="Rectangle 703"/>
              <p:cNvSpPr/>
              <p:nvPr/>
            </p:nvSpPr>
            <p:spPr>
              <a:xfrm>
                <a:off x="1921650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7" name="Rectangle 704"/>
              <p:cNvSpPr/>
              <p:nvPr/>
            </p:nvSpPr>
            <p:spPr>
              <a:xfrm>
                <a:off x="678470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8" name="Rectangle 705"/>
              <p:cNvSpPr/>
              <p:nvPr/>
            </p:nvSpPr>
            <p:spPr>
              <a:xfrm>
                <a:off x="1130785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49" name="Rectangle 707"/>
              <p:cNvSpPr/>
              <p:nvPr/>
            </p:nvSpPr>
            <p:spPr>
              <a:xfrm>
                <a:off x="1695493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0" name="Rectangle 708"/>
              <p:cNvSpPr/>
              <p:nvPr/>
            </p:nvSpPr>
            <p:spPr>
              <a:xfrm>
                <a:off x="452314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1" name="Rectangle 709"/>
              <p:cNvSpPr/>
              <p:nvPr/>
            </p:nvSpPr>
            <p:spPr>
              <a:xfrm>
                <a:off x="564708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2" name="Rectangle 712"/>
              <p:cNvSpPr/>
              <p:nvPr/>
            </p:nvSpPr>
            <p:spPr>
              <a:xfrm>
                <a:off x="2261571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3" name="Rectangle 713"/>
              <p:cNvSpPr/>
              <p:nvPr/>
            </p:nvSpPr>
            <p:spPr>
              <a:xfrm>
                <a:off x="1356942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4" name="Rectangle 714"/>
              <p:cNvSpPr/>
              <p:nvPr/>
            </p:nvSpPr>
            <p:spPr>
              <a:xfrm>
                <a:off x="1469336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5" name="Rectangle 715"/>
              <p:cNvSpPr/>
              <p:nvPr/>
            </p:nvSpPr>
            <p:spPr>
              <a:xfrm>
                <a:off x="338550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6" name="Rectangle 717"/>
              <p:cNvSpPr/>
              <p:nvPr/>
            </p:nvSpPr>
            <p:spPr>
              <a:xfrm>
                <a:off x="1243178" y="171331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7" name="Rectangle 720"/>
              <p:cNvSpPr/>
              <p:nvPr/>
            </p:nvSpPr>
            <p:spPr>
              <a:xfrm>
                <a:off x="2035413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8" name="Rectangle 721"/>
              <p:cNvSpPr/>
              <p:nvPr/>
            </p:nvSpPr>
            <p:spPr>
              <a:xfrm>
                <a:off x="904628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59" name="Rectangle 722"/>
              <p:cNvSpPr/>
              <p:nvPr/>
            </p:nvSpPr>
            <p:spPr>
              <a:xfrm>
                <a:off x="1017022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0" name="Rectangle 725"/>
              <p:cNvSpPr/>
              <p:nvPr/>
            </p:nvSpPr>
            <p:spPr>
              <a:xfrm>
                <a:off x="790864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1" name="Rectangle 729"/>
              <p:cNvSpPr/>
              <p:nvPr/>
            </p:nvSpPr>
            <p:spPr>
              <a:xfrm>
                <a:off x="1583099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2" name="Rectangle 730"/>
              <p:cNvSpPr/>
              <p:nvPr/>
            </p:nvSpPr>
            <p:spPr>
              <a:xfrm>
                <a:off x="112393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3" name="Rectangle 731"/>
              <p:cNvSpPr/>
              <p:nvPr/>
            </p:nvSpPr>
            <p:spPr>
              <a:xfrm>
                <a:off x="226156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4" name="Rectangle 734"/>
              <p:cNvSpPr/>
              <p:nvPr/>
            </p:nvSpPr>
            <p:spPr>
              <a:xfrm>
                <a:off x="0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5" name="Rectangle 736"/>
              <p:cNvSpPr/>
              <p:nvPr/>
            </p:nvSpPr>
            <p:spPr>
              <a:xfrm>
                <a:off x="1809257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6" name="Rectangle 737"/>
              <p:cNvSpPr/>
              <p:nvPr/>
            </p:nvSpPr>
            <p:spPr>
              <a:xfrm>
                <a:off x="1921650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7" name="Rectangle 738"/>
              <p:cNvSpPr/>
              <p:nvPr/>
            </p:nvSpPr>
            <p:spPr>
              <a:xfrm>
                <a:off x="678470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8" name="Rectangle 739"/>
              <p:cNvSpPr/>
              <p:nvPr/>
            </p:nvSpPr>
            <p:spPr>
              <a:xfrm>
                <a:off x="1130785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69" name="Rectangle 742"/>
              <p:cNvSpPr/>
              <p:nvPr/>
            </p:nvSpPr>
            <p:spPr>
              <a:xfrm>
                <a:off x="1695493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0" name="Rectangle 743"/>
              <p:cNvSpPr/>
              <p:nvPr/>
            </p:nvSpPr>
            <p:spPr>
              <a:xfrm>
                <a:off x="452314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1" name="Rectangle 744"/>
              <p:cNvSpPr/>
              <p:nvPr/>
            </p:nvSpPr>
            <p:spPr>
              <a:xfrm>
                <a:off x="564708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2" name="Rectangle 747"/>
              <p:cNvSpPr/>
              <p:nvPr/>
            </p:nvSpPr>
            <p:spPr>
              <a:xfrm>
                <a:off x="2261571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3" name="Rectangle 748"/>
              <p:cNvSpPr/>
              <p:nvPr/>
            </p:nvSpPr>
            <p:spPr>
              <a:xfrm>
                <a:off x="1356942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4" name="Rectangle 749"/>
              <p:cNvSpPr/>
              <p:nvPr/>
            </p:nvSpPr>
            <p:spPr>
              <a:xfrm>
                <a:off x="1469336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5" name="Rectangle 751"/>
              <p:cNvSpPr/>
              <p:nvPr/>
            </p:nvSpPr>
            <p:spPr>
              <a:xfrm>
                <a:off x="338550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6" name="Rectangle 753"/>
              <p:cNvSpPr/>
              <p:nvPr/>
            </p:nvSpPr>
            <p:spPr>
              <a:xfrm>
                <a:off x="1243178" y="182707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7" name="Rectangle 758"/>
              <p:cNvSpPr/>
              <p:nvPr/>
            </p:nvSpPr>
            <p:spPr>
              <a:xfrm>
                <a:off x="904628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8" name="Rectangle 759"/>
              <p:cNvSpPr/>
              <p:nvPr/>
            </p:nvSpPr>
            <p:spPr>
              <a:xfrm>
                <a:off x="1017022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79" name="Rectangle 762"/>
              <p:cNvSpPr/>
              <p:nvPr/>
            </p:nvSpPr>
            <p:spPr>
              <a:xfrm>
                <a:off x="790864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0" name="Rectangle 765"/>
              <p:cNvSpPr/>
              <p:nvPr/>
            </p:nvSpPr>
            <p:spPr>
              <a:xfrm>
                <a:off x="1583099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1" name="Rectangle 766"/>
              <p:cNvSpPr/>
              <p:nvPr/>
            </p:nvSpPr>
            <p:spPr>
              <a:xfrm>
                <a:off x="112393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2" name="Rectangle 767"/>
              <p:cNvSpPr/>
              <p:nvPr/>
            </p:nvSpPr>
            <p:spPr>
              <a:xfrm>
                <a:off x="226156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3" name="Rectangle 768"/>
              <p:cNvSpPr/>
              <p:nvPr/>
            </p:nvSpPr>
            <p:spPr>
              <a:xfrm>
                <a:off x="0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4" name="Rectangle 770"/>
              <p:cNvSpPr/>
              <p:nvPr/>
            </p:nvSpPr>
            <p:spPr>
              <a:xfrm>
                <a:off x="1809257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5" name="Rectangle 771"/>
              <p:cNvSpPr/>
              <p:nvPr/>
            </p:nvSpPr>
            <p:spPr>
              <a:xfrm>
                <a:off x="1921650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6" name="Rectangle 772"/>
              <p:cNvSpPr/>
              <p:nvPr/>
            </p:nvSpPr>
            <p:spPr>
              <a:xfrm>
                <a:off x="678470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7" name="Rectangle 773"/>
              <p:cNvSpPr/>
              <p:nvPr/>
            </p:nvSpPr>
            <p:spPr>
              <a:xfrm>
                <a:off x="1130785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8" name="Rectangle 776"/>
              <p:cNvSpPr/>
              <p:nvPr/>
            </p:nvSpPr>
            <p:spPr>
              <a:xfrm>
                <a:off x="1695493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89" name="Rectangle 777"/>
              <p:cNvSpPr/>
              <p:nvPr/>
            </p:nvSpPr>
            <p:spPr>
              <a:xfrm>
                <a:off x="452314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0" name="Rectangle 781"/>
              <p:cNvSpPr/>
              <p:nvPr/>
            </p:nvSpPr>
            <p:spPr>
              <a:xfrm>
                <a:off x="1356942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1" name="Rectangle 782"/>
              <p:cNvSpPr/>
              <p:nvPr/>
            </p:nvSpPr>
            <p:spPr>
              <a:xfrm>
                <a:off x="1469336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2" name="Rectangle 785"/>
              <p:cNvSpPr/>
              <p:nvPr/>
            </p:nvSpPr>
            <p:spPr>
              <a:xfrm>
                <a:off x="1243178" y="19435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3" name="Rectangle 790"/>
              <p:cNvSpPr/>
              <p:nvPr/>
            </p:nvSpPr>
            <p:spPr>
              <a:xfrm>
                <a:off x="904628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4" name="Rectangle 791"/>
              <p:cNvSpPr/>
              <p:nvPr/>
            </p:nvSpPr>
            <p:spPr>
              <a:xfrm>
                <a:off x="1017022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5" name="Rectangle 794"/>
              <p:cNvSpPr/>
              <p:nvPr/>
            </p:nvSpPr>
            <p:spPr>
              <a:xfrm>
                <a:off x="790864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6" name="Rectangle 798"/>
              <p:cNvSpPr/>
              <p:nvPr/>
            </p:nvSpPr>
            <p:spPr>
              <a:xfrm>
                <a:off x="1583099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7" name="Rectangle 799"/>
              <p:cNvSpPr/>
              <p:nvPr/>
            </p:nvSpPr>
            <p:spPr>
              <a:xfrm>
                <a:off x="112393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8" name="Rectangle 800"/>
              <p:cNvSpPr/>
              <p:nvPr/>
            </p:nvSpPr>
            <p:spPr>
              <a:xfrm>
                <a:off x="226156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799" name="Rectangle 803"/>
              <p:cNvSpPr/>
              <p:nvPr/>
            </p:nvSpPr>
            <p:spPr>
              <a:xfrm>
                <a:off x="1130785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0" name="Rectangle 807"/>
              <p:cNvSpPr/>
              <p:nvPr/>
            </p:nvSpPr>
            <p:spPr>
              <a:xfrm>
                <a:off x="1695493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1" name="Rectangle 809"/>
              <p:cNvSpPr/>
              <p:nvPr/>
            </p:nvSpPr>
            <p:spPr>
              <a:xfrm>
                <a:off x="452314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2" name="Rectangle 814"/>
              <p:cNvSpPr/>
              <p:nvPr/>
            </p:nvSpPr>
            <p:spPr>
              <a:xfrm>
                <a:off x="1356942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3" name="Rectangle 815"/>
              <p:cNvSpPr/>
              <p:nvPr/>
            </p:nvSpPr>
            <p:spPr>
              <a:xfrm>
                <a:off x="1469336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4" name="Rectangle 817"/>
              <p:cNvSpPr/>
              <p:nvPr/>
            </p:nvSpPr>
            <p:spPr>
              <a:xfrm>
                <a:off x="338550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5" name="Rectangle 819"/>
              <p:cNvSpPr/>
              <p:nvPr/>
            </p:nvSpPr>
            <p:spPr>
              <a:xfrm>
                <a:off x="1243179" y="205597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6" name="Rectangle 822"/>
              <p:cNvSpPr/>
              <p:nvPr/>
            </p:nvSpPr>
            <p:spPr>
              <a:xfrm>
                <a:off x="2035414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7" name="Rectangle 823"/>
              <p:cNvSpPr/>
              <p:nvPr/>
            </p:nvSpPr>
            <p:spPr>
              <a:xfrm>
                <a:off x="904628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8" name="Rectangle 824"/>
              <p:cNvSpPr/>
              <p:nvPr/>
            </p:nvSpPr>
            <p:spPr>
              <a:xfrm>
                <a:off x="1017022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09" name="Rectangle 830"/>
              <p:cNvSpPr/>
              <p:nvPr/>
            </p:nvSpPr>
            <p:spPr>
              <a:xfrm>
                <a:off x="1583100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0" name="Rectangle 831"/>
              <p:cNvSpPr/>
              <p:nvPr/>
            </p:nvSpPr>
            <p:spPr>
              <a:xfrm>
                <a:off x="226157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1" name="Rectangle 836"/>
              <p:cNvSpPr/>
              <p:nvPr/>
            </p:nvSpPr>
            <p:spPr>
              <a:xfrm>
                <a:off x="1921650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2" name="Rectangle 841"/>
              <p:cNvSpPr/>
              <p:nvPr/>
            </p:nvSpPr>
            <p:spPr>
              <a:xfrm>
                <a:off x="1469336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3" name="Rectangle 843"/>
              <p:cNvSpPr/>
              <p:nvPr/>
            </p:nvSpPr>
            <p:spPr>
              <a:xfrm>
                <a:off x="338550" y="217248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4" name="Rectangle 846"/>
              <p:cNvSpPr/>
              <p:nvPr/>
            </p:nvSpPr>
            <p:spPr>
              <a:xfrm>
                <a:off x="2035414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5" name="Rectangle 847"/>
              <p:cNvSpPr/>
              <p:nvPr/>
            </p:nvSpPr>
            <p:spPr>
              <a:xfrm>
                <a:off x="904628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6" name="Rectangle 848"/>
              <p:cNvSpPr/>
              <p:nvPr/>
            </p:nvSpPr>
            <p:spPr>
              <a:xfrm>
                <a:off x="1017022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7" name="Rectangle 855"/>
              <p:cNvSpPr/>
              <p:nvPr/>
            </p:nvSpPr>
            <p:spPr>
              <a:xfrm>
                <a:off x="1583100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8" name="Rectangle 857"/>
              <p:cNvSpPr/>
              <p:nvPr/>
            </p:nvSpPr>
            <p:spPr>
              <a:xfrm>
                <a:off x="226157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19" name="Rectangle 863"/>
              <p:cNvSpPr/>
              <p:nvPr/>
            </p:nvSpPr>
            <p:spPr>
              <a:xfrm>
                <a:off x="1695494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0" name="Rectangle 866"/>
              <p:cNvSpPr/>
              <p:nvPr/>
            </p:nvSpPr>
            <p:spPr>
              <a:xfrm>
                <a:off x="1469336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1" name="Rectangle 868"/>
              <p:cNvSpPr/>
              <p:nvPr/>
            </p:nvSpPr>
            <p:spPr>
              <a:xfrm>
                <a:off x="338550" y="228487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2" name="Rectangle 871"/>
              <p:cNvSpPr/>
              <p:nvPr/>
            </p:nvSpPr>
            <p:spPr>
              <a:xfrm>
                <a:off x="2035414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3" name="Rectangle 872"/>
              <p:cNvSpPr/>
              <p:nvPr/>
            </p:nvSpPr>
            <p:spPr>
              <a:xfrm>
                <a:off x="1017022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4" name="Rectangle 879"/>
              <p:cNvSpPr/>
              <p:nvPr/>
            </p:nvSpPr>
            <p:spPr>
              <a:xfrm>
                <a:off x="1583100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5" name="Rectangle 883"/>
              <p:cNvSpPr/>
              <p:nvPr/>
            </p:nvSpPr>
            <p:spPr>
              <a:xfrm>
                <a:off x="1809257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6" name="Rectangle 890"/>
              <p:cNvSpPr/>
              <p:nvPr/>
            </p:nvSpPr>
            <p:spPr>
              <a:xfrm>
                <a:off x="1356942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7" name="Rectangle 891"/>
              <p:cNvSpPr/>
              <p:nvPr/>
            </p:nvSpPr>
            <p:spPr>
              <a:xfrm>
                <a:off x="1469336" y="240137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8" name="Rectangle 896"/>
              <p:cNvSpPr/>
              <p:nvPr/>
            </p:nvSpPr>
            <p:spPr>
              <a:xfrm>
                <a:off x="2035414" y="251377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29" name="Rectangle 903"/>
              <p:cNvSpPr/>
              <p:nvPr/>
            </p:nvSpPr>
            <p:spPr>
              <a:xfrm>
                <a:off x="1809257" y="251377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0" name="Rectangle 904"/>
              <p:cNvSpPr/>
              <p:nvPr/>
            </p:nvSpPr>
            <p:spPr>
              <a:xfrm>
                <a:off x="1921650" y="251377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1" name="Rectangle 908"/>
              <p:cNvSpPr/>
              <p:nvPr/>
            </p:nvSpPr>
            <p:spPr>
              <a:xfrm>
                <a:off x="1695494" y="251377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2" name="Rectangle 911"/>
              <p:cNvSpPr/>
              <p:nvPr/>
            </p:nvSpPr>
            <p:spPr>
              <a:xfrm>
                <a:off x="1469336" y="251377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3" name="Rectangle 916"/>
              <p:cNvSpPr/>
              <p:nvPr/>
            </p:nvSpPr>
            <p:spPr>
              <a:xfrm>
                <a:off x="2375336" y="262753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4" name="Rectangle 917"/>
              <p:cNvSpPr/>
              <p:nvPr/>
            </p:nvSpPr>
            <p:spPr>
              <a:xfrm>
                <a:off x="2147808" y="262753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5" name="Rectangle 922"/>
              <p:cNvSpPr/>
              <p:nvPr/>
            </p:nvSpPr>
            <p:spPr>
              <a:xfrm>
                <a:off x="1583100" y="262753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6" name="Rectangle 927"/>
              <p:cNvSpPr/>
              <p:nvPr/>
            </p:nvSpPr>
            <p:spPr>
              <a:xfrm>
                <a:off x="2487728" y="262753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7" name="Rectangle 928"/>
              <p:cNvSpPr/>
              <p:nvPr/>
            </p:nvSpPr>
            <p:spPr>
              <a:xfrm>
                <a:off x="1921650" y="262753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8" name="Rectangle 934"/>
              <p:cNvSpPr/>
              <p:nvPr/>
            </p:nvSpPr>
            <p:spPr>
              <a:xfrm>
                <a:off x="2261571" y="262753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39" name="Rectangle 935"/>
              <p:cNvSpPr/>
              <p:nvPr/>
            </p:nvSpPr>
            <p:spPr>
              <a:xfrm>
                <a:off x="1469336" y="262753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0" name="Rectangle 940"/>
              <p:cNvSpPr/>
              <p:nvPr/>
            </p:nvSpPr>
            <p:spPr>
              <a:xfrm>
                <a:off x="2375336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1" name="Rectangle 941"/>
              <p:cNvSpPr/>
              <p:nvPr/>
            </p:nvSpPr>
            <p:spPr>
              <a:xfrm>
                <a:off x="2601492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2" name="Rectangle 943"/>
              <p:cNvSpPr/>
              <p:nvPr/>
            </p:nvSpPr>
            <p:spPr>
              <a:xfrm>
                <a:off x="2035414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3" name="Rectangle 948"/>
              <p:cNvSpPr/>
              <p:nvPr/>
            </p:nvSpPr>
            <p:spPr>
              <a:xfrm>
                <a:off x="1583100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4" name="Rectangle 953"/>
              <p:cNvSpPr/>
              <p:nvPr/>
            </p:nvSpPr>
            <p:spPr>
              <a:xfrm>
                <a:off x="2487728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5" name="Rectangle 954"/>
              <p:cNvSpPr/>
              <p:nvPr/>
            </p:nvSpPr>
            <p:spPr>
              <a:xfrm>
                <a:off x="1809257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6" name="Rectangle 955"/>
              <p:cNvSpPr/>
              <p:nvPr/>
            </p:nvSpPr>
            <p:spPr>
              <a:xfrm>
                <a:off x="1921650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47" name="Rectangle 958"/>
              <p:cNvSpPr/>
              <p:nvPr/>
            </p:nvSpPr>
            <p:spPr>
              <a:xfrm>
                <a:off x="1695494" y="274404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grpSp>
          <p:nvGrpSpPr>
            <p:cNvPr id="3977" name="Africa"/>
            <p:cNvGrpSpPr/>
            <p:nvPr/>
          </p:nvGrpSpPr>
          <p:grpSpPr>
            <a:xfrm>
              <a:off x="3732279" y="1829817"/>
              <a:ext cx="1563956" cy="1807931"/>
              <a:chOff x="0" y="0"/>
              <a:chExt cx="1563955" cy="1807930"/>
            </a:xfrm>
          </p:grpSpPr>
          <p:sp>
            <p:nvSpPr>
              <p:cNvPr id="3849" name="Rectangle 688"/>
              <p:cNvSpPr/>
              <p:nvPr/>
            </p:nvSpPr>
            <p:spPr>
              <a:xfrm>
                <a:off x="339921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0" name="Rectangle 692"/>
              <p:cNvSpPr/>
              <p:nvPr/>
            </p:nvSpPr>
            <p:spPr>
              <a:xfrm>
                <a:off x="226156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1" name="Rectangle 706"/>
              <p:cNvSpPr/>
              <p:nvPr/>
            </p:nvSpPr>
            <p:spPr>
              <a:xfrm>
                <a:off x="566078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2" name="Rectangle 710"/>
              <p:cNvSpPr/>
              <p:nvPr/>
            </p:nvSpPr>
            <p:spPr>
              <a:xfrm>
                <a:off x="452314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3" name="Rectangle 723"/>
              <p:cNvSpPr/>
              <p:nvPr/>
            </p:nvSpPr>
            <p:spPr>
              <a:xfrm>
                <a:off x="339921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4" name="Rectangle 724"/>
              <p:cNvSpPr/>
              <p:nvPr/>
            </p:nvSpPr>
            <p:spPr>
              <a:xfrm>
                <a:off x="904628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5" name="Rectangle 726"/>
              <p:cNvSpPr/>
              <p:nvPr/>
            </p:nvSpPr>
            <p:spPr>
              <a:xfrm>
                <a:off x="112393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6" name="Rectangle 727"/>
              <p:cNvSpPr/>
              <p:nvPr/>
            </p:nvSpPr>
            <p:spPr>
              <a:xfrm>
                <a:off x="226156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7" name="Rectangle 740"/>
              <p:cNvSpPr/>
              <p:nvPr/>
            </p:nvSpPr>
            <p:spPr>
              <a:xfrm>
                <a:off x="566078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8" name="Rectangle 741"/>
              <p:cNvSpPr/>
              <p:nvPr/>
            </p:nvSpPr>
            <p:spPr>
              <a:xfrm>
                <a:off x="792235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59" name="Rectangle 745"/>
              <p:cNvSpPr/>
              <p:nvPr/>
            </p:nvSpPr>
            <p:spPr>
              <a:xfrm>
                <a:off x="452314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0" name="Rectangle 750"/>
              <p:cNvSpPr/>
              <p:nvPr/>
            </p:nvSpPr>
            <p:spPr>
              <a:xfrm>
                <a:off x="1130786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1" name="Rectangle 754"/>
              <p:cNvSpPr/>
              <p:nvPr/>
            </p:nvSpPr>
            <p:spPr>
              <a:xfrm>
                <a:off x="678470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2" name="Rectangle 755"/>
              <p:cNvSpPr/>
              <p:nvPr/>
            </p:nvSpPr>
            <p:spPr>
              <a:xfrm>
                <a:off x="1018392" y="11376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3" name="Rectangle 760"/>
              <p:cNvSpPr/>
              <p:nvPr/>
            </p:nvSpPr>
            <p:spPr>
              <a:xfrm>
                <a:off x="339921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4" name="Rectangle 761"/>
              <p:cNvSpPr/>
              <p:nvPr/>
            </p:nvSpPr>
            <p:spPr>
              <a:xfrm>
                <a:off x="904628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5" name="Rectangle 763"/>
              <p:cNvSpPr/>
              <p:nvPr/>
            </p:nvSpPr>
            <p:spPr>
              <a:xfrm>
                <a:off x="112393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6" name="Rectangle 764"/>
              <p:cNvSpPr/>
              <p:nvPr/>
            </p:nvSpPr>
            <p:spPr>
              <a:xfrm>
                <a:off x="226156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7" name="Rectangle 774"/>
              <p:cNvSpPr/>
              <p:nvPr/>
            </p:nvSpPr>
            <p:spPr>
              <a:xfrm>
                <a:off x="566078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8" name="Rectangle 775"/>
              <p:cNvSpPr/>
              <p:nvPr/>
            </p:nvSpPr>
            <p:spPr>
              <a:xfrm>
                <a:off x="792235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69" name="Rectangle 778"/>
              <p:cNvSpPr/>
              <p:nvPr/>
            </p:nvSpPr>
            <p:spPr>
              <a:xfrm>
                <a:off x="0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0" name="Rectangle 779"/>
              <p:cNvSpPr/>
              <p:nvPr/>
            </p:nvSpPr>
            <p:spPr>
              <a:xfrm>
                <a:off x="452314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1" name="Rectangle 783"/>
              <p:cNvSpPr/>
              <p:nvPr/>
            </p:nvSpPr>
            <p:spPr>
              <a:xfrm>
                <a:off x="1130786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2" name="Rectangle 786"/>
              <p:cNvSpPr/>
              <p:nvPr/>
            </p:nvSpPr>
            <p:spPr>
              <a:xfrm>
                <a:off x="678470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3" name="Rectangle 787"/>
              <p:cNvSpPr/>
              <p:nvPr/>
            </p:nvSpPr>
            <p:spPr>
              <a:xfrm>
                <a:off x="1018392" y="23026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4" name="Rectangle 792"/>
              <p:cNvSpPr/>
              <p:nvPr/>
            </p:nvSpPr>
            <p:spPr>
              <a:xfrm>
                <a:off x="339921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5" name="Rectangle 793"/>
              <p:cNvSpPr/>
              <p:nvPr/>
            </p:nvSpPr>
            <p:spPr>
              <a:xfrm>
                <a:off x="904628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6" name="Rectangle 795"/>
              <p:cNvSpPr/>
              <p:nvPr/>
            </p:nvSpPr>
            <p:spPr>
              <a:xfrm>
                <a:off x="112393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7" name="Rectangle 796"/>
              <p:cNvSpPr/>
              <p:nvPr/>
            </p:nvSpPr>
            <p:spPr>
              <a:xfrm>
                <a:off x="226156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8" name="Rectangle 804"/>
              <p:cNvSpPr/>
              <p:nvPr/>
            </p:nvSpPr>
            <p:spPr>
              <a:xfrm>
                <a:off x="566078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79" name="Rectangle 805"/>
              <p:cNvSpPr/>
              <p:nvPr/>
            </p:nvSpPr>
            <p:spPr>
              <a:xfrm>
                <a:off x="792235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0" name="Rectangle 810"/>
              <p:cNvSpPr/>
              <p:nvPr/>
            </p:nvSpPr>
            <p:spPr>
              <a:xfrm>
                <a:off x="0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1" name="Rectangle 811"/>
              <p:cNvSpPr/>
              <p:nvPr/>
            </p:nvSpPr>
            <p:spPr>
              <a:xfrm>
                <a:off x="452314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2" name="Rectangle 816"/>
              <p:cNvSpPr/>
              <p:nvPr/>
            </p:nvSpPr>
            <p:spPr>
              <a:xfrm>
                <a:off x="1130786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3" name="Rectangle 820"/>
              <p:cNvSpPr/>
              <p:nvPr/>
            </p:nvSpPr>
            <p:spPr>
              <a:xfrm>
                <a:off x="678471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4" name="Rectangle 821"/>
              <p:cNvSpPr/>
              <p:nvPr/>
            </p:nvSpPr>
            <p:spPr>
              <a:xfrm>
                <a:off x="1018393" y="3426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5" name="Rectangle 825"/>
              <p:cNvSpPr/>
              <p:nvPr/>
            </p:nvSpPr>
            <p:spPr>
              <a:xfrm>
                <a:off x="339921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6" name="Rectangle 826"/>
              <p:cNvSpPr/>
              <p:nvPr/>
            </p:nvSpPr>
            <p:spPr>
              <a:xfrm>
                <a:off x="904628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7" name="Rectangle 827"/>
              <p:cNvSpPr/>
              <p:nvPr/>
            </p:nvSpPr>
            <p:spPr>
              <a:xfrm>
                <a:off x="112393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8" name="Rectangle 828"/>
              <p:cNvSpPr/>
              <p:nvPr/>
            </p:nvSpPr>
            <p:spPr>
              <a:xfrm>
                <a:off x="226157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89" name="Rectangle 834"/>
              <p:cNvSpPr/>
              <p:nvPr/>
            </p:nvSpPr>
            <p:spPr>
              <a:xfrm>
                <a:off x="1244550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0" name="Rectangle 837"/>
              <p:cNvSpPr/>
              <p:nvPr/>
            </p:nvSpPr>
            <p:spPr>
              <a:xfrm>
                <a:off x="566079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1" name="Rectangle 838"/>
              <p:cNvSpPr/>
              <p:nvPr/>
            </p:nvSpPr>
            <p:spPr>
              <a:xfrm>
                <a:off x="792235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2" name="Rectangle 839"/>
              <p:cNvSpPr/>
              <p:nvPr/>
            </p:nvSpPr>
            <p:spPr>
              <a:xfrm>
                <a:off x="0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3" name="Rectangle 840"/>
              <p:cNvSpPr/>
              <p:nvPr/>
            </p:nvSpPr>
            <p:spPr>
              <a:xfrm>
                <a:off x="452314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4" name="Rectangle 842"/>
              <p:cNvSpPr/>
              <p:nvPr/>
            </p:nvSpPr>
            <p:spPr>
              <a:xfrm>
                <a:off x="1130786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5" name="Rectangle 844"/>
              <p:cNvSpPr/>
              <p:nvPr/>
            </p:nvSpPr>
            <p:spPr>
              <a:xfrm>
                <a:off x="678471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6" name="Rectangle 845"/>
              <p:cNvSpPr/>
              <p:nvPr/>
            </p:nvSpPr>
            <p:spPr>
              <a:xfrm>
                <a:off x="1018393" y="45916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7" name="Rectangle 849"/>
              <p:cNvSpPr/>
              <p:nvPr/>
            </p:nvSpPr>
            <p:spPr>
              <a:xfrm>
                <a:off x="339921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8" name="Rectangle 850"/>
              <p:cNvSpPr/>
              <p:nvPr/>
            </p:nvSpPr>
            <p:spPr>
              <a:xfrm>
                <a:off x="904628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899" name="Rectangle 851"/>
              <p:cNvSpPr/>
              <p:nvPr/>
            </p:nvSpPr>
            <p:spPr>
              <a:xfrm>
                <a:off x="112393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0" name="Rectangle 852"/>
              <p:cNvSpPr/>
              <p:nvPr/>
            </p:nvSpPr>
            <p:spPr>
              <a:xfrm>
                <a:off x="226157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1" name="Rectangle 856"/>
              <p:cNvSpPr/>
              <p:nvPr/>
            </p:nvSpPr>
            <p:spPr>
              <a:xfrm>
                <a:off x="1356943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2" name="Rectangle 859"/>
              <p:cNvSpPr/>
              <p:nvPr/>
            </p:nvSpPr>
            <p:spPr>
              <a:xfrm>
                <a:off x="1244550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3" name="Rectangle 860"/>
              <p:cNvSpPr/>
              <p:nvPr/>
            </p:nvSpPr>
            <p:spPr>
              <a:xfrm>
                <a:off x="566079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4" name="Rectangle 861"/>
              <p:cNvSpPr/>
              <p:nvPr/>
            </p:nvSpPr>
            <p:spPr>
              <a:xfrm>
                <a:off x="792235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5" name="Rectangle 864"/>
              <p:cNvSpPr/>
              <p:nvPr/>
            </p:nvSpPr>
            <p:spPr>
              <a:xfrm>
                <a:off x="0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6" name="Rectangle 865"/>
              <p:cNvSpPr/>
              <p:nvPr/>
            </p:nvSpPr>
            <p:spPr>
              <a:xfrm>
                <a:off x="452314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7" name="Rectangle 867"/>
              <p:cNvSpPr/>
              <p:nvPr/>
            </p:nvSpPr>
            <p:spPr>
              <a:xfrm>
                <a:off x="1130786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8" name="Rectangle 869"/>
              <p:cNvSpPr/>
              <p:nvPr/>
            </p:nvSpPr>
            <p:spPr>
              <a:xfrm>
                <a:off x="678471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09" name="Rectangle 870"/>
              <p:cNvSpPr/>
              <p:nvPr/>
            </p:nvSpPr>
            <p:spPr>
              <a:xfrm>
                <a:off x="1018393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0" name="Rectangle 873"/>
              <p:cNvSpPr/>
              <p:nvPr/>
            </p:nvSpPr>
            <p:spPr>
              <a:xfrm>
                <a:off x="339921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1" name="Rectangle 874"/>
              <p:cNvSpPr/>
              <p:nvPr/>
            </p:nvSpPr>
            <p:spPr>
              <a:xfrm>
                <a:off x="904628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2" name="Rectangle 876"/>
              <p:cNvSpPr/>
              <p:nvPr/>
            </p:nvSpPr>
            <p:spPr>
              <a:xfrm>
                <a:off x="112393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3" name="Rectangle 877"/>
              <p:cNvSpPr/>
              <p:nvPr/>
            </p:nvSpPr>
            <p:spPr>
              <a:xfrm>
                <a:off x="226157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4" name="Rectangle 880"/>
              <p:cNvSpPr/>
              <p:nvPr/>
            </p:nvSpPr>
            <p:spPr>
              <a:xfrm>
                <a:off x="1356943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5" name="Rectangle 881"/>
              <p:cNvSpPr/>
              <p:nvPr/>
            </p:nvSpPr>
            <p:spPr>
              <a:xfrm>
                <a:off x="1470707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6" name="Rectangle 882"/>
              <p:cNvSpPr/>
              <p:nvPr/>
            </p:nvSpPr>
            <p:spPr>
              <a:xfrm>
                <a:off x="1244550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7" name="Rectangle 884"/>
              <p:cNvSpPr/>
              <p:nvPr/>
            </p:nvSpPr>
            <p:spPr>
              <a:xfrm>
                <a:off x="566079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8" name="Rectangle 885"/>
              <p:cNvSpPr/>
              <p:nvPr/>
            </p:nvSpPr>
            <p:spPr>
              <a:xfrm>
                <a:off x="792235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19" name="Rectangle 887"/>
              <p:cNvSpPr/>
              <p:nvPr/>
            </p:nvSpPr>
            <p:spPr>
              <a:xfrm>
                <a:off x="452314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0" name="Rectangle 892"/>
              <p:cNvSpPr/>
              <p:nvPr/>
            </p:nvSpPr>
            <p:spPr>
              <a:xfrm>
                <a:off x="1130786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1" name="Rectangle 893"/>
              <p:cNvSpPr/>
              <p:nvPr/>
            </p:nvSpPr>
            <p:spPr>
              <a:xfrm>
                <a:off x="678471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2" name="Rectangle 894"/>
              <p:cNvSpPr/>
              <p:nvPr/>
            </p:nvSpPr>
            <p:spPr>
              <a:xfrm>
                <a:off x="1018393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3" name="Rectangle 897"/>
              <p:cNvSpPr/>
              <p:nvPr/>
            </p:nvSpPr>
            <p:spPr>
              <a:xfrm>
                <a:off x="904628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4" name="Rectangle 900"/>
              <p:cNvSpPr/>
              <p:nvPr/>
            </p:nvSpPr>
            <p:spPr>
              <a:xfrm>
                <a:off x="1356943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5" name="Rectangle 901"/>
              <p:cNvSpPr/>
              <p:nvPr/>
            </p:nvSpPr>
            <p:spPr>
              <a:xfrm>
                <a:off x="1244550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6" name="Rectangle 905"/>
              <p:cNvSpPr/>
              <p:nvPr/>
            </p:nvSpPr>
            <p:spPr>
              <a:xfrm>
                <a:off x="566079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7" name="Rectangle 906"/>
              <p:cNvSpPr/>
              <p:nvPr/>
            </p:nvSpPr>
            <p:spPr>
              <a:xfrm>
                <a:off x="792235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8" name="Rectangle 912"/>
              <p:cNvSpPr/>
              <p:nvPr/>
            </p:nvSpPr>
            <p:spPr>
              <a:xfrm>
                <a:off x="1130786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29" name="Rectangle 913"/>
              <p:cNvSpPr/>
              <p:nvPr/>
            </p:nvSpPr>
            <p:spPr>
              <a:xfrm>
                <a:off x="678471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0" name="Rectangle 914"/>
              <p:cNvSpPr/>
              <p:nvPr/>
            </p:nvSpPr>
            <p:spPr>
              <a:xfrm>
                <a:off x="1018393" y="8004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1" name="Rectangle 918"/>
              <p:cNvSpPr/>
              <p:nvPr/>
            </p:nvSpPr>
            <p:spPr>
              <a:xfrm>
                <a:off x="904628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2" name="Rectangle 923"/>
              <p:cNvSpPr/>
              <p:nvPr/>
            </p:nvSpPr>
            <p:spPr>
              <a:xfrm>
                <a:off x="1356943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3" name="Rectangle 924"/>
              <p:cNvSpPr/>
              <p:nvPr/>
            </p:nvSpPr>
            <p:spPr>
              <a:xfrm>
                <a:off x="1244550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4" name="Rectangle 929"/>
              <p:cNvSpPr/>
              <p:nvPr/>
            </p:nvSpPr>
            <p:spPr>
              <a:xfrm>
                <a:off x="566079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5" name="Rectangle 930"/>
              <p:cNvSpPr/>
              <p:nvPr/>
            </p:nvSpPr>
            <p:spPr>
              <a:xfrm>
                <a:off x="792235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6" name="Rectangle 936"/>
              <p:cNvSpPr/>
              <p:nvPr/>
            </p:nvSpPr>
            <p:spPr>
              <a:xfrm>
                <a:off x="1130786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7" name="Rectangle 937"/>
              <p:cNvSpPr/>
              <p:nvPr/>
            </p:nvSpPr>
            <p:spPr>
              <a:xfrm>
                <a:off x="678471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8" name="Rectangle 938"/>
              <p:cNvSpPr/>
              <p:nvPr/>
            </p:nvSpPr>
            <p:spPr>
              <a:xfrm>
                <a:off x="1018393" y="91422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39" name="Rectangle 944"/>
              <p:cNvSpPr/>
              <p:nvPr/>
            </p:nvSpPr>
            <p:spPr>
              <a:xfrm>
                <a:off x="904628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0" name="Rectangle 950"/>
              <p:cNvSpPr/>
              <p:nvPr/>
            </p:nvSpPr>
            <p:spPr>
              <a:xfrm>
                <a:off x="1244550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1" name="Rectangle 956"/>
              <p:cNvSpPr/>
              <p:nvPr/>
            </p:nvSpPr>
            <p:spPr>
              <a:xfrm>
                <a:off x="792235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2" name="Rectangle 961"/>
              <p:cNvSpPr/>
              <p:nvPr/>
            </p:nvSpPr>
            <p:spPr>
              <a:xfrm>
                <a:off x="1130786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3" name="Rectangle 962"/>
              <p:cNvSpPr/>
              <p:nvPr/>
            </p:nvSpPr>
            <p:spPr>
              <a:xfrm>
                <a:off x="678471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4" name="Rectangle 963"/>
              <p:cNvSpPr/>
              <p:nvPr/>
            </p:nvSpPr>
            <p:spPr>
              <a:xfrm>
                <a:off x="1018393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5" name="Rectangle 967"/>
              <p:cNvSpPr/>
              <p:nvPr/>
            </p:nvSpPr>
            <p:spPr>
              <a:xfrm>
                <a:off x="904628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6" name="Rectangle 971"/>
              <p:cNvSpPr/>
              <p:nvPr/>
            </p:nvSpPr>
            <p:spPr>
              <a:xfrm>
                <a:off x="1470707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7" name="Rectangle 973"/>
              <p:cNvSpPr/>
              <p:nvPr/>
            </p:nvSpPr>
            <p:spPr>
              <a:xfrm>
                <a:off x="1244550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8" name="Rectangle 977"/>
              <p:cNvSpPr/>
              <p:nvPr/>
            </p:nvSpPr>
            <p:spPr>
              <a:xfrm>
                <a:off x="792235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49" name="Rectangle 981"/>
              <p:cNvSpPr/>
              <p:nvPr/>
            </p:nvSpPr>
            <p:spPr>
              <a:xfrm>
                <a:off x="1130786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0" name="Rectangle 982"/>
              <p:cNvSpPr/>
              <p:nvPr/>
            </p:nvSpPr>
            <p:spPr>
              <a:xfrm>
                <a:off x="678471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1" name="Rectangle 983"/>
              <p:cNvSpPr/>
              <p:nvPr/>
            </p:nvSpPr>
            <p:spPr>
              <a:xfrm>
                <a:off x="1018393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2" name="Rectangle 989"/>
              <p:cNvSpPr/>
              <p:nvPr/>
            </p:nvSpPr>
            <p:spPr>
              <a:xfrm>
                <a:off x="904628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3" name="Rectangle 993"/>
              <p:cNvSpPr/>
              <p:nvPr/>
            </p:nvSpPr>
            <p:spPr>
              <a:xfrm>
                <a:off x="1470707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4" name="Rectangle 994"/>
              <p:cNvSpPr/>
              <p:nvPr/>
            </p:nvSpPr>
            <p:spPr>
              <a:xfrm>
                <a:off x="1244550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5" name="Rectangle 998"/>
              <p:cNvSpPr/>
              <p:nvPr/>
            </p:nvSpPr>
            <p:spPr>
              <a:xfrm>
                <a:off x="792235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6" name="Rectangle 1002"/>
              <p:cNvSpPr/>
              <p:nvPr/>
            </p:nvSpPr>
            <p:spPr>
              <a:xfrm>
                <a:off x="1130786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7" name="Rectangle 1003"/>
              <p:cNvSpPr/>
              <p:nvPr/>
            </p:nvSpPr>
            <p:spPr>
              <a:xfrm>
                <a:off x="678471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8" name="Rectangle 1004"/>
              <p:cNvSpPr/>
              <p:nvPr/>
            </p:nvSpPr>
            <p:spPr>
              <a:xfrm>
                <a:off x="1018393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59" name="Rectangle 1011"/>
              <p:cNvSpPr/>
              <p:nvPr/>
            </p:nvSpPr>
            <p:spPr>
              <a:xfrm>
                <a:off x="904628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0" name="Rectangle 1015"/>
              <p:cNvSpPr/>
              <p:nvPr/>
            </p:nvSpPr>
            <p:spPr>
              <a:xfrm>
                <a:off x="1470706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1" name="Rectangle 1021"/>
              <p:cNvSpPr/>
              <p:nvPr/>
            </p:nvSpPr>
            <p:spPr>
              <a:xfrm>
                <a:off x="792235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2" name="Rectangle 1024"/>
              <p:cNvSpPr/>
              <p:nvPr/>
            </p:nvSpPr>
            <p:spPr>
              <a:xfrm>
                <a:off x="1130786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3" name="Rectangle 1025"/>
              <p:cNvSpPr/>
              <p:nvPr/>
            </p:nvSpPr>
            <p:spPr>
              <a:xfrm>
                <a:off x="678470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4" name="Rectangle 1026"/>
              <p:cNvSpPr/>
              <p:nvPr/>
            </p:nvSpPr>
            <p:spPr>
              <a:xfrm>
                <a:off x="1018392" y="137201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5" name="Rectangle 1033"/>
              <p:cNvSpPr/>
              <p:nvPr/>
            </p:nvSpPr>
            <p:spPr>
              <a:xfrm>
                <a:off x="904628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6" name="Rectangle 1037"/>
              <p:cNvSpPr/>
              <p:nvPr/>
            </p:nvSpPr>
            <p:spPr>
              <a:xfrm>
                <a:off x="1356943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7" name="Rectangle 1038"/>
              <p:cNvSpPr/>
              <p:nvPr/>
            </p:nvSpPr>
            <p:spPr>
              <a:xfrm>
                <a:off x="1470706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8" name="Rectangle 1043"/>
              <p:cNvSpPr/>
              <p:nvPr/>
            </p:nvSpPr>
            <p:spPr>
              <a:xfrm>
                <a:off x="792235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69" name="Rectangle 1046"/>
              <p:cNvSpPr/>
              <p:nvPr/>
            </p:nvSpPr>
            <p:spPr>
              <a:xfrm>
                <a:off x="1130786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0" name="Rectangle 1047"/>
              <p:cNvSpPr/>
              <p:nvPr/>
            </p:nvSpPr>
            <p:spPr>
              <a:xfrm>
                <a:off x="678470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1" name="Rectangle 1048"/>
              <p:cNvSpPr/>
              <p:nvPr/>
            </p:nvSpPr>
            <p:spPr>
              <a:xfrm>
                <a:off x="1018392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2" name="Rectangle 1055"/>
              <p:cNvSpPr/>
              <p:nvPr/>
            </p:nvSpPr>
            <p:spPr>
              <a:xfrm>
                <a:off x="904628" y="160228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3" name="Rectangle 1061"/>
              <p:cNvSpPr/>
              <p:nvPr/>
            </p:nvSpPr>
            <p:spPr>
              <a:xfrm>
                <a:off x="792235" y="160228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4" name="Rectangle 1064"/>
              <p:cNvSpPr/>
              <p:nvPr/>
            </p:nvSpPr>
            <p:spPr>
              <a:xfrm>
                <a:off x="1018392" y="160228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5" name="Rectangle 1071"/>
              <p:cNvSpPr/>
              <p:nvPr/>
            </p:nvSpPr>
            <p:spPr>
              <a:xfrm>
                <a:off x="904628" y="17146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6" name="Rectangle 1076"/>
              <p:cNvSpPr/>
              <p:nvPr/>
            </p:nvSpPr>
            <p:spPr>
              <a:xfrm>
                <a:off x="792235" y="171468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grpSp>
          <p:nvGrpSpPr>
            <p:cNvPr id="4030" name="Oceania"/>
            <p:cNvGrpSpPr/>
            <p:nvPr/>
          </p:nvGrpSpPr>
          <p:grpSpPr>
            <a:xfrm>
              <a:off x="6786085" y="2860546"/>
              <a:ext cx="1676350" cy="1122607"/>
              <a:chOff x="0" y="0"/>
              <a:chExt cx="1676348" cy="1122606"/>
            </a:xfrm>
          </p:grpSpPr>
          <p:sp>
            <p:nvSpPr>
              <p:cNvPr id="3978" name="Rectangle 942"/>
              <p:cNvSpPr/>
              <p:nvPr/>
            </p:nvSpPr>
            <p:spPr>
              <a:xfrm>
                <a:off x="904629" y="-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79" name="Rectangle 965"/>
              <p:cNvSpPr/>
              <p:nvPr/>
            </p:nvSpPr>
            <p:spPr>
              <a:xfrm>
                <a:off x="904629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0" name="Rectangle 966"/>
              <p:cNvSpPr/>
              <p:nvPr/>
            </p:nvSpPr>
            <p:spPr>
              <a:xfrm>
                <a:off x="338551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1" name="Rectangle 976"/>
              <p:cNvSpPr/>
              <p:nvPr/>
            </p:nvSpPr>
            <p:spPr>
              <a:xfrm>
                <a:off x="678471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2" name="Rectangle 980"/>
              <p:cNvSpPr/>
              <p:nvPr/>
            </p:nvSpPr>
            <p:spPr>
              <a:xfrm>
                <a:off x="452314" y="11239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3" name="Rectangle 985"/>
              <p:cNvSpPr/>
              <p:nvPr/>
            </p:nvSpPr>
            <p:spPr>
              <a:xfrm>
                <a:off x="566079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4" name="Rectangle 986"/>
              <p:cNvSpPr/>
              <p:nvPr/>
            </p:nvSpPr>
            <p:spPr>
              <a:xfrm>
                <a:off x="792235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5" name="Rectangle 987"/>
              <p:cNvSpPr/>
              <p:nvPr/>
            </p:nvSpPr>
            <p:spPr>
              <a:xfrm>
                <a:off x="338551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6" name="Rectangle 988"/>
              <p:cNvSpPr/>
              <p:nvPr/>
            </p:nvSpPr>
            <p:spPr>
              <a:xfrm>
                <a:off x="226157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7" name="Rectangle 997"/>
              <p:cNvSpPr/>
              <p:nvPr/>
            </p:nvSpPr>
            <p:spPr>
              <a:xfrm>
                <a:off x="678471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8" name="Rectangle 1001"/>
              <p:cNvSpPr/>
              <p:nvPr/>
            </p:nvSpPr>
            <p:spPr>
              <a:xfrm>
                <a:off x="452314" y="22889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89" name="Rectangle 1006"/>
              <p:cNvSpPr/>
              <p:nvPr/>
            </p:nvSpPr>
            <p:spPr>
              <a:xfrm>
                <a:off x="566079" y="34129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0" name="Rectangle 1007"/>
              <p:cNvSpPr/>
              <p:nvPr/>
            </p:nvSpPr>
            <p:spPr>
              <a:xfrm>
                <a:off x="792235" y="34129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1" name="Rectangle 1008"/>
              <p:cNvSpPr/>
              <p:nvPr/>
            </p:nvSpPr>
            <p:spPr>
              <a:xfrm>
                <a:off x="338551" y="34129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2" name="Rectangle 1010"/>
              <p:cNvSpPr/>
              <p:nvPr/>
            </p:nvSpPr>
            <p:spPr>
              <a:xfrm>
                <a:off x="226156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3" name="Rectangle 1018"/>
              <p:cNvSpPr/>
              <p:nvPr/>
            </p:nvSpPr>
            <p:spPr>
              <a:xfrm>
                <a:off x="678471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4" name="Rectangle 1019"/>
              <p:cNvSpPr/>
              <p:nvPr/>
            </p:nvSpPr>
            <p:spPr>
              <a:xfrm>
                <a:off x="-1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5" name="Rectangle 1020"/>
              <p:cNvSpPr/>
              <p:nvPr/>
            </p:nvSpPr>
            <p:spPr>
              <a:xfrm>
                <a:off x="112393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6" name="Rectangle 1023"/>
              <p:cNvSpPr/>
              <p:nvPr/>
            </p:nvSpPr>
            <p:spPr>
              <a:xfrm>
                <a:off x="452314" y="34129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7" name="Rectangle 1028"/>
              <p:cNvSpPr/>
              <p:nvPr/>
            </p:nvSpPr>
            <p:spPr>
              <a:xfrm>
                <a:off x="566078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8" name="Rectangle 1029"/>
              <p:cNvSpPr/>
              <p:nvPr/>
            </p:nvSpPr>
            <p:spPr>
              <a:xfrm>
                <a:off x="792235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3999" name="Rectangle 1030"/>
              <p:cNvSpPr/>
              <p:nvPr/>
            </p:nvSpPr>
            <p:spPr>
              <a:xfrm>
                <a:off x="904629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0" name="Rectangle 1031"/>
              <p:cNvSpPr/>
              <p:nvPr/>
            </p:nvSpPr>
            <p:spPr>
              <a:xfrm>
                <a:off x="338550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1" name="Rectangle 1032"/>
              <p:cNvSpPr/>
              <p:nvPr/>
            </p:nvSpPr>
            <p:spPr>
              <a:xfrm>
                <a:off x="226156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2" name="Rectangle 1040"/>
              <p:cNvSpPr/>
              <p:nvPr/>
            </p:nvSpPr>
            <p:spPr>
              <a:xfrm>
                <a:off x="678471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3" name="Rectangle 1041"/>
              <p:cNvSpPr/>
              <p:nvPr/>
            </p:nvSpPr>
            <p:spPr>
              <a:xfrm>
                <a:off x="-1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4" name="Rectangle 1042"/>
              <p:cNvSpPr/>
              <p:nvPr/>
            </p:nvSpPr>
            <p:spPr>
              <a:xfrm>
                <a:off x="112393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5" name="Rectangle 1045"/>
              <p:cNvSpPr/>
              <p:nvPr/>
            </p:nvSpPr>
            <p:spPr>
              <a:xfrm>
                <a:off x="452314" y="45779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6" name="Rectangle 1050"/>
              <p:cNvSpPr/>
              <p:nvPr/>
            </p:nvSpPr>
            <p:spPr>
              <a:xfrm>
                <a:off x="566078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7" name="Rectangle 1051"/>
              <p:cNvSpPr/>
              <p:nvPr/>
            </p:nvSpPr>
            <p:spPr>
              <a:xfrm>
                <a:off x="792235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8" name="Rectangle 1052"/>
              <p:cNvSpPr/>
              <p:nvPr/>
            </p:nvSpPr>
            <p:spPr>
              <a:xfrm>
                <a:off x="904629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09" name="Rectangle 1053"/>
              <p:cNvSpPr/>
              <p:nvPr/>
            </p:nvSpPr>
            <p:spPr>
              <a:xfrm>
                <a:off x="338550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0" name="Rectangle 1054"/>
              <p:cNvSpPr/>
              <p:nvPr/>
            </p:nvSpPr>
            <p:spPr>
              <a:xfrm>
                <a:off x="226156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1" name="Rectangle 1059"/>
              <p:cNvSpPr/>
              <p:nvPr/>
            </p:nvSpPr>
            <p:spPr>
              <a:xfrm>
                <a:off x="678471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2" name="Rectangle 1060"/>
              <p:cNvSpPr/>
              <p:nvPr/>
            </p:nvSpPr>
            <p:spPr>
              <a:xfrm>
                <a:off x="112393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3" name="Rectangle 1063"/>
              <p:cNvSpPr/>
              <p:nvPr/>
            </p:nvSpPr>
            <p:spPr>
              <a:xfrm>
                <a:off x="452314" y="5715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4" name="Rectangle 1066"/>
              <p:cNvSpPr/>
              <p:nvPr/>
            </p:nvSpPr>
            <p:spPr>
              <a:xfrm>
                <a:off x="566078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5" name="Rectangle 1067"/>
              <p:cNvSpPr/>
              <p:nvPr/>
            </p:nvSpPr>
            <p:spPr>
              <a:xfrm>
                <a:off x="1470706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6" name="Rectangle 1068"/>
              <p:cNvSpPr/>
              <p:nvPr/>
            </p:nvSpPr>
            <p:spPr>
              <a:xfrm>
                <a:off x="1583100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7" name="Rectangle 1069"/>
              <p:cNvSpPr/>
              <p:nvPr/>
            </p:nvSpPr>
            <p:spPr>
              <a:xfrm>
                <a:off x="792235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8" name="Rectangle 1070"/>
              <p:cNvSpPr/>
              <p:nvPr/>
            </p:nvSpPr>
            <p:spPr>
              <a:xfrm>
                <a:off x="904629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19" name="Rectangle 1074"/>
              <p:cNvSpPr/>
              <p:nvPr/>
            </p:nvSpPr>
            <p:spPr>
              <a:xfrm>
                <a:off x="678471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0" name="Rectangle 1075"/>
              <p:cNvSpPr/>
              <p:nvPr/>
            </p:nvSpPr>
            <p:spPr>
              <a:xfrm>
                <a:off x="112393" y="683953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1" name="Rectangle 1079"/>
              <p:cNvSpPr/>
              <p:nvPr/>
            </p:nvSpPr>
            <p:spPr>
              <a:xfrm>
                <a:off x="1470706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2" name="Rectangle 1080"/>
              <p:cNvSpPr/>
              <p:nvPr/>
            </p:nvSpPr>
            <p:spPr>
              <a:xfrm>
                <a:off x="1583100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3" name="Rectangle 1081"/>
              <p:cNvSpPr/>
              <p:nvPr/>
            </p:nvSpPr>
            <p:spPr>
              <a:xfrm>
                <a:off x="792235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4" name="Rectangle 1084"/>
              <p:cNvSpPr/>
              <p:nvPr/>
            </p:nvSpPr>
            <p:spPr>
              <a:xfrm>
                <a:off x="678471" y="80046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5" name="Rectangle 1086"/>
              <p:cNvSpPr/>
              <p:nvPr/>
            </p:nvSpPr>
            <p:spPr>
              <a:xfrm>
                <a:off x="1356943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6" name="Rectangle 1087"/>
              <p:cNvSpPr/>
              <p:nvPr/>
            </p:nvSpPr>
            <p:spPr>
              <a:xfrm>
                <a:off x="1470706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7" name="Rectangle 1088"/>
              <p:cNvSpPr/>
              <p:nvPr/>
            </p:nvSpPr>
            <p:spPr>
              <a:xfrm>
                <a:off x="792235" y="91285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8" name="Rectangle 1091"/>
              <p:cNvSpPr/>
              <p:nvPr/>
            </p:nvSpPr>
            <p:spPr>
              <a:xfrm>
                <a:off x="1356943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29" name="Rectangle 1092"/>
              <p:cNvSpPr/>
              <p:nvPr/>
            </p:nvSpPr>
            <p:spPr>
              <a:xfrm>
                <a:off x="1244550" y="102935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  <p:grpSp>
          <p:nvGrpSpPr>
            <p:cNvPr id="4115" name="South America"/>
            <p:cNvGrpSpPr/>
            <p:nvPr/>
          </p:nvGrpSpPr>
          <p:grpSpPr>
            <a:xfrm>
              <a:off x="2149179" y="2401379"/>
              <a:ext cx="1110271" cy="1807931"/>
              <a:chOff x="0" y="0"/>
              <a:chExt cx="1110270" cy="1807930"/>
            </a:xfrm>
          </p:grpSpPr>
          <p:sp>
            <p:nvSpPr>
              <p:cNvPr id="4031" name="Rectangle 854"/>
              <p:cNvSpPr/>
              <p:nvPr/>
            </p:nvSpPr>
            <p:spPr>
              <a:xfrm>
                <a:off x="338549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2" name="Rectangle 862"/>
              <p:cNvSpPr/>
              <p:nvPr/>
            </p:nvSpPr>
            <p:spPr>
              <a:xfrm>
                <a:off x="226156" y="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3" name="Rectangle 875"/>
              <p:cNvSpPr/>
              <p:nvPr/>
            </p:nvSpPr>
            <p:spPr>
              <a:xfrm>
                <a:off x="452314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4" name="Rectangle 878"/>
              <p:cNvSpPr/>
              <p:nvPr/>
            </p:nvSpPr>
            <p:spPr>
              <a:xfrm>
                <a:off x="338549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5" name="Rectangle 886"/>
              <p:cNvSpPr/>
              <p:nvPr/>
            </p:nvSpPr>
            <p:spPr>
              <a:xfrm>
                <a:off x="226156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6" name="Rectangle 888"/>
              <p:cNvSpPr/>
              <p:nvPr/>
            </p:nvSpPr>
            <p:spPr>
              <a:xfrm>
                <a:off x="-1" y="116505"/>
                <a:ext cx="93250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7" name="Rectangle 889"/>
              <p:cNvSpPr/>
              <p:nvPr/>
            </p:nvSpPr>
            <p:spPr>
              <a:xfrm>
                <a:off x="112392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8" name="Rectangle 895"/>
              <p:cNvSpPr/>
              <p:nvPr/>
            </p:nvSpPr>
            <p:spPr>
              <a:xfrm>
                <a:off x="564706" y="11650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39" name="Rectangle 898"/>
              <p:cNvSpPr/>
              <p:nvPr/>
            </p:nvSpPr>
            <p:spPr>
              <a:xfrm>
                <a:off x="452314" y="22889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0" name="Rectangle 899"/>
              <p:cNvSpPr/>
              <p:nvPr/>
            </p:nvSpPr>
            <p:spPr>
              <a:xfrm>
                <a:off x="338549" y="22889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1" name="Rectangle 902"/>
              <p:cNvSpPr/>
              <p:nvPr/>
            </p:nvSpPr>
            <p:spPr>
              <a:xfrm>
                <a:off x="678470" y="22889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2" name="Rectangle 907"/>
              <p:cNvSpPr/>
              <p:nvPr/>
            </p:nvSpPr>
            <p:spPr>
              <a:xfrm>
                <a:off x="226156" y="22889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3" name="Rectangle 909"/>
              <p:cNvSpPr/>
              <p:nvPr/>
            </p:nvSpPr>
            <p:spPr>
              <a:xfrm>
                <a:off x="-1" y="228898"/>
                <a:ext cx="93250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4" name="Rectangle 910"/>
              <p:cNvSpPr/>
              <p:nvPr/>
            </p:nvSpPr>
            <p:spPr>
              <a:xfrm>
                <a:off x="112392" y="22889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5" name="Rectangle 915"/>
              <p:cNvSpPr/>
              <p:nvPr/>
            </p:nvSpPr>
            <p:spPr>
              <a:xfrm>
                <a:off x="564706" y="22889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6" name="Rectangle 919"/>
              <p:cNvSpPr/>
              <p:nvPr/>
            </p:nvSpPr>
            <p:spPr>
              <a:xfrm>
                <a:off x="452314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7" name="Rectangle 920"/>
              <p:cNvSpPr/>
              <p:nvPr/>
            </p:nvSpPr>
            <p:spPr>
              <a:xfrm>
                <a:off x="790864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8" name="Rectangle 921"/>
              <p:cNvSpPr/>
              <p:nvPr/>
            </p:nvSpPr>
            <p:spPr>
              <a:xfrm>
                <a:off x="338549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49" name="Rectangle 925"/>
              <p:cNvSpPr/>
              <p:nvPr/>
            </p:nvSpPr>
            <p:spPr>
              <a:xfrm>
                <a:off x="678470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0" name="Rectangle 926"/>
              <p:cNvSpPr/>
              <p:nvPr/>
            </p:nvSpPr>
            <p:spPr>
              <a:xfrm>
                <a:off x="904628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1" name="Rectangle 931"/>
              <p:cNvSpPr/>
              <p:nvPr/>
            </p:nvSpPr>
            <p:spPr>
              <a:xfrm>
                <a:off x="226156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2" name="Rectangle 932"/>
              <p:cNvSpPr/>
              <p:nvPr/>
            </p:nvSpPr>
            <p:spPr>
              <a:xfrm>
                <a:off x="-1" y="342662"/>
                <a:ext cx="93250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3" name="Rectangle 933"/>
              <p:cNvSpPr/>
              <p:nvPr/>
            </p:nvSpPr>
            <p:spPr>
              <a:xfrm>
                <a:off x="112392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4" name="Rectangle 939"/>
              <p:cNvSpPr/>
              <p:nvPr/>
            </p:nvSpPr>
            <p:spPr>
              <a:xfrm>
                <a:off x="564706" y="342662"/>
                <a:ext cx="93249" cy="93250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5" name="Rectangle 945"/>
              <p:cNvSpPr/>
              <p:nvPr/>
            </p:nvSpPr>
            <p:spPr>
              <a:xfrm>
                <a:off x="452314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6" name="Rectangle 946"/>
              <p:cNvSpPr/>
              <p:nvPr/>
            </p:nvSpPr>
            <p:spPr>
              <a:xfrm>
                <a:off x="790864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7" name="Rectangle 947"/>
              <p:cNvSpPr/>
              <p:nvPr/>
            </p:nvSpPr>
            <p:spPr>
              <a:xfrm>
                <a:off x="338549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8" name="Rectangle 949"/>
              <p:cNvSpPr/>
              <p:nvPr/>
            </p:nvSpPr>
            <p:spPr>
              <a:xfrm>
                <a:off x="1017022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59" name="Rectangle 951"/>
              <p:cNvSpPr/>
              <p:nvPr/>
            </p:nvSpPr>
            <p:spPr>
              <a:xfrm>
                <a:off x="678470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0" name="Rectangle 952"/>
              <p:cNvSpPr/>
              <p:nvPr/>
            </p:nvSpPr>
            <p:spPr>
              <a:xfrm>
                <a:off x="904628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1" name="Rectangle 957"/>
              <p:cNvSpPr/>
              <p:nvPr/>
            </p:nvSpPr>
            <p:spPr>
              <a:xfrm>
                <a:off x="226156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2" name="Rectangle 959"/>
              <p:cNvSpPr/>
              <p:nvPr/>
            </p:nvSpPr>
            <p:spPr>
              <a:xfrm>
                <a:off x="-1" y="459167"/>
                <a:ext cx="93250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3" name="Rectangle 960"/>
              <p:cNvSpPr/>
              <p:nvPr/>
            </p:nvSpPr>
            <p:spPr>
              <a:xfrm>
                <a:off x="112392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4" name="Rectangle 964"/>
              <p:cNvSpPr/>
              <p:nvPr/>
            </p:nvSpPr>
            <p:spPr>
              <a:xfrm>
                <a:off x="564706" y="45916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5" name="Rectangle 968"/>
              <p:cNvSpPr/>
              <p:nvPr/>
            </p:nvSpPr>
            <p:spPr>
              <a:xfrm>
                <a:off x="452314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6" name="Rectangle 969"/>
              <p:cNvSpPr/>
              <p:nvPr/>
            </p:nvSpPr>
            <p:spPr>
              <a:xfrm>
                <a:off x="790864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7" name="Rectangle 970"/>
              <p:cNvSpPr/>
              <p:nvPr/>
            </p:nvSpPr>
            <p:spPr>
              <a:xfrm>
                <a:off x="338549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8" name="Rectangle 972"/>
              <p:cNvSpPr/>
              <p:nvPr/>
            </p:nvSpPr>
            <p:spPr>
              <a:xfrm>
                <a:off x="1017022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69" name="Rectangle 974"/>
              <p:cNvSpPr/>
              <p:nvPr/>
            </p:nvSpPr>
            <p:spPr>
              <a:xfrm>
                <a:off x="678470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0" name="Rectangle 975"/>
              <p:cNvSpPr/>
              <p:nvPr/>
            </p:nvSpPr>
            <p:spPr>
              <a:xfrm>
                <a:off x="904628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1" name="Rectangle 978"/>
              <p:cNvSpPr/>
              <p:nvPr/>
            </p:nvSpPr>
            <p:spPr>
              <a:xfrm>
                <a:off x="226156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2" name="Rectangle 979"/>
              <p:cNvSpPr/>
              <p:nvPr/>
            </p:nvSpPr>
            <p:spPr>
              <a:xfrm>
                <a:off x="112392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3" name="Rectangle 984"/>
              <p:cNvSpPr/>
              <p:nvPr/>
            </p:nvSpPr>
            <p:spPr>
              <a:xfrm>
                <a:off x="564706" y="57156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4" name="Rectangle 990"/>
              <p:cNvSpPr/>
              <p:nvPr/>
            </p:nvSpPr>
            <p:spPr>
              <a:xfrm>
                <a:off x="452314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5" name="Rectangle 991"/>
              <p:cNvSpPr/>
              <p:nvPr/>
            </p:nvSpPr>
            <p:spPr>
              <a:xfrm>
                <a:off x="790864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6" name="Rectangle 992"/>
              <p:cNvSpPr/>
              <p:nvPr/>
            </p:nvSpPr>
            <p:spPr>
              <a:xfrm>
                <a:off x="338549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7" name="Rectangle 995"/>
              <p:cNvSpPr/>
              <p:nvPr/>
            </p:nvSpPr>
            <p:spPr>
              <a:xfrm>
                <a:off x="678470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8" name="Rectangle 996"/>
              <p:cNvSpPr/>
              <p:nvPr/>
            </p:nvSpPr>
            <p:spPr>
              <a:xfrm>
                <a:off x="904628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79" name="Rectangle 999"/>
              <p:cNvSpPr/>
              <p:nvPr/>
            </p:nvSpPr>
            <p:spPr>
              <a:xfrm>
                <a:off x="226156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0" name="Rectangle 1000"/>
              <p:cNvSpPr/>
              <p:nvPr/>
            </p:nvSpPr>
            <p:spPr>
              <a:xfrm>
                <a:off x="112392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1" name="Rectangle 1005"/>
              <p:cNvSpPr/>
              <p:nvPr/>
            </p:nvSpPr>
            <p:spPr>
              <a:xfrm>
                <a:off x="564706" y="688066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2" name="Rectangle 1012"/>
              <p:cNvSpPr/>
              <p:nvPr/>
            </p:nvSpPr>
            <p:spPr>
              <a:xfrm>
                <a:off x="452313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3" name="Rectangle 1013"/>
              <p:cNvSpPr/>
              <p:nvPr/>
            </p:nvSpPr>
            <p:spPr>
              <a:xfrm>
                <a:off x="790864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4" name="Rectangle 1014"/>
              <p:cNvSpPr/>
              <p:nvPr/>
            </p:nvSpPr>
            <p:spPr>
              <a:xfrm>
                <a:off x="338549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5" name="Rectangle 1016"/>
              <p:cNvSpPr/>
              <p:nvPr/>
            </p:nvSpPr>
            <p:spPr>
              <a:xfrm>
                <a:off x="678470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6" name="Rectangle 1017"/>
              <p:cNvSpPr/>
              <p:nvPr/>
            </p:nvSpPr>
            <p:spPr>
              <a:xfrm>
                <a:off x="904627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7" name="Rectangle 1022"/>
              <p:cNvSpPr/>
              <p:nvPr/>
            </p:nvSpPr>
            <p:spPr>
              <a:xfrm>
                <a:off x="226156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8" name="Rectangle 1027"/>
              <p:cNvSpPr/>
              <p:nvPr/>
            </p:nvSpPr>
            <p:spPr>
              <a:xfrm>
                <a:off x="564706" y="800459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89" name="Rectangle 1034"/>
              <p:cNvSpPr/>
              <p:nvPr/>
            </p:nvSpPr>
            <p:spPr>
              <a:xfrm>
                <a:off x="452313" y="91696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0" name="Rectangle 1035"/>
              <p:cNvSpPr/>
              <p:nvPr/>
            </p:nvSpPr>
            <p:spPr>
              <a:xfrm>
                <a:off x="790864" y="91696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1" name="Rectangle 1036"/>
              <p:cNvSpPr/>
              <p:nvPr/>
            </p:nvSpPr>
            <p:spPr>
              <a:xfrm>
                <a:off x="338549" y="91696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2" name="Rectangle 1039"/>
              <p:cNvSpPr/>
              <p:nvPr/>
            </p:nvSpPr>
            <p:spPr>
              <a:xfrm>
                <a:off x="678470" y="91696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3" name="Rectangle 1044"/>
              <p:cNvSpPr/>
              <p:nvPr/>
            </p:nvSpPr>
            <p:spPr>
              <a:xfrm>
                <a:off x="226156" y="91696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4" name="Rectangle 1049"/>
              <p:cNvSpPr/>
              <p:nvPr/>
            </p:nvSpPr>
            <p:spPr>
              <a:xfrm>
                <a:off x="564706" y="916964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5" name="Rectangle 1056"/>
              <p:cNvSpPr/>
              <p:nvPr/>
            </p:nvSpPr>
            <p:spPr>
              <a:xfrm>
                <a:off x="452313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6" name="Rectangle 1057"/>
              <p:cNvSpPr/>
              <p:nvPr/>
            </p:nvSpPr>
            <p:spPr>
              <a:xfrm>
                <a:off x="338549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7" name="Rectangle 1058"/>
              <p:cNvSpPr/>
              <p:nvPr/>
            </p:nvSpPr>
            <p:spPr>
              <a:xfrm>
                <a:off x="678470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8" name="Rectangle 1062"/>
              <p:cNvSpPr/>
              <p:nvPr/>
            </p:nvSpPr>
            <p:spPr>
              <a:xfrm>
                <a:off x="226156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099" name="Rectangle 1065"/>
              <p:cNvSpPr/>
              <p:nvPr/>
            </p:nvSpPr>
            <p:spPr>
              <a:xfrm>
                <a:off x="564706" y="103072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0" name="Rectangle 1072"/>
              <p:cNvSpPr/>
              <p:nvPr/>
            </p:nvSpPr>
            <p:spPr>
              <a:xfrm>
                <a:off x="452313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1" name="Rectangle 1073"/>
              <p:cNvSpPr/>
              <p:nvPr/>
            </p:nvSpPr>
            <p:spPr>
              <a:xfrm>
                <a:off x="338549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2" name="Rectangle 1077"/>
              <p:cNvSpPr/>
              <p:nvPr/>
            </p:nvSpPr>
            <p:spPr>
              <a:xfrm>
                <a:off x="226156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3" name="Rectangle 1078"/>
              <p:cNvSpPr/>
              <p:nvPr/>
            </p:nvSpPr>
            <p:spPr>
              <a:xfrm>
                <a:off x="564706" y="1143121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4" name="Rectangle 1082"/>
              <p:cNvSpPr/>
              <p:nvPr/>
            </p:nvSpPr>
            <p:spPr>
              <a:xfrm>
                <a:off x="452313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5" name="Rectangle 1083"/>
              <p:cNvSpPr/>
              <p:nvPr/>
            </p:nvSpPr>
            <p:spPr>
              <a:xfrm>
                <a:off x="338549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6" name="Rectangle 1085"/>
              <p:cNvSpPr/>
              <p:nvPr/>
            </p:nvSpPr>
            <p:spPr>
              <a:xfrm>
                <a:off x="226156" y="1259627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7" name="Rectangle 1089"/>
              <p:cNvSpPr/>
              <p:nvPr/>
            </p:nvSpPr>
            <p:spPr>
              <a:xfrm>
                <a:off x="338549" y="137202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8" name="Rectangle 1090"/>
              <p:cNvSpPr/>
              <p:nvPr/>
            </p:nvSpPr>
            <p:spPr>
              <a:xfrm>
                <a:off x="226156" y="1372020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09" name="Rectangle 1093"/>
              <p:cNvSpPr/>
              <p:nvPr/>
            </p:nvSpPr>
            <p:spPr>
              <a:xfrm>
                <a:off x="338549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10" name="Rectangle 1094"/>
              <p:cNvSpPr/>
              <p:nvPr/>
            </p:nvSpPr>
            <p:spPr>
              <a:xfrm>
                <a:off x="226156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11" name="Rectangle 1095"/>
              <p:cNvSpPr/>
              <p:nvPr/>
            </p:nvSpPr>
            <p:spPr>
              <a:xfrm>
                <a:off x="112391" y="1488525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12" name="Rectangle 1096"/>
              <p:cNvSpPr/>
              <p:nvPr/>
            </p:nvSpPr>
            <p:spPr>
              <a:xfrm>
                <a:off x="226156" y="16009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13" name="Rectangle 1097"/>
              <p:cNvSpPr/>
              <p:nvPr/>
            </p:nvSpPr>
            <p:spPr>
              <a:xfrm>
                <a:off x="112391" y="1600918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114" name="Rectangle 1098"/>
              <p:cNvSpPr/>
              <p:nvPr/>
            </p:nvSpPr>
            <p:spPr>
              <a:xfrm>
                <a:off x="226156" y="1714682"/>
                <a:ext cx="93249" cy="93249"/>
              </a:xfrm>
              <a:prstGeom prst="ellipse">
                <a:avLst/>
              </a:prstGeom>
              <a:solidFill>
                <a:srgbClr val="D9D9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</p:grpSp>
      </p:grpSp>
      <p:grpSp>
        <p:nvGrpSpPr>
          <p:cNvPr id="4119" name="사각형: 둥근 모서리 1103"/>
          <p:cNvGrpSpPr/>
          <p:nvPr/>
        </p:nvGrpSpPr>
        <p:grpSpPr>
          <a:xfrm>
            <a:off x="1237180" y="2268470"/>
            <a:ext cx="1593786" cy="339655"/>
            <a:chOff x="0" y="0"/>
            <a:chExt cx="1593785" cy="339654"/>
          </a:xfrm>
        </p:grpSpPr>
        <p:sp>
          <p:nvSpPr>
            <p:cNvPr id="4117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18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4120" name="타원 1104"/>
          <p:cNvSpPr/>
          <p:nvPr/>
        </p:nvSpPr>
        <p:spPr>
          <a:xfrm>
            <a:off x="2939802" y="2350150"/>
            <a:ext cx="176361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21" name="타원 1105"/>
          <p:cNvSpPr/>
          <p:nvPr/>
        </p:nvSpPr>
        <p:spPr>
          <a:xfrm>
            <a:off x="3348414" y="3790632"/>
            <a:ext cx="176362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124" name="사각형: 둥근 모서리 1106"/>
          <p:cNvGrpSpPr/>
          <p:nvPr/>
        </p:nvGrpSpPr>
        <p:grpSpPr>
          <a:xfrm>
            <a:off x="2034071" y="4109694"/>
            <a:ext cx="1593786" cy="339655"/>
            <a:chOff x="0" y="0"/>
            <a:chExt cx="1593785" cy="339654"/>
          </a:xfrm>
        </p:grpSpPr>
        <p:sp>
          <p:nvSpPr>
            <p:cNvPr id="4122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23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4125" name="타원 1107"/>
          <p:cNvSpPr/>
          <p:nvPr/>
        </p:nvSpPr>
        <p:spPr>
          <a:xfrm>
            <a:off x="4641505" y="2864658"/>
            <a:ext cx="176361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128" name="사각형: 둥근 모서리 1108"/>
          <p:cNvGrpSpPr/>
          <p:nvPr/>
        </p:nvGrpSpPr>
        <p:grpSpPr>
          <a:xfrm>
            <a:off x="3877379" y="2392778"/>
            <a:ext cx="1593787" cy="339655"/>
            <a:chOff x="0" y="0"/>
            <a:chExt cx="1593785" cy="339654"/>
          </a:xfrm>
        </p:grpSpPr>
        <p:sp>
          <p:nvSpPr>
            <p:cNvPr id="4126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27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4129" name="타원 1109"/>
          <p:cNvSpPr/>
          <p:nvPr/>
        </p:nvSpPr>
        <p:spPr>
          <a:xfrm>
            <a:off x="6213640" y="4908034"/>
            <a:ext cx="176361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126BF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132" name="사각형: 둥근 모서리 1110"/>
          <p:cNvGrpSpPr/>
          <p:nvPr/>
        </p:nvGrpSpPr>
        <p:grpSpPr>
          <a:xfrm>
            <a:off x="5077821" y="4436155"/>
            <a:ext cx="1593786" cy="339655"/>
            <a:chOff x="0" y="0"/>
            <a:chExt cx="1593785" cy="339654"/>
          </a:xfrm>
        </p:grpSpPr>
        <p:sp>
          <p:nvSpPr>
            <p:cNvPr id="4130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31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4133" name="타원 1111"/>
          <p:cNvSpPr/>
          <p:nvPr/>
        </p:nvSpPr>
        <p:spPr>
          <a:xfrm>
            <a:off x="7014067" y="3281188"/>
            <a:ext cx="176361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136" name="사각형: 둥근 모서리 1112"/>
          <p:cNvGrpSpPr/>
          <p:nvPr/>
        </p:nvGrpSpPr>
        <p:grpSpPr>
          <a:xfrm>
            <a:off x="6588138" y="2809309"/>
            <a:ext cx="1593786" cy="339655"/>
            <a:chOff x="0" y="0"/>
            <a:chExt cx="1593785" cy="339654"/>
          </a:xfrm>
        </p:grpSpPr>
        <p:sp>
          <p:nvSpPr>
            <p:cNvPr id="4134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35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4137" name="타원 1113"/>
          <p:cNvSpPr/>
          <p:nvPr/>
        </p:nvSpPr>
        <p:spPr>
          <a:xfrm>
            <a:off x="8852226" y="3886346"/>
            <a:ext cx="176361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140" name="사각형: 둥근 모서리 1114"/>
          <p:cNvGrpSpPr/>
          <p:nvPr/>
        </p:nvGrpSpPr>
        <p:grpSpPr>
          <a:xfrm>
            <a:off x="9176122" y="3790632"/>
            <a:ext cx="1593786" cy="339655"/>
            <a:chOff x="0" y="0"/>
            <a:chExt cx="1593785" cy="339654"/>
          </a:xfrm>
        </p:grpSpPr>
        <p:sp>
          <p:nvSpPr>
            <p:cNvPr id="4138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39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4141" name="타원 1115"/>
          <p:cNvSpPr/>
          <p:nvPr/>
        </p:nvSpPr>
        <p:spPr>
          <a:xfrm>
            <a:off x="9176122" y="5304263"/>
            <a:ext cx="176361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144" name="사각형: 둥근 모서리 1116"/>
          <p:cNvGrpSpPr/>
          <p:nvPr/>
        </p:nvGrpSpPr>
        <p:grpSpPr>
          <a:xfrm>
            <a:off x="9500020" y="5208551"/>
            <a:ext cx="1593786" cy="339655"/>
            <a:chOff x="0" y="0"/>
            <a:chExt cx="1593785" cy="339654"/>
          </a:xfrm>
        </p:grpSpPr>
        <p:sp>
          <p:nvSpPr>
            <p:cNvPr id="4142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43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sp>
        <p:nvSpPr>
          <p:cNvPr id="4145" name="타원 1117"/>
          <p:cNvSpPr/>
          <p:nvPr/>
        </p:nvSpPr>
        <p:spPr>
          <a:xfrm>
            <a:off x="8678033" y="2623909"/>
            <a:ext cx="176361" cy="176361"/>
          </a:xfrm>
          <a:prstGeom prst="ellipse">
            <a:avLst/>
          </a:prstGeom>
          <a:solidFill>
            <a:srgbClr val="A6A6A6"/>
          </a:solidFill>
          <a:ln w="57150">
            <a:solidFill>
              <a:srgbClr val="80808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148" name="사각형: 둥근 모서리 1118"/>
          <p:cNvGrpSpPr/>
          <p:nvPr/>
        </p:nvGrpSpPr>
        <p:grpSpPr>
          <a:xfrm>
            <a:off x="8633266" y="2152030"/>
            <a:ext cx="1593786" cy="339655"/>
            <a:chOff x="0" y="0"/>
            <a:chExt cx="1593785" cy="339654"/>
          </a:xfrm>
        </p:grpSpPr>
        <p:sp>
          <p:nvSpPr>
            <p:cNvPr id="4146" name="Rounded Rectangle"/>
            <p:cNvSpPr/>
            <p:nvPr/>
          </p:nvSpPr>
          <p:spPr>
            <a:xfrm>
              <a:off x="0" y="0"/>
              <a:ext cx="1593785" cy="339654"/>
            </a:xfrm>
            <a:prstGeom prst="roundRect">
              <a:avLst>
                <a:gd name="adj" fmla="val 50000"/>
              </a:avLst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47" name="키워드 입력"/>
            <p:cNvSpPr txBox="1"/>
            <p:nvPr/>
          </p:nvSpPr>
          <p:spPr>
            <a:xfrm>
              <a:off x="95459" y="9931"/>
              <a:ext cx="1402866" cy="31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FFF"/>
                  </a:solidFill>
                </a:defRPr>
              </a:lvl1pPr>
            </a:lstStyle>
            <a:p>
              <a:r>
                <a:t>키워드 입력</a:t>
              </a:r>
            </a:p>
          </p:txBody>
        </p:sp>
      </p:grpSp>
      <p:pic>
        <p:nvPicPr>
          <p:cNvPr id="4149" name="그림 1120" descr="그림 1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150" name="TextBox 112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153" name="그림 112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151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152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56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4157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415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159" name="그림 1" descr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648" y="1604500"/>
            <a:ext cx="8396463" cy="4941972"/>
          </a:xfrm>
          <a:prstGeom prst="rect">
            <a:avLst/>
          </a:prstGeom>
          <a:ln w="12700">
            <a:miter lim="400000"/>
          </a:ln>
        </p:spPr>
      </p:pic>
      <p:sp>
        <p:nvSpPr>
          <p:cNvPr id="4160" name="Freeform 172"/>
          <p:cNvSpPr/>
          <p:nvPr/>
        </p:nvSpPr>
        <p:spPr>
          <a:xfrm>
            <a:off x="2707359" y="2729937"/>
            <a:ext cx="240577" cy="35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480" y="0"/>
                  <a:pt x="0" y="1477"/>
                  <a:pt x="0" y="6831"/>
                </a:cubicBezTo>
                <a:cubicBezTo>
                  <a:pt x="0" y="9415"/>
                  <a:pt x="8640" y="18831"/>
                  <a:pt x="10800" y="21600"/>
                </a:cubicBezTo>
                <a:cubicBezTo>
                  <a:pt x="12960" y="18831"/>
                  <a:pt x="21600" y="9415"/>
                  <a:pt x="21600" y="6831"/>
                </a:cubicBezTo>
                <a:cubicBezTo>
                  <a:pt x="21600" y="1477"/>
                  <a:pt x="15120" y="0"/>
                  <a:pt x="10800" y="0"/>
                </a:cubicBezTo>
                <a:close/>
                <a:moveTo>
                  <a:pt x="10800" y="9046"/>
                </a:moveTo>
                <a:cubicBezTo>
                  <a:pt x="8910" y="9046"/>
                  <a:pt x="7290" y="8123"/>
                  <a:pt x="7290" y="6831"/>
                </a:cubicBezTo>
                <a:cubicBezTo>
                  <a:pt x="7290" y="5538"/>
                  <a:pt x="8910" y="4431"/>
                  <a:pt x="10800" y="4431"/>
                </a:cubicBezTo>
                <a:cubicBezTo>
                  <a:pt x="12690" y="4431"/>
                  <a:pt x="14310" y="5538"/>
                  <a:pt x="14310" y="6831"/>
                </a:cubicBezTo>
                <a:cubicBezTo>
                  <a:pt x="14310" y="8123"/>
                  <a:pt x="12690" y="9046"/>
                  <a:pt x="10800" y="9046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61" name="Freeform 172"/>
          <p:cNvSpPr/>
          <p:nvPr/>
        </p:nvSpPr>
        <p:spPr>
          <a:xfrm>
            <a:off x="3620348" y="4462979"/>
            <a:ext cx="240576" cy="35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480" y="0"/>
                  <a:pt x="0" y="1477"/>
                  <a:pt x="0" y="6831"/>
                </a:cubicBezTo>
                <a:cubicBezTo>
                  <a:pt x="0" y="9415"/>
                  <a:pt x="8640" y="18831"/>
                  <a:pt x="10800" y="21600"/>
                </a:cubicBezTo>
                <a:cubicBezTo>
                  <a:pt x="12960" y="18831"/>
                  <a:pt x="21600" y="9415"/>
                  <a:pt x="21600" y="6831"/>
                </a:cubicBezTo>
                <a:cubicBezTo>
                  <a:pt x="21600" y="1477"/>
                  <a:pt x="15120" y="0"/>
                  <a:pt x="10800" y="0"/>
                </a:cubicBezTo>
                <a:close/>
                <a:moveTo>
                  <a:pt x="10800" y="9046"/>
                </a:moveTo>
                <a:cubicBezTo>
                  <a:pt x="8910" y="9046"/>
                  <a:pt x="7290" y="8123"/>
                  <a:pt x="7290" y="6831"/>
                </a:cubicBezTo>
                <a:cubicBezTo>
                  <a:pt x="7290" y="5538"/>
                  <a:pt x="8910" y="4431"/>
                  <a:pt x="10800" y="4431"/>
                </a:cubicBezTo>
                <a:cubicBezTo>
                  <a:pt x="12690" y="4431"/>
                  <a:pt x="14310" y="5538"/>
                  <a:pt x="14310" y="6831"/>
                </a:cubicBezTo>
                <a:cubicBezTo>
                  <a:pt x="14310" y="8123"/>
                  <a:pt x="12690" y="9046"/>
                  <a:pt x="10800" y="9046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62" name="Freeform 172"/>
          <p:cNvSpPr/>
          <p:nvPr/>
        </p:nvSpPr>
        <p:spPr>
          <a:xfrm>
            <a:off x="5540228" y="3242683"/>
            <a:ext cx="240577" cy="35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480" y="0"/>
                  <a:pt x="0" y="1477"/>
                  <a:pt x="0" y="6831"/>
                </a:cubicBezTo>
                <a:cubicBezTo>
                  <a:pt x="0" y="9415"/>
                  <a:pt x="8640" y="18831"/>
                  <a:pt x="10800" y="21600"/>
                </a:cubicBezTo>
                <a:cubicBezTo>
                  <a:pt x="12960" y="18831"/>
                  <a:pt x="21600" y="9415"/>
                  <a:pt x="21600" y="6831"/>
                </a:cubicBezTo>
                <a:cubicBezTo>
                  <a:pt x="21600" y="1477"/>
                  <a:pt x="15120" y="0"/>
                  <a:pt x="10800" y="0"/>
                </a:cubicBezTo>
                <a:close/>
                <a:moveTo>
                  <a:pt x="10800" y="9046"/>
                </a:moveTo>
                <a:cubicBezTo>
                  <a:pt x="8910" y="9046"/>
                  <a:pt x="7290" y="8123"/>
                  <a:pt x="7290" y="6831"/>
                </a:cubicBezTo>
                <a:cubicBezTo>
                  <a:pt x="7290" y="5538"/>
                  <a:pt x="8910" y="4431"/>
                  <a:pt x="10800" y="4431"/>
                </a:cubicBezTo>
                <a:cubicBezTo>
                  <a:pt x="12690" y="4431"/>
                  <a:pt x="14310" y="5538"/>
                  <a:pt x="14310" y="6831"/>
                </a:cubicBezTo>
                <a:cubicBezTo>
                  <a:pt x="14310" y="8123"/>
                  <a:pt x="12690" y="9046"/>
                  <a:pt x="10800" y="9046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63" name="Freeform 172"/>
          <p:cNvSpPr/>
          <p:nvPr/>
        </p:nvSpPr>
        <p:spPr>
          <a:xfrm>
            <a:off x="8570282" y="3423535"/>
            <a:ext cx="240577" cy="352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480" y="0"/>
                  <a:pt x="0" y="1477"/>
                  <a:pt x="0" y="6831"/>
                </a:cubicBezTo>
                <a:cubicBezTo>
                  <a:pt x="0" y="9415"/>
                  <a:pt x="8640" y="18831"/>
                  <a:pt x="10800" y="21600"/>
                </a:cubicBezTo>
                <a:cubicBezTo>
                  <a:pt x="12960" y="18831"/>
                  <a:pt x="21600" y="9415"/>
                  <a:pt x="21600" y="6831"/>
                </a:cubicBezTo>
                <a:cubicBezTo>
                  <a:pt x="21600" y="1477"/>
                  <a:pt x="15120" y="0"/>
                  <a:pt x="10800" y="0"/>
                </a:cubicBezTo>
                <a:close/>
                <a:moveTo>
                  <a:pt x="10800" y="9046"/>
                </a:moveTo>
                <a:cubicBezTo>
                  <a:pt x="8910" y="9046"/>
                  <a:pt x="7290" y="8123"/>
                  <a:pt x="7290" y="6831"/>
                </a:cubicBezTo>
                <a:cubicBezTo>
                  <a:pt x="7290" y="5538"/>
                  <a:pt x="8910" y="4431"/>
                  <a:pt x="10800" y="4431"/>
                </a:cubicBezTo>
                <a:cubicBezTo>
                  <a:pt x="12690" y="4431"/>
                  <a:pt x="14310" y="5538"/>
                  <a:pt x="14310" y="6831"/>
                </a:cubicBezTo>
                <a:cubicBezTo>
                  <a:pt x="14310" y="8123"/>
                  <a:pt x="12690" y="9046"/>
                  <a:pt x="10800" y="9046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64" name="Freeform 172"/>
          <p:cNvSpPr/>
          <p:nvPr/>
        </p:nvSpPr>
        <p:spPr>
          <a:xfrm>
            <a:off x="8900648" y="3319757"/>
            <a:ext cx="240577" cy="35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480" y="0"/>
                  <a:pt x="0" y="1477"/>
                  <a:pt x="0" y="6831"/>
                </a:cubicBezTo>
                <a:cubicBezTo>
                  <a:pt x="0" y="9415"/>
                  <a:pt x="8640" y="18831"/>
                  <a:pt x="10800" y="21600"/>
                </a:cubicBezTo>
                <a:cubicBezTo>
                  <a:pt x="12960" y="18831"/>
                  <a:pt x="21600" y="9415"/>
                  <a:pt x="21600" y="6831"/>
                </a:cubicBezTo>
                <a:cubicBezTo>
                  <a:pt x="21600" y="1477"/>
                  <a:pt x="15120" y="0"/>
                  <a:pt x="10800" y="0"/>
                </a:cubicBezTo>
                <a:close/>
                <a:moveTo>
                  <a:pt x="10800" y="9046"/>
                </a:moveTo>
                <a:cubicBezTo>
                  <a:pt x="8910" y="9046"/>
                  <a:pt x="7290" y="8123"/>
                  <a:pt x="7290" y="6831"/>
                </a:cubicBezTo>
                <a:cubicBezTo>
                  <a:pt x="7290" y="5538"/>
                  <a:pt x="8910" y="4431"/>
                  <a:pt x="10800" y="4431"/>
                </a:cubicBezTo>
                <a:cubicBezTo>
                  <a:pt x="12690" y="4431"/>
                  <a:pt x="14310" y="5538"/>
                  <a:pt x="14310" y="6831"/>
                </a:cubicBezTo>
                <a:cubicBezTo>
                  <a:pt x="14310" y="8123"/>
                  <a:pt x="12690" y="9046"/>
                  <a:pt x="10800" y="9046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65" name="Freeform 172"/>
          <p:cNvSpPr/>
          <p:nvPr/>
        </p:nvSpPr>
        <p:spPr>
          <a:xfrm>
            <a:off x="8616556" y="5242571"/>
            <a:ext cx="240577" cy="35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480" y="0"/>
                  <a:pt x="0" y="1477"/>
                  <a:pt x="0" y="6831"/>
                </a:cubicBezTo>
                <a:cubicBezTo>
                  <a:pt x="0" y="9415"/>
                  <a:pt x="8640" y="18831"/>
                  <a:pt x="10800" y="21600"/>
                </a:cubicBezTo>
                <a:cubicBezTo>
                  <a:pt x="12960" y="18831"/>
                  <a:pt x="21600" y="9415"/>
                  <a:pt x="21600" y="6831"/>
                </a:cubicBezTo>
                <a:cubicBezTo>
                  <a:pt x="21600" y="1477"/>
                  <a:pt x="15120" y="0"/>
                  <a:pt x="10800" y="0"/>
                </a:cubicBezTo>
                <a:close/>
                <a:moveTo>
                  <a:pt x="10800" y="9046"/>
                </a:moveTo>
                <a:cubicBezTo>
                  <a:pt x="8910" y="9046"/>
                  <a:pt x="7290" y="8123"/>
                  <a:pt x="7290" y="6831"/>
                </a:cubicBezTo>
                <a:cubicBezTo>
                  <a:pt x="7290" y="5538"/>
                  <a:pt x="8910" y="4431"/>
                  <a:pt x="10800" y="4431"/>
                </a:cubicBezTo>
                <a:cubicBezTo>
                  <a:pt x="12690" y="4431"/>
                  <a:pt x="14310" y="5538"/>
                  <a:pt x="14310" y="6831"/>
                </a:cubicBezTo>
                <a:cubicBezTo>
                  <a:pt x="14310" y="8123"/>
                  <a:pt x="12690" y="9046"/>
                  <a:pt x="10800" y="9046"/>
                </a:cubicBez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66" name="자유형: 도형 14"/>
          <p:cNvSpPr/>
          <p:nvPr/>
        </p:nvSpPr>
        <p:spPr>
          <a:xfrm>
            <a:off x="9022080" y="2651760"/>
            <a:ext cx="715845" cy="660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ln w="12700">
            <a:solidFill>
              <a:srgbClr val="595959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67" name="TextBox 15"/>
          <p:cNvSpPr txBox="1"/>
          <p:nvPr/>
        </p:nvSpPr>
        <p:spPr>
          <a:xfrm>
            <a:off x="9816584" y="2508060"/>
            <a:ext cx="1463124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168" name="TextBox 17"/>
          <p:cNvSpPr txBox="1"/>
          <p:nvPr/>
        </p:nvSpPr>
        <p:spPr>
          <a:xfrm>
            <a:off x="9816583" y="2770546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169" name="자유형: 도형 18"/>
          <p:cNvSpPr/>
          <p:nvPr/>
        </p:nvSpPr>
        <p:spPr>
          <a:xfrm>
            <a:off x="8736844" y="4570362"/>
            <a:ext cx="1034021" cy="660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ln w="12700">
            <a:solidFill>
              <a:srgbClr val="595959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70" name="TextBox 19"/>
          <p:cNvSpPr txBox="1"/>
          <p:nvPr/>
        </p:nvSpPr>
        <p:spPr>
          <a:xfrm>
            <a:off x="9816584" y="4440073"/>
            <a:ext cx="1463124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171" name="TextBox 20"/>
          <p:cNvSpPr txBox="1"/>
          <p:nvPr/>
        </p:nvSpPr>
        <p:spPr>
          <a:xfrm>
            <a:off x="9816583" y="4702561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172" name="자유형: 도형 21"/>
          <p:cNvSpPr/>
          <p:nvPr/>
        </p:nvSpPr>
        <p:spPr>
          <a:xfrm>
            <a:off x="7462029" y="1701963"/>
            <a:ext cx="1219201" cy="17009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595959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73" name="TextBox 22"/>
          <p:cNvSpPr txBox="1"/>
          <p:nvPr/>
        </p:nvSpPr>
        <p:spPr>
          <a:xfrm>
            <a:off x="5934376" y="1563837"/>
            <a:ext cx="146312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4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174" name="TextBox 23"/>
          <p:cNvSpPr txBox="1"/>
          <p:nvPr/>
        </p:nvSpPr>
        <p:spPr>
          <a:xfrm>
            <a:off x="5562358" y="1826324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175" name="자유형: 도형 24"/>
          <p:cNvSpPr/>
          <p:nvPr/>
        </p:nvSpPr>
        <p:spPr>
          <a:xfrm>
            <a:off x="5128812" y="2852337"/>
            <a:ext cx="533913" cy="383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595959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76" name="자유형: 도형 25"/>
          <p:cNvSpPr/>
          <p:nvPr/>
        </p:nvSpPr>
        <p:spPr>
          <a:xfrm>
            <a:off x="2821202" y="4091202"/>
            <a:ext cx="914401" cy="344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595959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77" name="자유형: 도형 26"/>
          <p:cNvSpPr/>
          <p:nvPr/>
        </p:nvSpPr>
        <p:spPr>
          <a:xfrm>
            <a:off x="2483706" y="1760996"/>
            <a:ext cx="337497" cy="953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595959"/>
            </a:solidFill>
            <a:miter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178" name="TextBox 27"/>
          <p:cNvSpPr txBox="1"/>
          <p:nvPr/>
        </p:nvSpPr>
        <p:spPr>
          <a:xfrm>
            <a:off x="3515471" y="2718573"/>
            <a:ext cx="1463124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4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179" name="TextBox 28"/>
          <p:cNvSpPr txBox="1"/>
          <p:nvPr/>
        </p:nvSpPr>
        <p:spPr>
          <a:xfrm>
            <a:off x="3143452" y="2981061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180" name="TextBox 29"/>
          <p:cNvSpPr txBox="1"/>
          <p:nvPr/>
        </p:nvSpPr>
        <p:spPr>
          <a:xfrm>
            <a:off x="958339" y="1636822"/>
            <a:ext cx="146312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4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181" name="TextBox 30"/>
          <p:cNvSpPr txBox="1"/>
          <p:nvPr/>
        </p:nvSpPr>
        <p:spPr>
          <a:xfrm>
            <a:off x="586321" y="1899310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182" name="TextBox 31"/>
          <p:cNvSpPr txBox="1"/>
          <p:nvPr/>
        </p:nvSpPr>
        <p:spPr>
          <a:xfrm>
            <a:off x="1255260" y="3954874"/>
            <a:ext cx="1463124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4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183" name="TextBox 32"/>
          <p:cNvSpPr txBox="1"/>
          <p:nvPr/>
        </p:nvSpPr>
        <p:spPr>
          <a:xfrm>
            <a:off x="883240" y="4217361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 algn="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pic>
        <p:nvPicPr>
          <p:cNvPr id="4184" name="그림 33" descr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185" name="TextBox 34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188" name="그림 35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186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187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0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91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4192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4193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194" name="그림 1" descr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969" y="1574020"/>
            <a:ext cx="8396462" cy="494197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197" name="그룹 4"/>
          <p:cNvGrpSpPr/>
          <p:nvPr/>
        </p:nvGrpSpPr>
        <p:grpSpPr>
          <a:xfrm>
            <a:off x="2801025" y="2500132"/>
            <a:ext cx="601886" cy="839017"/>
            <a:chOff x="0" y="0"/>
            <a:chExt cx="601885" cy="839015"/>
          </a:xfrm>
        </p:grpSpPr>
        <p:sp>
          <p:nvSpPr>
            <p:cNvPr id="4195" name="자유형: 도형 9"/>
            <p:cNvSpPr/>
            <p:nvPr/>
          </p:nvSpPr>
          <p:spPr>
            <a:xfrm rot="10800000">
              <a:off x="0" y="0"/>
              <a:ext cx="601885" cy="839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8131"/>
                    <a:pt x="0" y="13852"/>
                  </a:cubicBezTo>
                  <a:cubicBezTo>
                    <a:pt x="0" y="10643"/>
                    <a:pt x="2720" y="7890"/>
                    <a:pt x="6596" y="6714"/>
                  </a:cubicBezTo>
                  <a:lnTo>
                    <a:pt x="8234" y="6349"/>
                  </a:lnTo>
                  <a:lnTo>
                    <a:pt x="10800" y="0"/>
                  </a:lnTo>
                  <a:lnTo>
                    <a:pt x="13366" y="6349"/>
                  </a:lnTo>
                  <a:lnTo>
                    <a:pt x="15004" y="6714"/>
                  </a:lnTo>
                  <a:cubicBezTo>
                    <a:pt x="18880" y="7890"/>
                    <a:pt x="21600" y="10643"/>
                    <a:pt x="21600" y="13852"/>
                  </a:cubicBezTo>
                  <a:cubicBezTo>
                    <a:pt x="21600" y="18131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196" name="TextBox 10"/>
            <p:cNvSpPr txBox="1"/>
            <p:nvPr/>
          </p:nvSpPr>
          <p:spPr>
            <a:xfrm>
              <a:off x="55380" y="126365"/>
              <a:ext cx="51083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50%</a:t>
              </a:r>
            </a:p>
          </p:txBody>
        </p:sp>
      </p:grpSp>
      <p:grpSp>
        <p:nvGrpSpPr>
          <p:cNvPr id="4200" name="그룹 11"/>
          <p:cNvGrpSpPr/>
          <p:nvPr/>
        </p:nvGrpSpPr>
        <p:grpSpPr>
          <a:xfrm>
            <a:off x="4086474" y="4298306"/>
            <a:ext cx="601887" cy="839017"/>
            <a:chOff x="0" y="0"/>
            <a:chExt cx="601885" cy="839015"/>
          </a:xfrm>
        </p:grpSpPr>
        <p:sp>
          <p:nvSpPr>
            <p:cNvPr id="4198" name="자유형: 도형 12"/>
            <p:cNvSpPr/>
            <p:nvPr/>
          </p:nvSpPr>
          <p:spPr>
            <a:xfrm rot="10800000">
              <a:off x="0" y="0"/>
              <a:ext cx="601885" cy="839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8131"/>
                    <a:pt x="0" y="13852"/>
                  </a:cubicBezTo>
                  <a:cubicBezTo>
                    <a:pt x="0" y="10643"/>
                    <a:pt x="2720" y="7890"/>
                    <a:pt x="6596" y="6714"/>
                  </a:cubicBezTo>
                  <a:lnTo>
                    <a:pt x="8234" y="6349"/>
                  </a:lnTo>
                  <a:lnTo>
                    <a:pt x="10800" y="0"/>
                  </a:lnTo>
                  <a:lnTo>
                    <a:pt x="13366" y="6349"/>
                  </a:lnTo>
                  <a:lnTo>
                    <a:pt x="15004" y="6714"/>
                  </a:lnTo>
                  <a:cubicBezTo>
                    <a:pt x="18880" y="7890"/>
                    <a:pt x="21600" y="10643"/>
                    <a:pt x="21600" y="13852"/>
                  </a:cubicBezTo>
                  <a:cubicBezTo>
                    <a:pt x="21600" y="18131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rgbClr val="2E75B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199" name="TextBox 13"/>
            <p:cNvSpPr txBox="1"/>
            <p:nvPr/>
          </p:nvSpPr>
          <p:spPr>
            <a:xfrm>
              <a:off x="55380" y="126365"/>
              <a:ext cx="51083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20%</a:t>
              </a:r>
            </a:p>
          </p:txBody>
        </p:sp>
      </p:grpSp>
      <p:grpSp>
        <p:nvGrpSpPr>
          <p:cNvPr id="4203" name="그룹 14"/>
          <p:cNvGrpSpPr/>
          <p:nvPr/>
        </p:nvGrpSpPr>
        <p:grpSpPr>
          <a:xfrm>
            <a:off x="6107463" y="2376266"/>
            <a:ext cx="601887" cy="839017"/>
            <a:chOff x="0" y="0"/>
            <a:chExt cx="601885" cy="839015"/>
          </a:xfrm>
        </p:grpSpPr>
        <p:sp>
          <p:nvSpPr>
            <p:cNvPr id="4201" name="자유형: 도형 15"/>
            <p:cNvSpPr/>
            <p:nvPr/>
          </p:nvSpPr>
          <p:spPr>
            <a:xfrm rot="10800000">
              <a:off x="0" y="0"/>
              <a:ext cx="601885" cy="839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8131"/>
                    <a:pt x="0" y="13852"/>
                  </a:cubicBezTo>
                  <a:cubicBezTo>
                    <a:pt x="0" y="10643"/>
                    <a:pt x="2720" y="7890"/>
                    <a:pt x="6596" y="6714"/>
                  </a:cubicBezTo>
                  <a:lnTo>
                    <a:pt x="8234" y="6349"/>
                  </a:lnTo>
                  <a:lnTo>
                    <a:pt x="10800" y="0"/>
                  </a:lnTo>
                  <a:lnTo>
                    <a:pt x="13366" y="6349"/>
                  </a:lnTo>
                  <a:lnTo>
                    <a:pt x="15004" y="6714"/>
                  </a:lnTo>
                  <a:cubicBezTo>
                    <a:pt x="18880" y="7890"/>
                    <a:pt x="21600" y="10643"/>
                    <a:pt x="21600" y="13852"/>
                  </a:cubicBezTo>
                  <a:cubicBezTo>
                    <a:pt x="21600" y="18131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rgbClr val="2F559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202" name="TextBox 16"/>
            <p:cNvSpPr txBox="1"/>
            <p:nvPr/>
          </p:nvSpPr>
          <p:spPr>
            <a:xfrm>
              <a:off x="55379" y="126365"/>
              <a:ext cx="510839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70%</a:t>
              </a:r>
            </a:p>
          </p:txBody>
        </p:sp>
      </p:grpSp>
      <p:grpSp>
        <p:nvGrpSpPr>
          <p:cNvPr id="4206" name="그룹 17"/>
          <p:cNvGrpSpPr/>
          <p:nvPr/>
        </p:nvGrpSpPr>
        <p:grpSpPr>
          <a:xfrm>
            <a:off x="8614562" y="2936346"/>
            <a:ext cx="624120" cy="839017"/>
            <a:chOff x="0" y="0"/>
            <a:chExt cx="624119" cy="839015"/>
          </a:xfrm>
        </p:grpSpPr>
        <p:sp>
          <p:nvSpPr>
            <p:cNvPr id="4204" name="자유형: 도형 18"/>
            <p:cNvSpPr/>
            <p:nvPr/>
          </p:nvSpPr>
          <p:spPr>
            <a:xfrm rot="10800000">
              <a:off x="22234" y="0"/>
              <a:ext cx="601885" cy="839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8131"/>
                    <a:pt x="0" y="13852"/>
                  </a:cubicBezTo>
                  <a:cubicBezTo>
                    <a:pt x="0" y="10643"/>
                    <a:pt x="2720" y="7890"/>
                    <a:pt x="6596" y="6714"/>
                  </a:cubicBezTo>
                  <a:lnTo>
                    <a:pt x="8234" y="6349"/>
                  </a:lnTo>
                  <a:lnTo>
                    <a:pt x="10800" y="0"/>
                  </a:lnTo>
                  <a:lnTo>
                    <a:pt x="13366" y="6349"/>
                  </a:lnTo>
                  <a:lnTo>
                    <a:pt x="15004" y="6714"/>
                  </a:lnTo>
                  <a:cubicBezTo>
                    <a:pt x="18880" y="7890"/>
                    <a:pt x="21600" y="10643"/>
                    <a:pt x="21600" y="13852"/>
                  </a:cubicBezTo>
                  <a:cubicBezTo>
                    <a:pt x="21600" y="18131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205" name="TextBox 19"/>
            <p:cNvSpPr txBox="1"/>
            <p:nvPr/>
          </p:nvSpPr>
          <p:spPr>
            <a:xfrm>
              <a:off x="0" y="126365"/>
              <a:ext cx="62384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130%</a:t>
              </a:r>
            </a:p>
          </p:txBody>
        </p:sp>
      </p:grpSp>
      <p:grpSp>
        <p:nvGrpSpPr>
          <p:cNvPr id="4209" name="그룹 20"/>
          <p:cNvGrpSpPr/>
          <p:nvPr/>
        </p:nvGrpSpPr>
        <p:grpSpPr>
          <a:xfrm>
            <a:off x="8847021" y="4763227"/>
            <a:ext cx="601886" cy="839017"/>
            <a:chOff x="0" y="0"/>
            <a:chExt cx="601885" cy="839015"/>
          </a:xfrm>
        </p:grpSpPr>
        <p:sp>
          <p:nvSpPr>
            <p:cNvPr id="4207" name="자유형: 도형 21"/>
            <p:cNvSpPr/>
            <p:nvPr/>
          </p:nvSpPr>
          <p:spPr>
            <a:xfrm rot="10800000">
              <a:off x="0" y="0"/>
              <a:ext cx="601885" cy="839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8131"/>
                    <a:pt x="0" y="13852"/>
                  </a:cubicBezTo>
                  <a:cubicBezTo>
                    <a:pt x="0" y="10643"/>
                    <a:pt x="2720" y="7890"/>
                    <a:pt x="6596" y="6714"/>
                  </a:cubicBezTo>
                  <a:lnTo>
                    <a:pt x="8234" y="6349"/>
                  </a:lnTo>
                  <a:lnTo>
                    <a:pt x="10800" y="0"/>
                  </a:lnTo>
                  <a:lnTo>
                    <a:pt x="13366" y="6349"/>
                  </a:lnTo>
                  <a:lnTo>
                    <a:pt x="15004" y="6714"/>
                  </a:lnTo>
                  <a:cubicBezTo>
                    <a:pt x="18880" y="7890"/>
                    <a:pt x="21600" y="10643"/>
                    <a:pt x="21600" y="13852"/>
                  </a:cubicBezTo>
                  <a:cubicBezTo>
                    <a:pt x="21600" y="18131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rgbClr val="87B9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208" name="TextBox 22"/>
            <p:cNvSpPr txBox="1"/>
            <p:nvPr/>
          </p:nvSpPr>
          <p:spPr>
            <a:xfrm>
              <a:off x="55380" y="126365"/>
              <a:ext cx="51083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20%</a:t>
              </a:r>
            </a:p>
          </p:txBody>
        </p:sp>
      </p:grpSp>
      <p:sp>
        <p:nvSpPr>
          <p:cNvPr id="4210" name="직선 연결선 23"/>
          <p:cNvSpPr/>
          <p:nvPr/>
        </p:nvSpPr>
        <p:spPr>
          <a:xfrm>
            <a:off x="2298861" y="5058869"/>
            <a:ext cx="2002421" cy="1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11" name="TextBox 24"/>
          <p:cNvSpPr txBox="1"/>
          <p:nvPr/>
        </p:nvSpPr>
        <p:spPr>
          <a:xfrm>
            <a:off x="2269037" y="5082852"/>
            <a:ext cx="1463124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E75B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212" name="TextBox 25"/>
          <p:cNvSpPr txBox="1"/>
          <p:nvPr/>
        </p:nvSpPr>
        <p:spPr>
          <a:xfrm>
            <a:off x="2269037" y="5345340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13" name="직선 연결선 26"/>
          <p:cNvSpPr/>
          <p:nvPr/>
        </p:nvSpPr>
        <p:spPr>
          <a:xfrm>
            <a:off x="4332635" y="3136830"/>
            <a:ext cx="2002421" cy="1"/>
          </a:xfrm>
          <a:prstGeom prst="line">
            <a:avLst/>
          </a:prstGeom>
          <a:ln w="28575">
            <a:solidFill>
              <a:srgbClr val="2F559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14" name="TextBox 27"/>
          <p:cNvSpPr txBox="1"/>
          <p:nvPr/>
        </p:nvSpPr>
        <p:spPr>
          <a:xfrm>
            <a:off x="4302812" y="3160813"/>
            <a:ext cx="1463125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F5597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215" name="TextBox 28"/>
          <p:cNvSpPr txBox="1"/>
          <p:nvPr/>
        </p:nvSpPr>
        <p:spPr>
          <a:xfrm>
            <a:off x="4302812" y="3423299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16" name="직선 연결선 29"/>
          <p:cNvSpPr/>
          <p:nvPr/>
        </p:nvSpPr>
        <p:spPr>
          <a:xfrm>
            <a:off x="1000420" y="3264153"/>
            <a:ext cx="2002421" cy="1"/>
          </a:xfrm>
          <a:prstGeom prst="line">
            <a:avLst/>
          </a:prstGeom>
          <a:ln w="28575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17" name="TextBox 30"/>
          <p:cNvSpPr txBox="1"/>
          <p:nvPr/>
        </p:nvSpPr>
        <p:spPr>
          <a:xfrm>
            <a:off x="970596" y="3288136"/>
            <a:ext cx="146312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218" name="TextBox 31"/>
          <p:cNvSpPr txBox="1"/>
          <p:nvPr/>
        </p:nvSpPr>
        <p:spPr>
          <a:xfrm>
            <a:off x="970595" y="3550623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19" name="직선 연결선 32"/>
          <p:cNvSpPr/>
          <p:nvPr/>
        </p:nvSpPr>
        <p:spPr>
          <a:xfrm>
            <a:off x="9020933" y="3727863"/>
            <a:ext cx="2002421" cy="1"/>
          </a:xfrm>
          <a:prstGeom prst="line">
            <a:avLst/>
          </a:prstGeom>
          <a:ln w="28575">
            <a:solidFill>
              <a:srgbClr val="126BF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20" name="TextBox 33"/>
          <p:cNvSpPr txBox="1"/>
          <p:nvPr/>
        </p:nvSpPr>
        <p:spPr>
          <a:xfrm>
            <a:off x="8991109" y="3751846"/>
            <a:ext cx="1463124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26BF6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221" name="TextBox 34"/>
          <p:cNvSpPr txBox="1"/>
          <p:nvPr/>
        </p:nvSpPr>
        <p:spPr>
          <a:xfrm>
            <a:off x="8991108" y="4014334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22" name="직선 연결선 35"/>
          <p:cNvSpPr/>
          <p:nvPr/>
        </p:nvSpPr>
        <p:spPr>
          <a:xfrm>
            <a:off x="9211074" y="5581236"/>
            <a:ext cx="2002421" cy="1"/>
          </a:xfrm>
          <a:prstGeom prst="line">
            <a:avLst/>
          </a:prstGeom>
          <a:ln w="28575">
            <a:solidFill>
              <a:srgbClr val="87B9F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23" name="TextBox 36"/>
          <p:cNvSpPr txBox="1"/>
          <p:nvPr/>
        </p:nvSpPr>
        <p:spPr>
          <a:xfrm>
            <a:off x="9181251" y="5605219"/>
            <a:ext cx="146312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7B9FA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224" name="TextBox 37"/>
          <p:cNvSpPr txBox="1"/>
          <p:nvPr/>
        </p:nvSpPr>
        <p:spPr>
          <a:xfrm>
            <a:off x="9181250" y="5867706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grpSp>
        <p:nvGrpSpPr>
          <p:cNvPr id="4227" name="그룹 38"/>
          <p:cNvGrpSpPr/>
          <p:nvPr/>
        </p:nvGrpSpPr>
        <p:grpSpPr>
          <a:xfrm>
            <a:off x="8006026" y="3625498"/>
            <a:ext cx="601886" cy="839017"/>
            <a:chOff x="0" y="0"/>
            <a:chExt cx="601885" cy="839015"/>
          </a:xfrm>
        </p:grpSpPr>
        <p:sp>
          <p:nvSpPr>
            <p:cNvPr id="4225" name="자유형: 도형 39"/>
            <p:cNvSpPr/>
            <p:nvPr/>
          </p:nvSpPr>
          <p:spPr>
            <a:xfrm rot="10800000">
              <a:off x="0" y="0"/>
              <a:ext cx="601885" cy="839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8131"/>
                    <a:pt x="0" y="13852"/>
                  </a:cubicBezTo>
                  <a:cubicBezTo>
                    <a:pt x="0" y="10643"/>
                    <a:pt x="2720" y="7890"/>
                    <a:pt x="6596" y="6714"/>
                  </a:cubicBezTo>
                  <a:lnTo>
                    <a:pt x="8234" y="6349"/>
                  </a:lnTo>
                  <a:lnTo>
                    <a:pt x="10800" y="0"/>
                  </a:lnTo>
                  <a:lnTo>
                    <a:pt x="13366" y="6349"/>
                  </a:lnTo>
                  <a:lnTo>
                    <a:pt x="15004" y="6714"/>
                  </a:lnTo>
                  <a:cubicBezTo>
                    <a:pt x="18880" y="7890"/>
                    <a:pt x="21600" y="10643"/>
                    <a:pt x="21600" y="13852"/>
                  </a:cubicBezTo>
                  <a:cubicBezTo>
                    <a:pt x="21600" y="18131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rgbClr val="7C7C7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226" name="TextBox 40"/>
            <p:cNvSpPr txBox="1"/>
            <p:nvPr/>
          </p:nvSpPr>
          <p:spPr>
            <a:xfrm>
              <a:off x="55380" y="126365"/>
              <a:ext cx="510838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30%</a:t>
              </a:r>
            </a:p>
          </p:txBody>
        </p:sp>
      </p:grpSp>
      <p:sp>
        <p:nvSpPr>
          <p:cNvPr id="4228" name="직선 연결선 41"/>
          <p:cNvSpPr/>
          <p:nvPr/>
        </p:nvSpPr>
        <p:spPr>
          <a:xfrm>
            <a:off x="6239076" y="4446670"/>
            <a:ext cx="2002421" cy="1"/>
          </a:xfrm>
          <a:prstGeom prst="line">
            <a:avLst/>
          </a:prstGeom>
          <a:ln w="28575">
            <a:solidFill>
              <a:srgbClr val="7C7C7C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29" name="TextBox 42"/>
          <p:cNvSpPr txBox="1"/>
          <p:nvPr/>
        </p:nvSpPr>
        <p:spPr>
          <a:xfrm>
            <a:off x="6209253" y="4470653"/>
            <a:ext cx="1463125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7C7C7C"/>
                </a:solidFill>
              </a:defRPr>
            </a:lvl1pPr>
          </a:lstStyle>
          <a:p>
            <a:r>
              <a:t>키워드 입력</a:t>
            </a:r>
          </a:p>
        </p:txBody>
      </p:sp>
      <p:sp>
        <p:nvSpPr>
          <p:cNvPr id="4230" name="TextBox 43"/>
          <p:cNvSpPr txBox="1"/>
          <p:nvPr/>
        </p:nvSpPr>
        <p:spPr>
          <a:xfrm>
            <a:off x="6209253" y="4733140"/>
            <a:ext cx="18472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이곳에 맞는 내용을 정리하여  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pic>
        <p:nvPicPr>
          <p:cNvPr id="4231" name="그림 44" descr="그림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232" name="TextBox 4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235" name="그림 46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233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234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7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38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4239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4240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241" name="그림 1" descr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954" y="1369612"/>
            <a:ext cx="6646792" cy="391215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246" name="그룹 4"/>
          <p:cNvGrpSpPr/>
          <p:nvPr/>
        </p:nvGrpSpPr>
        <p:grpSpPr>
          <a:xfrm>
            <a:off x="3491681" y="2074477"/>
            <a:ext cx="265555" cy="389069"/>
            <a:chOff x="0" y="-1"/>
            <a:chExt cx="265554" cy="389067"/>
          </a:xfrm>
        </p:grpSpPr>
        <p:sp>
          <p:nvSpPr>
            <p:cNvPr id="4242" name="Freeform 172"/>
            <p:cNvSpPr/>
            <p:nvPr/>
          </p:nvSpPr>
          <p:spPr>
            <a:xfrm>
              <a:off x="0" y="-1"/>
              <a:ext cx="265554" cy="389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45" name="타원 10"/>
            <p:cNvGrpSpPr/>
            <p:nvPr/>
          </p:nvGrpSpPr>
          <p:grpSpPr>
            <a:xfrm>
              <a:off x="63054" y="55089"/>
              <a:ext cx="139444" cy="139444"/>
              <a:chOff x="0" y="0"/>
              <a:chExt cx="139442" cy="139442"/>
            </a:xfrm>
          </p:grpSpPr>
          <p:sp>
            <p:nvSpPr>
              <p:cNvPr id="4243" name="Circle"/>
              <p:cNvSpPr/>
              <p:nvPr/>
            </p:nvSpPr>
            <p:spPr>
              <a:xfrm>
                <a:off x="0" y="0"/>
                <a:ext cx="139442" cy="139442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126BF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44" name="1"/>
              <p:cNvSpPr txBox="1"/>
              <p:nvPr/>
            </p:nvSpPr>
            <p:spPr>
              <a:xfrm>
                <a:off x="66140" y="6220"/>
                <a:ext cx="12701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000">
                    <a:solidFill>
                      <a:srgbClr val="126BF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1</a:t>
                </a:r>
              </a:p>
            </p:txBody>
          </p:sp>
        </p:grpSp>
      </p:grpSp>
      <p:grpSp>
        <p:nvGrpSpPr>
          <p:cNvPr id="4251" name="그룹 11"/>
          <p:cNvGrpSpPr/>
          <p:nvPr/>
        </p:nvGrpSpPr>
        <p:grpSpPr>
          <a:xfrm>
            <a:off x="4565729" y="3627708"/>
            <a:ext cx="265555" cy="389068"/>
            <a:chOff x="0" y="-1"/>
            <a:chExt cx="265554" cy="389067"/>
          </a:xfrm>
        </p:grpSpPr>
        <p:sp>
          <p:nvSpPr>
            <p:cNvPr id="4247" name="Freeform 172"/>
            <p:cNvSpPr/>
            <p:nvPr/>
          </p:nvSpPr>
          <p:spPr>
            <a:xfrm>
              <a:off x="0" y="-1"/>
              <a:ext cx="265554" cy="389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50" name="타원 13"/>
            <p:cNvGrpSpPr/>
            <p:nvPr/>
          </p:nvGrpSpPr>
          <p:grpSpPr>
            <a:xfrm>
              <a:off x="63054" y="55089"/>
              <a:ext cx="139444" cy="139444"/>
              <a:chOff x="0" y="0"/>
              <a:chExt cx="139442" cy="139442"/>
            </a:xfrm>
          </p:grpSpPr>
          <p:sp>
            <p:nvSpPr>
              <p:cNvPr id="4248" name="Circle"/>
              <p:cNvSpPr/>
              <p:nvPr/>
            </p:nvSpPr>
            <p:spPr>
              <a:xfrm>
                <a:off x="0" y="0"/>
                <a:ext cx="139442" cy="139442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00B0F0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49" name="2"/>
              <p:cNvSpPr txBox="1"/>
              <p:nvPr/>
            </p:nvSpPr>
            <p:spPr>
              <a:xfrm>
                <a:off x="66140" y="6220"/>
                <a:ext cx="12701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000">
                    <a:solidFill>
                      <a:srgbClr val="00B0F0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2</a:t>
                </a:r>
              </a:p>
            </p:txBody>
          </p:sp>
        </p:grpSp>
      </p:grpSp>
      <p:grpSp>
        <p:nvGrpSpPr>
          <p:cNvPr id="4256" name="그룹 14"/>
          <p:cNvGrpSpPr/>
          <p:nvPr/>
        </p:nvGrpSpPr>
        <p:grpSpPr>
          <a:xfrm>
            <a:off x="6158174" y="2514802"/>
            <a:ext cx="265555" cy="389068"/>
            <a:chOff x="0" y="-1"/>
            <a:chExt cx="265554" cy="389067"/>
          </a:xfrm>
        </p:grpSpPr>
        <p:sp>
          <p:nvSpPr>
            <p:cNvPr id="4252" name="Freeform 172"/>
            <p:cNvSpPr/>
            <p:nvPr/>
          </p:nvSpPr>
          <p:spPr>
            <a:xfrm>
              <a:off x="0" y="-1"/>
              <a:ext cx="265554" cy="389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55" name="타원 16"/>
            <p:cNvGrpSpPr/>
            <p:nvPr/>
          </p:nvGrpSpPr>
          <p:grpSpPr>
            <a:xfrm>
              <a:off x="63054" y="55089"/>
              <a:ext cx="139444" cy="139444"/>
              <a:chOff x="0" y="0"/>
              <a:chExt cx="139442" cy="139442"/>
            </a:xfrm>
          </p:grpSpPr>
          <p:sp>
            <p:nvSpPr>
              <p:cNvPr id="4253" name="Circle"/>
              <p:cNvSpPr/>
              <p:nvPr/>
            </p:nvSpPr>
            <p:spPr>
              <a:xfrm>
                <a:off x="0" y="0"/>
                <a:ext cx="139442" cy="139442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chemeClr val="accent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54" name="3"/>
              <p:cNvSpPr txBox="1"/>
              <p:nvPr/>
            </p:nvSpPr>
            <p:spPr>
              <a:xfrm>
                <a:off x="66140" y="6220"/>
                <a:ext cx="12701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000">
                    <a:solidFill>
                      <a:schemeClr val="accent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3</a:t>
                </a:r>
              </a:p>
            </p:txBody>
          </p:sp>
        </p:grpSp>
      </p:grpSp>
      <p:grpSp>
        <p:nvGrpSpPr>
          <p:cNvPr id="4261" name="그룹 17"/>
          <p:cNvGrpSpPr/>
          <p:nvPr/>
        </p:nvGrpSpPr>
        <p:grpSpPr>
          <a:xfrm>
            <a:off x="8502149" y="2734964"/>
            <a:ext cx="265555" cy="389068"/>
            <a:chOff x="0" y="-1"/>
            <a:chExt cx="265554" cy="389067"/>
          </a:xfrm>
        </p:grpSpPr>
        <p:sp>
          <p:nvSpPr>
            <p:cNvPr id="4257" name="Freeform 172"/>
            <p:cNvSpPr/>
            <p:nvPr/>
          </p:nvSpPr>
          <p:spPr>
            <a:xfrm>
              <a:off x="0" y="-1"/>
              <a:ext cx="265554" cy="389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60" name="타원 19"/>
            <p:cNvGrpSpPr/>
            <p:nvPr/>
          </p:nvGrpSpPr>
          <p:grpSpPr>
            <a:xfrm>
              <a:off x="63054" y="55089"/>
              <a:ext cx="139444" cy="139444"/>
              <a:chOff x="0" y="0"/>
              <a:chExt cx="139442" cy="139442"/>
            </a:xfrm>
          </p:grpSpPr>
          <p:sp>
            <p:nvSpPr>
              <p:cNvPr id="4258" name="Circle"/>
              <p:cNvSpPr/>
              <p:nvPr/>
            </p:nvSpPr>
            <p:spPr>
              <a:xfrm>
                <a:off x="0" y="0"/>
                <a:ext cx="139442" cy="139442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chemeClr val="accent2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59" name="4"/>
              <p:cNvSpPr txBox="1"/>
              <p:nvPr/>
            </p:nvSpPr>
            <p:spPr>
              <a:xfrm>
                <a:off x="66140" y="6220"/>
                <a:ext cx="12701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000">
                    <a:solidFill>
                      <a:schemeClr val="accent2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4</a:t>
                </a:r>
              </a:p>
            </p:txBody>
          </p:sp>
        </p:grpSp>
      </p:grpSp>
      <p:grpSp>
        <p:nvGrpSpPr>
          <p:cNvPr id="4266" name="그룹 20"/>
          <p:cNvGrpSpPr/>
          <p:nvPr/>
        </p:nvGrpSpPr>
        <p:grpSpPr>
          <a:xfrm>
            <a:off x="2136182" y="5097875"/>
            <a:ext cx="300542" cy="440327"/>
            <a:chOff x="0" y="-1"/>
            <a:chExt cx="300540" cy="440325"/>
          </a:xfrm>
        </p:grpSpPr>
        <p:sp>
          <p:nvSpPr>
            <p:cNvPr id="4262" name="Freeform 172"/>
            <p:cNvSpPr/>
            <p:nvPr/>
          </p:nvSpPr>
          <p:spPr>
            <a:xfrm>
              <a:off x="0" y="-1"/>
              <a:ext cx="300540" cy="440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65" name="타원 22"/>
            <p:cNvGrpSpPr/>
            <p:nvPr/>
          </p:nvGrpSpPr>
          <p:grpSpPr>
            <a:xfrm>
              <a:off x="71361" y="62347"/>
              <a:ext cx="157816" cy="157816"/>
              <a:chOff x="0" y="0"/>
              <a:chExt cx="157814" cy="157814"/>
            </a:xfrm>
          </p:grpSpPr>
          <p:sp>
            <p:nvSpPr>
              <p:cNvPr id="4263" name="Circle"/>
              <p:cNvSpPr/>
              <p:nvPr/>
            </p:nvSpPr>
            <p:spPr>
              <a:xfrm>
                <a:off x="0" y="0"/>
                <a:ext cx="157814" cy="15781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100">
                    <a:solidFill>
                      <a:srgbClr val="126BF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64" name="1"/>
              <p:cNvSpPr txBox="1"/>
              <p:nvPr/>
            </p:nvSpPr>
            <p:spPr>
              <a:xfrm>
                <a:off x="68831" y="15406"/>
                <a:ext cx="20152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>
                    <a:solidFill>
                      <a:srgbClr val="126BF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1</a:t>
                </a:r>
              </a:p>
            </p:txBody>
          </p:sp>
        </p:grpSp>
      </p:grpSp>
      <p:grpSp>
        <p:nvGrpSpPr>
          <p:cNvPr id="4271" name="그룹 23"/>
          <p:cNvGrpSpPr/>
          <p:nvPr/>
        </p:nvGrpSpPr>
        <p:grpSpPr>
          <a:xfrm>
            <a:off x="4768245" y="5097875"/>
            <a:ext cx="300541" cy="440327"/>
            <a:chOff x="0" y="-1"/>
            <a:chExt cx="300540" cy="440325"/>
          </a:xfrm>
        </p:grpSpPr>
        <p:sp>
          <p:nvSpPr>
            <p:cNvPr id="4267" name="Freeform 172"/>
            <p:cNvSpPr/>
            <p:nvPr/>
          </p:nvSpPr>
          <p:spPr>
            <a:xfrm>
              <a:off x="0" y="-1"/>
              <a:ext cx="300540" cy="440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70" name="타원 25"/>
            <p:cNvGrpSpPr/>
            <p:nvPr/>
          </p:nvGrpSpPr>
          <p:grpSpPr>
            <a:xfrm>
              <a:off x="71361" y="62347"/>
              <a:ext cx="157816" cy="157816"/>
              <a:chOff x="0" y="0"/>
              <a:chExt cx="157814" cy="157814"/>
            </a:xfrm>
          </p:grpSpPr>
          <p:sp>
            <p:nvSpPr>
              <p:cNvPr id="4268" name="Circle"/>
              <p:cNvSpPr/>
              <p:nvPr/>
            </p:nvSpPr>
            <p:spPr>
              <a:xfrm>
                <a:off x="0" y="0"/>
                <a:ext cx="157814" cy="15781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100">
                    <a:solidFill>
                      <a:srgbClr val="00B0F0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69" name="2"/>
              <p:cNvSpPr txBox="1"/>
              <p:nvPr/>
            </p:nvSpPr>
            <p:spPr>
              <a:xfrm>
                <a:off x="68831" y="15406"/>
                <a:ext cx="20152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>
                    <a:solidFill>
                      <a:srgbClr val="00B0F0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2</a:t>
                </a:r>
              </a:p>
            </p:txBody>
          </p:sp>
        </p:grpSp>
      </p:grpSp>
      <p:grpSp>
        <p:nvGrpSpPr>
          <p:cNvPr id="4276" name="그룹 26"/>
          <p:cNvGrpSpPr/>
          <p:nvPr/>
        </p:nvGrpSpPr>
        <p:grpSpPr>
          <a:xfrm>
            <a:off x="7400307" y="5097875"/>
            <a:ext cx="300541" cy="440327"/>
            <a:chOff x="0" y="-1"/>
            <a:chExt cx="300540" cy="440325"/>
          </a:xfrm>
        </p:grpSpPr>
        <p:sp>
          <p:nvSpPr>
            <p:cNvPr id="4272" name="Freeform 172"/>
            <p:cNvSpPr/>
            <p:nvPr/>
          </p:nvSpPr>
          <p:spPr>
            <a:xfrm>
              <a:off x="0" y="-1"/>
              <a:ext cx="300540" cy="440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75" name="타원 28"/>
            <p:cNvGrpSpPr/>
            <p:nvPr/>
          </p:nvGrpSpPr>
          <p:grpSpPr>
            <a:xfrm>
              <a:off x="71361" y="62347"/>
              <a:ext cx="157816" cy="157816"/>
              <a:chOff x="0" y="0"/>
              <a:chExt cx="157814" cy="157814"/>
            </a:xfrm>
          </p:grpSpPr>
          <p:sp>
            <p:nvSpPr>
              <p:cNvPr id="4273" name="Circle"/>
              <p:cNvSpPr/>
              <p:nvPr/>
            </p:nvSpPr>
            <p:spPr>
              <a:xfrm>
                <a:off x="0" y="0"/>
                <a:ext cx="157814" cy="15781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100">
                    <a:solidFill>
                      <a:schemeClr val="accent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74" name="3"/>
              <p:cNvSpPr txBox="1"/>
              <p:nvPr/>
            </p:nvSpPr>
            <p:spPr>
              <a:xfrm>
                <a:off x="68831" y="15406"/>
                <a:ext cx="20152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>
                    <a:solidFill>
                      <a:schemeClr val="accent6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3</a:t>
                </a:r>
              </a:p>
            </p:txBody>
          </p:sp>
        </p:grpSp>
      </p:grpSp>
      <p:grpSp>
        <p:nvGrpSpPr>
          <p:cNvPr id="4281" name="그룹 29"/>
          <p:cNvGrpSpPr/>
          <p:nvPr/>
        </p:nvGrpSpPr>
        <p:grpSpPr>
          <a:xfrm>
            <a:off x="10032369" y="5097875"/>
            <a:ext cx="300541" cy="440327"/>
            <a:chOff x="0" y="-1"/>
            <a:chExt cx="300540" cy="440325"/>
          </a:xfrm>
        </p:grpSpPr>
        <p:sp>
          <p:nvSpPr>
            <p:cNvPr id="4277" name="Freeform 172"/>
            <p:cNvSpPr/>
            <p:nvPr/>
          </p:nvSpPr>
          <p:spPr>
            <a:xfrm>
              <a:off x="0" y="-1"/>
              <a:ext cx="300540" cy="440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6480" y="0"/>
                    <a:pt x="0" y="1477"/>
                    <a:pt x="0" y="6831"/>
                  </a:cubicBezTo>
                  <a:cubicBezTo>
                    <a:pt x="0" y="9415"/>
                    <a:pt x="8640" y="18831"/>
                    <a:pt x="10800" y="21600"/>
                  </a:cubicBezTo>
                  <a:cubicBezTo>
                    <a:pt x="12960" y="18831"/>
                    <a:pt x="21600" y="9415"/>
                    <a:pt x="21600" y="6831"/>
                  </a:cubicBezTo>
                  <a:cubicBezTo>
                    <a:pt x="21600" y="1477"/>
                    <a:pt x="15120" y="0"/>
                    <a:pt x="10800" y="0"/>
                  </a:cubicBezTo>
                  <a:close/>
                  <a:moveTo>
                    <a:pt x="10800" y="9046"/>
                  </a:moveTo>
                  <a:cubicBezTo>
                    <a:pt x="8910" y="9046"/>
                    <a:pt x="7290" y="8123"/>
                    <a:pt x="7290" y="6831"/>
                  </a:cubicBezTo>
                  <a:cubicBezTo>
                    <a:pt x="7290" y="5538"/>
                    <a:pt x="8910" y="4431"/>
                    <a:pt x="10800" y="4431"/>
                  </a:cubicBezTo>
                  <a:cubicBezTo>
                    <a:pt x="12690" y="4431"/>
                    <a:pt x="14310" y="5538"/>
                    <a:pt x="14310" y="6831"/>
                  </a:cubicBezTo>
                  <a:cubicBezTo>
                    <a:pt x="14310" y="8123"/>
                    <a:pt x="12690" y="9046"/>
                    <a:pt x="10800" y="904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grpSp>
          <p:nvGrpSpPr>
            <p:cNvPr id="4280" name="타원 31"/>
            <p:cNvGrpSpPr/>
            <p:nvPr/>
          </p:nvGrpSpPr>
          <p:grpSpPr>
            <a:xfrm>
              <a:off x="71361" y="62347"/>
              <a:ext cx="157816" cy="157816"/>
              <a:chOff x="0" y="0"/>
              <a:chExt cx="157814" cy="157814"/>
            </a:xfrm>
          </p:grpSpPr>
          <p:sp>
            <p:nvSpPr>
              <p:cNvPr id="4278" name="Circle"/>
              <p:cNvSpPr/>
              <p:nvPr/>
            </p:nvSpPr>
            <p:spPr>
              <a:xfrm>
                <a:off x="0" y="0"/>
                <a:ext cx="157814" cy="15781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100">
                    <a:solidFill>
                      <a:schemeClr val="accent2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  <a:endParaRPr/>
              </a:p>
            </p:txBody>
          </p:sp>
          <p:sp>
            <p:nvSpPr>
              <p:cNvPr id="4279" name="4"/>
              <p:cNvSpPr txBox="1"/>
              <p:nvPr/>
            </p:nvSpPr>
            <p:spPr>
              <a:xfrm>
                <a:off x="68831" y="15406"/>
                <a:ext cx="20152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>
                    <a:solidFill>
                      <a:schemeClr val="accent2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r>
                  <a:t>4</a:t>
                </a:r>
              </a:p>
            </p:txBody>
          </p:sp>
        </p:grpSp>
      </p:grpSp>
      <p:sp>
        <p:nvSpPr>
          <p:cNvPr id="4282" name="TextBox 32"/>
          <p:cNvSpPr txBox="1"/>
          <p:nvPr/>
        </p:nvSpPr>
        <p:spPr>
          <a:xfrm>
            <a:off x="1554889" y="5606762"/>
            <a:ext cx="1463124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r>
              <a:t>키워드 입력</a:t>
            </a:r>
          </a:p>
        </p:txBody>
      </p:sp>
      <p:sp>
        <p:nvSpPr>
          <p:cNvPr id="4283" name="TextBox 33"/>
          <p:cNvSpPr txBox="1"/>
          <p:nvPr/>
        </p:nvSpPr>
        <p:spPr>
          <a:xfrm>
            <a:off x="1278760" y="5970849"/>
            <a:ext cx="20153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 국가에 맞는 내용을 정리하여  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84" name="TextBox 34"/>
          <p:cNvSpPr txBox="1"/>
          <p:nvPr/>
        </p:nvSpPr>
        <p:spPr>
          <a:xfrm>
            <a:off x="2911573" y="2514804"/>
            <a:ext cx="1463124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/>
            </a:pPr>
            <a:r>
              <a:t>국가/지역명</a:t>
            </a:r>
          </a:p>
        </p:txBody>
      </p:sp>
      <p:sp>
        <p:nvSpPr>
          <p:cNvPr id="4285" name="TextBox 35"/>
          <p:cNvSpPr txBox="1"/>
          <p:nvPr/>
        </p:nvSpPr>
        <p:spPr>
          <a:xfrm>
            <a:off x="3984436" y="4016774"/>
            <a:ext cx="1463124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/>
            </a:pPr>
            <a:r>
              <a:t>국가/지역명</a:t>
            </a:r>
          </a:p>
        </p:txBody>
      </p:sp>
      <p:sp>
        <p:nvSpPr>
          <p:cNvPr id="4286" name="TextBox 36"/>
          <p:cNvSpPr txBox="1"/>
          <p:nvPr/>
        </p:nvSpPr>
        <p:spPr>
          <a:xfrm>
            <a:off x="5576880" y="2940143"/>
            <a:ext cx="146312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/>
            </a:pPr>
            <a:r>
              <a:t>국가/지역명</a:t>
            </a:r>
          </a:p>
        </p:txBody>
      </p:sp>
      <p:sp>
        <p:nvSpPr>
          <p:cNvPr id="4287" name="TextBox 37"/>
          <p:cNvSpPr txBox="1"/>
          <p:nvPr/>
        </p:nvSpPr>
        <p:spPr>
          <a:xfrm>
            <a:off x="7908792" y="3165622"/>
            <a:ext cx="1463124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/>
            </a:pPr>
            <a:r>
              <a:t>국가/지역명</a:t>
            </a:r>
          </a:p>
        </p:txBody>
      </p:sp>
      <p:sp>
        <p:nvSpPr>
          <p:cNvPr id="4288" name="직선 연결선 38"/>
          <p:cNvSpPr/>
          <p:nvPr/>
        </p:nvSpPr>
        <p:spPr>
          <a:xfrm>
            <a:off x="1233041" y="5914538"/>
            <a:ext cx="2106820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89" name="TextBox 39"/>
          <p:cNvSpPr txBox="1"/>
          <p:nvPr/>
        </p:nvSpPr>
        <p:spPr>
          <a:xfrm>
            <a:off x="4174718" y="5606762"/>
            <a:ext cx="1463124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r>
              <a:t>키워드 입력</a:t>
            </a:r>
          </a:p>
        </p:txBody>
      </p:sp>
      <p:sp>
        <p:nvSpPr>
          <p:cNvPr id="4290" name="TextBox 40"/>
          <p:cNvSpPr txBox="1"/>
          <p:nvPr/>
        </p:nvSpPr>
        <p:spPr>
          <a:xfrm>
            <a:off x="3898589" y="5970849"/>
            <a:ext cx="20153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 국가에 맞는 내용을 정리하여  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91" name="직선 연결선 41"/>
          <p:cNvSpPr/>
          <p:nvPr/>
        </p:nvSpPr>
        <p:spPr>
          <a:xfrm>
            <a:off x="3852869" y="5914538"/>
            <a:ext cx="2106820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92" name="TextBox 42"/>
          <p:cNvSpPr txBox="1"/>
          <p:nvPr/>
        </p:nvSpPr>
        <p:spPr>
          <a:xfrm>
            <a:off x="6809786" y="5606762"/>
            <a:ext cx="1463124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r>
              <a:t>키워드 입력</a:t>
            </a:r>
          </a:p>
        </p:txBody>
      </p:sp>
      <p:sp>
        <p:nvSpPr>
          <p:cNvPr id="4293" name="TextBox 43"/>
          <p:cNvSpPr txBox="1"/>
          <p:nvPr/>
        </p:nvSpPr>
        <p:spPr>
          <a:xfrm>
            <a:off x="6533658" y="5970849"/>
            <a:ext cx="20153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 국가에 맞는 내용을 정리하여  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94" name="직선 연결선 44"/>
          <p:cNvSpPr/>
          <p:nvPr/>
        </p:nvSpPr>
        <p:spPr>
          <a:xfrm>
            <a:off x="6487938" y="5914538"/>
            <a:ext cx="2106820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95" name="TextBox 45"/>
          <p:cNvSpPr txBox="1"/>
          <p:nvPr/>
        </p:nvSpPr>
        <p:spPr>
          <a:xfrm>
            <a:off x="9443047" y="5606762"/>
            <a:ext cx="1463124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r>
              <a:t>키워드 입력</a:t>
            </a:r>
          </a:p>
        </p:txBody>
      </p:sp>
      <p:sp>
        <p:nvSpPr>
          <p:cNvPr id="4296" name="TextBox 46"/>
          <p:cNvSpPr txBox="1"/>
          <p:nvPr/>
        </p:nvSpPr>
        <p:spPr>
          <a:xfrm>
            <a:off x="9166919" y="5970849"/>
            <a:ext cx="20153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위 국가에 맞는 내용을 정리하여  </a:t>
            </a:r>
          </a:p>
          <a:p>
            <a:pPr algn="ctr"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작성해주세요.</a:t>
            </a:r>
          </a:p>
        </p:txBody>
      </p:sp>
      <p:sp>
        <p:nvSpPr>
          <p:cNvPr id="4297" name="직선 연결선 47"/>
          <p:cNvSpPr/>
          <p:nvPr/>
        </p:nvSpPr>
        <p:spPr>
          <a:xfrm>
            <a:off x="9121199" y="5914538"/>
            <a:ext cx="2106820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298" name="그림 48" descr="그림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299" name="TextBox 4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302" name="그림 5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30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301" name="image3.png" descr="image3.png"/>
            <p:cNvPicPr>
              <a:picLocks noChangeAspect="1"/>
            </p:cNvPicPr>
            <p:nvPr/>
          </p:nvPicPr>
          <p:blipFill>
            <a:blip r:embed="rId4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4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05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4306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4307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430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09" name="Rectangle 48"/>
          <p:cNvSpPr/>
          <p:nvPr/>
        </p:nvSpPr>
        <p:spPr>
          <a:xfrm>
            <a:off x="907505" y="2122034"/>
            <a:ext cx="2387598" cy="4191002"/>
          </a:xfrm>
          <a:prstGeom prst="rect">
            <a:avLst/>
          </a:prstGeom>
          <a:solidFill>
            <a:srgbClr val="F6F7FA"/>
          </a:solidFill>
          <a:ln w="6350">
            <a:solidFill>
              <a:srgbClr val="EAEFF4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4310" name="Text Placeholder 13"/>
          <p:cNvSpPr txBox="1"/>
          <p:nvPr/>
        </p:nvSpPr>
        <p:spPr>
          <a:xfrm>
            <a:off x="1026249" y="4684899"/>
            <a:ext cx="21501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JASON KIM</a:t>
            </a:r>
          </a:p>
        </p:txBody>
      </p:sp>
      <p:sp>
        <p:nvSpPr>
          <p:cNvPr id="4311" name="Text Placeholder 21"/>
          <p:cNvSpPr txBox="1"/>
          <p:nvPr/>
        </p:nvSpPr>
        <p:spPr>
          <a:xfrm>
            <a:off x="1026249" y="5284342"/>
            <a:ext cx="215011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ctr">
              <a:lnSpc>
                <a:spcPct val="120000"/>
              </a:lnSpc>
              <a:spcBef>
                <a:spcPts val="1000"/>
              </a:spcBef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그동안의 이력을 잘 정리해서 나열해주세요.</a:t>
            </a:r>
          </a:p>
        </p:txBody>
      </p:sp>
      <p:sp>
        <p:nvSpPr>
          <p:cNvPr id="4312" name="Text Placeholder 26"/>
          <p:cNvSpPr txBox="1"/>
          <p:nvPr/>
        </p:nvSpPr>
        <p:spPr>
          <a:xfrm>
            <a:off x="1026249" y="4998589"/>
            <a:ext cx="2150111" cy="276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6000"/>
              </a:lnSpc>
              <a:spcBef>
                <a:spcPts val="1000"/>
              </a:spcBef>
              <a:defRPr sz="1100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CEO</a:t>
            </a:r>
          </a:p>
        </p:txBody>
      </p:sp>
      <p:sp>
        <p:nvSpPr>
          <p:cNvPr id="4313" name="직사각형 11"/>
          <p:cNvSpPr/>
          <p:nvPr/>
        </p:nvSpPr>
        <p:spPr>
          <a:xfrm>
            <a:off x="1012232" y="2235096"/>
            <a:ext cx="2178144" cy="217814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14" name="Rectangle 48"/>
          <p:cNvSpPr/>
          <p:nvPr/>
        </p:nvSpPr>
        <p:spPr>
          <a:xfrm>
            <a:off x="3570637" y="2122033"/>
            <a:ext cx="2387597" cy="4191002"/>
          </a:xfrm>
          <a:prstGeom prst="rect">
            <a:avLst/>
          </a:prstGeom>
          <a:solidFill>
            <a:srgbClr val="F6F7FA"/>
          </a:solidFill>
          <a:ln w="6350">
            <a:solidFill>
              <a:srgbClr val="EAEFF4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4315" name="Text Placeholder 13"/>
          <p:cNvSpPr txBox="1"/>
          <p:nvPr/>
        </p:nvSpPr>
        <p:spPr>
          <a:xfrm>
            <a:off x="3689381" y="4684897"/>
            <a:ext cx="21501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EMILY KIM</a:t>
            </a:r>
          </a:p>
        </p:txBody>
      </p:sp>
      <p:sp>
        <p:nvSpPr>
          <p:cNvPr id="4316" name="Text Placeholder 21"/>
          <p:cNvSpPr txBox="1"/>
          <p:nvPr/>
        </p:nvSpPr>
        <p:spPr>
          <a:xfrm>
            <a:off x="3689381" y="5284341"/>
            <a:ext cx="215011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ctr">
              <a:lnSpc>
                <a:spcPct val="120000"/>
              </a:lnSpc>
              <a:spcBef>
                <a:spcPts val="1000"/>
              </a:spcBef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그동안의 이력을 잘 정리해서 나열해주세요.</a:t>
            </a:r>
          </a:p>
        </p:txBody>
      </p:sp>
      <p:sp>
        <p:nvSpPr>
          <p:cNvPr id="4317" name="Text Placeholder 26"/>
          <p:cNvSpPr txBox="1"/>
          <p:nvPr/>
        </p:nvSpPr>
        <p:spPr>
          <a:xfrm>
            <a:off x="3689381" y="4998589"/>
            <a:ext cx="2150111" cy="276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6000"/>
              </a:lnSpc>
              <a:spcBef>
                <a:spcPts val="1000"/>
              </a:spcBef>
              <a:defRPr sz="1100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COO</a:t>
            </a:r>
          </a:p>
        </p:txBody>
      </p:sp>
      <p:sp>
        <p:nvSpPr>
          <p:cNvPr id="4318" name="직사각형 16"/>
          <p:cNvSpPr/>
          <p:nvPr/>
        </p:nvSpPr>
        <p:spPr>
          <a:xfrm>
            <a:off x="3675364" y="2235095"/>
            <a:ext cx="2178144" cy="217814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19" name="Rectangle 48"/>
          <p:cNvSpPr/>
          <p:nvPr/>
        </p:nvSpPr>
        <p:spPr>
          <a:xfrm>
            <a:off x="6233767" y="2122033"/>
            <a:ext cx="2387598" cy="4191002"/>
          </a:xfrm>
          <a:prstGeom prst="rect">
            <a:avLst/>
          </a:prstGeom>
          <a:solidFill>
            <a:srgbClr val="F6F7FA"/>
          </a:solidFill>
          <a:ln w="6350">
            <a:solidFill>
              <a:srgbClr val="EAEFF4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4320" name="Text Placeholder 13"/>
          <p:cNvSpPr txBox="1"/>
          <p:nvPr/>
        </p:nvSpPr>
        <p:spPr>
          <a:xfrm>
            <a:off x="6352512" y="4684897"/>
            <a:ext cx="21501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JASON KIM</a:t>
            </a:r>
          </a:p>
        </p:txBody>
      </p:sp>
      <p:sp>
        <p:nvSpPr>
          <p:cNvPr id="4321" name="Text Placeholder 21"/>
          <p:cNvSpPr txBox="1"/>
          <p:nvPr/>
        </p:nvSpPr>
        <p:spPr>
          <a:xfrm>
            <a:off x="6352512" y="5284341"/>
            <a:ext cx="215011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ctr">
              <a:lnSpc>
                <a:spcPct val="120000"/>
              </a:lnSpc>
              <a:spcBef>
                <a:spcPts val="1000"/>
              </a:spcBef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그동안의 이력을 잘 정리해서 나열해주세요.</a:t>
            </a:r>
          </a:p>
        </p:txBody>
      </p:sp>
      <p:sp>
        <p:nvSpPr>
          <p:cNvPr id="4322" name="Text Placeholder 26"/>
          <p:cNvSpPr txBox="1"/>
          <p:nvPr/>
        </p:nvSpPr>
        <p:spPr>
          <a:xfrm>
            <a:off x="6352512" y="4998589"/>
            <a:ext cx="2150111" cy="276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6000"/>
              </a:lnSpc>
              <a:spcBef>
                <a:spcPts val="1000"/>
              </a:spcBef>
              <a:defRPr sz="1100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CMO</a:t>
            </a:r>
          </a:p>
        </p:txBody>
      </p:sp>
      <p:sp>
        <p:nvSpPr>
          <p:cNvPr id="4323" name="직사각형 21"/>
          <p:cNvSpPr/>
          <p:nvPr/>
        </p:nvSpPr>
        <p:spPr>
          <a:xfrm>
            <a:off x="6338494" y="2235095"/>
            <a:ext cx="2178144" cy="217814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24" name="Rectangle 48"/>
          <p:cNvSpPr/>
          <p:nvPr/>
        </p:nvSpPr>
        <p:spPr>
          <a:xfrm>
            <a:off x="8896898" y="2122033"/>
            <a:ext cx="2387597" cy="4191002"/>
          </a:xfrm>
          <a:prstGeom prst="rect">
            <a:avLst/>
          </a:prstGeom>
          <a:solidFill>
            <a:srgbClr val="F6F7FA"/>
          </a:solidFill>
          <a:ln w="6350">
            <a:solidFill>
              <a:srgbClr val="EAEFF4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pPr>
            <a:endParaRPr/>
          </a:p>
        </p:txBody>
      </p:sp>
      <p:sp>
        <p:nvSpPr>
          <p:cNvPr id="4325" name="Text Placeholder 13"/>
          <p:cNvSpPr txBox="1"/>
          <p:nvPr/>
        </p:nvSpPr>
        <p:spPr>
          <a:xfrm>
            <a:off x="9015641" y="4684897"/>
            <a:ext cx="21501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EMILY KIM</a:t>
            </a:r>
          </a:p>
        </p:txBody>
      </p:sp>
      <p:sp>
        <p:nvSpPr>
          <p:cNvPr id="4326" name="Text Placeholder 21"/>
          <p:cNvSpPr txBox="1"/>
          <p:nvPr/>
        </p:nvSpPr>
        <p:spPr>
          <a:xfrm>
            <a:off x="9015641" y="5284341"/>
            <a:ext cx="215011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ctr">
              <a:lnSpc>
                <a:spcPct val="120000"/>
              </a:lnSpc>
              <a:spcBef>
                <a:spcPts val="1000"/>
              </a:spcBef>
              <a:buSzPct val="100000"/>
              <a:buFont typeface="Arial"/>
              <a:buChar char="•"/>
              <a:defRPr sz="12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그동안의 이력을 잘 정리해서 나열해주세요.</a:t>
            </a:r>
          </a:p>
        </p:txBody>
      </p:sp>
      <p:sp>
        <p:nvSpPr>
          <p:cNvPr id="4327" name="Text Placeholder 26"/>
          <p:cNvSpPr txBox="1"/>
          <p:nvPr/>
        </p:nvSpPr>
        <p:spPr>
          <a:xfrm>
            <a:off x="9015641" y="4998589"/>
            <a:ext cx="2150111" cy="276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6000"/>
              </a:lnSpc>
              <a:spcBef>
                <a:spcPts val="1000"/>
              </a:spcBef>
              <a:defRPr sz="1100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CTO</a:t>
            </a:r>
          </a:p>
        </p:txBody>
      </p:sp>
      <p:sp>
        <p:nvSpPr>
          <p:cNvPr id="4328" name="직사각형 26"/>
          <p:cNvSpPr/>
          <p:nvPr/>
        </p:nvSpPr>
        <p:spPr>
          <a:xfrm>
            <a:off x="9001624" y="2235095"/>
            <a:ext cx="2178144" cy="21781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pic>
        <p:nvPicPr>
          <p:cNvPr id="4329" name="그림 28" descr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330" name="TextBox 2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333" name="그림 3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331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332" name="image3.png" descr="image3.png"/>
            <p:cNvPicPr>
              <a:picLocks noChangeAspect="1"/>
            </p:cNvPicPr>
            <p:nvPr/>
          </p:nvPicPr>
          <p:blipFill>
            <a:blip r:embed="rId7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5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36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4337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4338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39" name="타원 1"/>
          <p:cNvSpPr/>
          <p:nvPr/>
        </p:nvSpPr>
        <p:spPr>
          <a:xfrm>
            <a:off x="1114178" y="3425406"/>
            <a:ext cx="1437241" cy="143724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40" name="Text Placeholder 13"/>
          <p:cNvSpPr txBox="1"/>
          <p:nvPr/>
        </p:nvSpPr>
        <p:spPr>
          <a:xfrm>
            <a:off x="2729014" y="3343749"/>
            <a:ext cx="21501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JASON KIM / CEO</a:t>
            </a:r>
          </a:p>
        </p:txBody>
      </p:sp>
      <p:sp>
        <p:nvSpPr>
          <p:cNvPr id="4341" name="Text Placeholder 21"/>
          <p:cNvSpPr txBox="1"/>
          <p:nvPr/>
        </p:nvSpPr>
        <p:spPr>
          <a:xfrm>
            <a:off x="2717425" y="3767158"/>
            <a:ext cx="2943588" cy="105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</p:txBody>
      </p:sp>
      <p:sp>
        <p:nvSpPr>
          <p:cNvPr id="4342" name="타원 11"/>
          <p:cNvSpPr/>
          <p:nvPr/>
        </p:nvSpPr>
        <p:spPr>
          <a:xfrm>
            <a:off x="6542467" y="1498752"/>
            <a:ext cx="1437241" cy="143724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43" name="Text Placeholder 13"/>
          <p:cNvSpPr txBox="1"/>
          <p:nvPr/>
        </p:nvSpPr>
        <p:spPr>
          <a:xfrm>
            <a:off x="8157301" y="1601035"/>
            <a:ext cx="254968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EMILY KIM / COO</a:t>
            </a:r>
          </a:p>
        </p:txBody>
      </p:sp>
      <p:sp>
        <p:nvSpPr>
          <p:cNvPr id="4344" name="Text Placeholder 21"/>
          <p:cNvSpPr txBox="1"/>
          <p:nvPr/>
        </p:nvSpPr>
        <p:spPr>
          <a:xfrm>
            <a:off x="8145713" y="1971880"/>
            <a:ext cx="2943588" cy="816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</p:txBody>
      </p:sp>
      <p:sp>
        <p:nvSpPr>
          <p:cNvPr id="4345" name="타원 14"/>
          <p:cNvSpPr/>
          <p:nvPr/>
        </p:nvSpPr>
        <p:spPr>
          <a:xfrm>
            <a:off x="6542467" y="3239841"/>
            <a:ext cx="1437241" cy="1437241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46" name="Text Placeholder 13"/>
          <p:cNvSpPr txBox="1"/>
          <p:nvPr/>
        </p:nvSpPr>
        <p:spPr>
          <a:xfrm>
            <a:off x="8157302" y="3295333"/>
            <a:ext cx="21501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JASON KIM / CMO</a:t>
            </a:r>
          </a:p>
        </p:txBody>
      </p:sp>
      <p:sp>
        <p:nvSpPr>
          <p:cNvPr id="4347" name="Text Placeholder 21"/>
          <p:cNvSpPr txBox="1"/>
          <p:nvPr/>
        </p:nvSpPr>
        <p:spPr>
          <a:xfrm>
            <a:off x="8145713" y="3718743"/>
            <a:ext cx="2943588" cy="816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</p:txBody>
      </p:sp>
      <p:sp>
        <p:nvSpPr>
          <p:cNvPr id="4348" name="타원 17"/>
          <p:cNvSpPr/>
          <p:nvPr/>
        </p:nvSpPr>
        <p:spPr>
          <a:xfrm>
            <a:off x="6542467" y="4980930"/>
            <a:ext cx="1437241" cy="1437241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49" name="Text Placeholder 13"/>
          <p:cNvSpPr txBox="1"/>
          <p:nvPr/>
        </p:nvSpPr>
        <p:spPr>
          <a:xfrm>
            <a:off x="8157302" y="5030648"/>
            <a:ext cx="21501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>
                <a:solidFill>
                  <a:srgbClr val="126BF6"/>
                </a:solidFill>
              </a:defRPr>
            </a:pPr>
            <a:r>
              <a:t>EMILY KIM / CTO</a:t>
            </a:r>
          </a:p>
        </p:txBody>
      </p:sp>
      <p:sp>
        <p:nvSpPr>
          <p:cNvPr id="4350" name="Text Placeholder 21"/>
          <p:cNvSpPr txBox="1"/>
          <p:nvPr/>
        </p:nvSpPr>
        <p:spPr>
          <a:xfrm>
            <a:off x="8145713" y="5454058"/>
            <a:ext cx="2943588" cy="816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  <a:p>
            <a:pPr marL="171450" indent="-171450">
              <a:lnSpc>
                <a:spcPts val="1900"/>
              </a:lnSpc>
              <a:buSzPct val="100000"/>
              <a:buFont typeface="Arial"/>
              <a:buChar char="•"/>
              <a:defRPr sz="13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회사명 / 기간 등 이력을 정리해주세요</a:t>
            </a:r>
          </a:p>
        </p:txBody>
      </p:sp>
      <p:sp>
        <p:nvSpPr>
          <p:cNvPr id="4351" name="TextBox 20"/>
          <p:cNvSpPr txBox="1"/>
          <p:nvPr/>
        </p:nvSpPr>
        <p:spPr>
          <a:xfrm>
            <a:off x="977597" y="1555868"/>
            <a:ext cx="4405210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100"/>
              </a:lnSpc>
              <a:defRPr sz="2200">
                <a:solidFill>
                  <a:srgbClr val="126BF6"/>
                </a:solidFill>
              </a:defRPr>
            </a:pPr>
            <a:r>
              <a:t>타이틀에 맞는 세부내용을 </a:t>
            </a:r>
          </a:p>
          <a:p>
            <a:pPr>
              <a:lnSpc>
                <a:spcPts val="3100"/>
              </a:lnSpc>
              <a:defRPr sz="2800">
                <a:solidFill>
                  <a:srgbClr val="126BF6"/>
                </a:solidFill>
              </a:defRPr>
            </a:pPr>
            <a:r>
              <a:t>핵심만 간략하게 설명해주세요</a:t>
            </a:r>
          </a:p>
        </p:txBody>
      </p:sp>
      <p:pic>
        <p:nvPicPr>
          <p:cNvPr id="4352" name="그림 7" descr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353" name="TextBox 21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356" name="그림 22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354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355" name="image3.png" descr="image3.png"/>
            <p:cNvPicPr>
              <a:picLocks noChangeAspect="1"/>
            </p:cNvPicPr>
            <p:nvPr/>
          </p:nvPicPr>
          <p:blipFill>
            <a:blip r:embed="rId7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2" name="그룹 5"/>
          <p:cNvGrpSpPr/>
          <p:nvPr/>
        </p:nvGrpSpPr>
        <p:grpSpPr>
          <a:xfrm>
            <a:off x="-3427264" y="-2653631"/>
            <a:ext cx="17849809" cy="12979468"/>
            <a:chOff x="0" y="0"/>
            <a:chExt cx="17849807" cy="12979467"/>
          </a:xfrm>
        </p:grpSpPr>
        <p:sp>
          <p:nvSpPr>
            <p:cNvPr id="4358" name="직사각형 11"/>
            <p:cNvSpPr/>
            <p:nvPr/>
          </p:nvSpPr>
          <p:spPr>
            <a:xfrm>
              <a:off x="3526653" y="2653630"/>
              <a:ext cx="12192001" cy="6858001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59" name="자유형: 도형 4"/>
            <p:cNvSpPr/>
            <p:nvPr/>
          </p:nvSpPr>
          <p:spPr>
            <a:xfrm rot="18845303">
              <a:off x="2192323" y="1611852"/>
              <a:ext cx="8620367" cy="97557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43" y="0"/>
                  </a:moveTo>
                  <a:lnTo>
                    <a:pt x="21600" y="8444"/>
                  </a:lnTo>
                  <a:lnTo>
                    <a:pt x="21600" y="16218"/>
                  </a:lnTo>
                  <a:cubicBezTo>
                    <a:pt x="21600" y="19190"/>
                    <a:pt x="18873" y="21600"/>
                    <a:pt x="15509" y="21600"/>
                  </a:cubicBezTo>
                  <a:lnTo>
                    <a:pt x="12098" y="21600"/>
                  </a:lnTo>
                  <a:lnTo>
                    <a:pt x="0" y="10565"/>
                  </a:lnTo>
                  <a:close/>
                </a:path>
              </a:pathLst>
            </a:custGeom>
            <a:gradFill flip="none" rotWithShape="1">
              <a:gsLst>
                <a:gs pos="27000">
                  <a:srgbClr val="131B6C"/>
                </a:gs>
                <a:gs pos="100000">
                  <a:srgbClr val="126BF6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609600" dist="38100" dir="2700000" rotWithShape="0">
                <a:srgbClr val="000000">
                  <a:alpha val="4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60" name="자유형: 도형 12"/>
            <p:cNvSpPr/>
            <p:nvPr/>
          </p:nvSpPr>
          <p:spPr>
            <a:xfrm rot="19534808">
              <a:off x="12900598" y="5025552"/>
              <a:ext cx="4241191" cy="3818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34"/>
                  </a:moveTo>
                  <a:lnTo>
                    <a:pt x="8418" y="21600"/>
                  </a:lnTo>
                  <a:lnTo>
                    <a:pt x="7807" y="21496"/>
                  </a:lnTo>
                  <a:cubicBezTo>
                    <a:pt x="3351" y="20484"/>
                    <a:pt x="0" y="16106"/>
                    <a:pt x="0" y="10859"/>
                  </a:cubicBezTo>
                  <a:cubicBezTo>
                    <a:pt x="0" y="4862"/>
                    <a:pt x="4377" y="0"/>
                    <a:pt x="9777" y="0"/>
                  </a:cubicBezTo>
                  <a:lnTo>
                    <a:pt x="19582" y="0"/>
                  </a:lnTo>
                  <a:cubicBezTo>
                    <a:pt x="20256" y="0"/>
                    <a:pt x="20915" y="76"/>
                    <a:pt x="21552" y="221"/>
                  </a:cubicBezTo>
                  <a:close/>
                </a:path>
              </a:pathLst>
            </a:custGeom>
            <a:gradFill flip="none" rotWithShape="1">
              <a:gsLst>
                <a:gs pos="27000">
                  <a:srgbClr val="131B6C"/>
                </a:gs>
                <a:gs pos="100000">
                  <a:srgbClr val="126BF6"/>
                </a:gs>
              </a:gsLst>
              <a:lin ang="10800000" scaled="0"/>
            </a:gradFill>
            <a:ln w="12700" cap="flat">
              <a:noFill/>
              <a:miter lim="400000"/>
            </a:ln>
            <a:effectLst>
              <a:outerShdw blurRad="266700" dist="38100" dir="2700000" rotWithShape="0">
                <a:srgbClr val="000000">
                  <a:alpha val="11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61" name="사각형: 둥근 모서리 14"/>
            <p:cNvSpPr/>
            <p:nvPr/>
          </p:nvSpPr>
          <p:spPr>
            <a:xfrm>
              <a:off x="13005013" y="3185476"/>
              <a:ext cx="1184429" cy="117038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25000">
                  <a:srgbClr val="131B6C"/>
                </a:gs>
                <a:gs pos="100000">
                  <a:srgbClr val="126BF6">
                    <a:alpha val="36000"/>
                  </a:srgbClr>
                </a:gs>
              </a:gsLst>
              <a:lin ang="8100000" scaled="0"/>
            </a:gradFill>
            <a:ln w="12700" cap="flat">
              <a:noFill/>
              <a:miter lim="400000"/>
            </a:ln>
            <a:effectLst>
              <a:outerShdw blurRad="660400" dist="38100" rotWithShape="0">
                <a:srgbClr val="000000">
                  <a:alpha val="1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363" name="직사각형 10"/>
          <p:cNvSpPr/>
          <p:nvPr/>
        </p:nvSpPr>
        <p:spPr>
          <a:xfrm>
            <a:off x="0" y="0"/>
            <a:ext cx="12291391" cy="6858000"/>
          </a:xfrm>
          <a:prstGeom prst="rect">
            <a:avLst/>
          </a:prstGeom>
          <a:solidFill>
            <a:srgbClr val="151F95">
              <a:alpha val="4509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366" name="사각형: 둥근 모서리 15"/>
          <p:cNvGrpSpPr/>
          <p:nvPr/>
        </p:nvGrpSpPr>
        <p:grpSpPr>
          <a:xfrm>
            <a:off x="6096000" y="3263281"/>
            <a:ext cx="5324770" cy="424694"/>
            <a:chOff x="0" y="0"/>
            <a:chExt cx="5324769" cy="424693"/>
          </a:xfrm>
        </p:grpSpPr>
        <p:sp>
          <p:nvSpPr>
            <p:cNvPr id="4364" name="Rounded Rectangle"/>
            <p:cNvSpPr/>
            <p:nvPr/>
          </p:nvSpPr>
          <p:spPr>
            <a:xfrm>
              <a:off x="0" y="0"/>
              <a:ext cx="5324769" cy="42469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65" name="폰트 및 컬러, 이미지 삽입 가이드"/>
            <p:cNvSpPr txBox="1"/>
            <p:nvPr/>
          </p:nvSpPr>
          <p:spPr>
            <a:xfrm>
              <a:off x="107913" y="5333"/>
              <a:ext cx="5108941" cy="414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000">
                  <a:solidFill>
                    <a:srgbClr val="126BF6"/>
                  </a:solidFill>
                </a:defRPr>
              </a:pPr>
              <a:r>
                <a:t>폰트 및 컬러, 이미지 삽입 가이드</a:t>
              </a:r>
            </a:p>
          </p:txBody>
        </p:sp>
      </p:grpSp>
      <p:pic>
        <p:nvPicPr>
          <p:cNvPr id="4367" name="그림 2" descr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368" name="TextBox 3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2" name="타원 4"/>
          <p:cNvGrpSpPr/>
          <p:nvPr/>
        </p:nvGrpSpPr>
        <p:grpSpPr>
          <a:xfrm>
            <a:off x="599123" y="1373820"/>
            <a:ext cx="360364" cy="370842"/>
            <a:chOff x="0" y="-1"/>
            <a:chExt cx="360363" cy="370841"/>
          </a:xfrm>
        </p:grpSpPr>
        <p:sp>
          <p:nvSpPr>
            <p:cNvPr id="4370" name="Circle"/>
            <p:cNvSpPr/>
            <p:nvPr/>
          </p:nvSpPr>
          <p:spPr>
            <a:xfrm>
              <a:off x="0" y="5238"/>
              <a:ext cx="360363" cy="36036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371" name="1"/>
            <p:cNvSpPr txBox="1"/>
            <p:nvPr/>
          </p:nvSpPr>
          <p:spPr>
            <a:xfrm>
              <a:off x="98494" y="-1"/>
              <a:ext cx="16337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4373" name="TextBox 5"/>
          <p:cNvSpPr txBox="1"/>
          <p:nvPr/>
        </p:nvSpPr>
        <p:spPr>
          <a:xfrm>
            <a:off x="1066800" y="1381760"/>
            <a:ext cx="1562475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컬러 </a:t>
            </a:r>
            <a:r>
              <a:t>| COLOR </a:t>
            </a:r>
          </a:p>
        </p:txBody>
      </p:sp>
      <p:sp>
        <p:nvSpPr>
          <p:cNvPr id="4374" name="사각형: 둥근 모서리 6"/>
          <p:cNvSpPr/>
          <p:nvPr/>
        </p:nvSpPr>
        <p:spPr>
          <a:xfrm>
            <a:off x="959485" y="2051684"/>
            <a:ext cx="2370152" cy="1889761"/>
          </a:xfrm>
          <a:prstGeom prst="roundRect">
            <a:avLst>
              <a:gd name="adj" fmla="val 16667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75" name="사각형: 둥근 모서리 7"/>
          <p:cNvSpPr/>
          <p:nvPr/>
        </p:nvSpPr>
        <p:spPr>
          <a:xfrm>
            <a:off x="3558209" y="2051684"/>
            <a:ext cx="2370152" cy="1889761"/>
          </a:xfrm>
          <a:prstGeom prst="roundRect">
            <a:avLst>
              <a:gd name="adj" fmla="val 16667"/>
            </a:avLst>
          </a:prstGeom>
          <a:solidFill>
            <a:srgbClr val="151F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76" name="사각형: 둥근 모서리 8"/>
          <p:cNvSpPr/>
          <p:nvPr/>
        </p:nvSpPr>
        <p:spPr>
          <a:xfrm>
            <a:off x="959485" y="4162028"/>
            <a:ext cx="2370152" cy="1889761"/>
          </a:xfrm>
          <a:prstGeom prst="roundRect">
            <a:avLst>
              <a:gd name="adj" fmla="val 16667"/>
            </a:avLst>
          </a:prstGeom>
          <a:solidFill>
            <a:srgbClr val="87B9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77" name="사각형: 둥근 모서리 9"/>
          <p:cNvSpPr/>
          <p:nvPr/>
        </p:nvSpPr>
        <p:spPr>
          <a:xfrm>
            <a:off x="3558209" y="4162028"/>
            <a:ext cx="2370152" cy="1889761"/>
          </a:xfrm>
          <a:prstGeom prst="roundRect">
            <a:avLst>
              <a:gd name="adj" fmla="val 16667"/>
            </a:avLst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grpSp>
        <p:nvGrpSpPr>
          <p:cNvPr id="4380" name="타원 10"/>
          <p:cNvGrpSpPr/>
          <p:nvPr/>
        </p:nvGrpSpPr>
        <p:grpSpPr>
          <a:xfrm>
            <a:off x="6321168" y="1373820"/>
            <a:ext cx="360364" cy="370842"/>
            <a:chOff x="0" y="-1"/>
            <a:chExt cx="360363" cy="370841"/>
          </a:xfrm>
        </p:grpSpPr>
        <p:sp>
          <p:nvSpPr>
            <p:cNvPr id="4378" name="Circle"/>
            <p:cNvSpPr/>
            <p:nvPr/>
          </p:nvSpPr>
          <p:spPr>
            <a:xfrm>
              <a:off x="0" y="5238"/>
              <a:ext cx="360363" cy="36036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379" name="2"/>
            <p:cNvSpPr txBox="1"/>
            <p:nvPr/>
          </p:nvSpPr>
          <p:spPr>
            <a:xfrm>
              <a:off x="98494" y="-1"/>
              <a:ext cx="16337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4381" name="TextBox 11"/>
          <p:cNvSpPr txBox="1"/>
          <p:nvPr/>
        </p:nvSpPr>
        <p:spPr>
          <a:xfrm>
            <a:off x="6788844" y="1381760"/>
            <a:ext cx="1308202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폰트 </a:t>
            </a:r>
            <a:r>
              <a:t>| FONT</a:t>
            </a:r>
          </a:p>
        </p:txBody>
      </p:sp>
      <p:sp>
        <p:nvSpPr>
          <p:cNvPr id="4382" name="TextBox 12"/>
          <p:cNvSpPr txBox="1"/>
          <p:nvPr/>
        </p:nvSpPr>
        <p:spPr>
          <a:xfrm>
            <a:off x="1609126" y="2164952"/>
            <a:ext cx="108660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Main Color</a:t>
            </a:r>
          </a:p>
        </p:txBody>
      </p:sp>
      <p:sp>
        <p:nvSpPr>
          <p:cNvPr id="4383" name="TextBox 13"/>
          <p:cNvSpPr txBox="1"/>
          <p:nvPr/>
        </p:nvSpPr>
        <p:spPr>
          <a:xfrm>
            <a:off x="4254337" y="2164952"/>
            <a:ext cx="100772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Sub Color</a:t>
            </a:r>
          </a:p>
        </p:txBody>
      </p:sp>
      <p:sp>
        <p:nvSpPr>
          <p:cNvPr id="4384" name="TextBox 14"/>
          <p:cNvSpPr txBox="1"/>
          <p:nvPr/>
        </p:nvSpPr>
        <p:spPr>
          <a:xfrm>
            <a:off x="1655614" y="4275690"/>
            <a:ext cx="100772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Sub Color</a:t>
            </a:r>
          </a:p>
        </p:txBody>
      </p:sp>
      <p:sp>
        <p:nvSpPr>
          <p:cNvPr id="4385" name="TextBox 15"/>
          <p:cNvSpPr txBox="1"/>
          <p:nvPr/>
        </p:nvSpPr>
        <p:spPr>
          <a:xfrm>
            <a:off x="4254337" y="4275690"/>
            <a:ext cx="100772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808080"/>
                </a:solidFill>
              </a:defRPr>
            </a:lvl1pPr>
          </a:lstStyle>
          <a:p>
            <a:r>
              <a:t>Sub Color</a:t>
            </a:r>
          </a:p>
        </p:txBody>
      </p:sp>
      <p:sp>
        <p:nvSpPr>
          <p:cNvPr id="4386" name="TextBox 16"/>
          <p:cNvSpPr txBox="1"/>
          <p:nvPr/>
        </p:nvSpPr>
        <p:spPr>
          <a:xfrm>
            <a:off x="1154892" y="3228035"/>
            <a:ext cx="1999653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R : 18 G : 107  B : 246</a:t>
            </a:r>
          </a:p>
          <a:p>
            <a: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#126BF6</a:t>
            </a:r>
          </a:p>
        </p:txBody>
      </p:sp>
      <p:sp>
        <p:nvSpPr>
          <p:cNvPr id="4387" name="TextBox 17"/>
          <p:cNvSpPr txBox="1"/>
          <p:nvPr/>
        </p:nvSpPr>
        <p:spPr>
          <a:xfrm>
            <a:off x="3796434" y="3228035"/>
            <a:ext cx="1893706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R : 21 G : 31  B : 149</a:t>
            </a:r>
          </a:p>
          <a:p>
            <a: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#151F95</a:t>
            </a:r>
          </a:p>
        </p:txBody>
      </p:sp>
      <p:sp>
        <p:nvSpPr>
          <p:cNvPr id="4388" name="TextBox 18"/>
          <p:cNvSpPr txBox="1"/>
          <p:nvPr/>
        </p:nvSpPr>
        <p:spPr>
          <a:xfrm>
            <a:off x="1101922" y="5341315"/>
            <a:ext cx="2105600" cy="548641"/>
          </a:xfrm>
          <a:prstGeom prst="rect">
            <a:avLst/>
          </a:prstGeom>
          <a:solidFill>
            <a:srgbClr val="87B9FA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R : 135 G : 185  B : 250</a:t>
            </a:r>
          </a:p>
          <a:p>
            <a:pPr algn="ctr">
              <a:defRPr sz="15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#87B9FA</a:t>
            </a:r>
          </a:p>
        </p:txBody>
      </p:sp>
      <p:sp>
        <p:nvSpPr>
          <p:cNvPr id="4389" name="TextBox 19"/>
          <p:cNvSpPr txBox="1"/>
          <p:nvPr/>
        </p:nvSpPr>
        <p:spPr>
          <a:xfrm>
            <a:off x="3690488" y="5341315"/>
            <a:ext cx="210560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500">
                <a:solidFill>
                  <a:srgbClr val="808080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R : 246 G : 247  B : 250</a:t>
            </a:r>
          </a:p>
          <a:p>
            <a:pPr algn="ctr">
              <a:defRPr sz="1500">
                <a:solidFill>
                  <a:srgbClr val="808080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#F6F7FA</a:t>
            </a:r>
          </a:p>
        </p:txBody>
      </p:sp>
      <p:sp>
        <p:nvSpPr>
          <p:cNvPr id="4390" name="사각형: 둥근 모서리 20"/>
          <p:cNvSpPr/>
          <p:nvPr/>
        </p:nvSpPr>
        <p:spPr>
          <a:xfrm>
            <a:off x="6414780" y="2051684"/>
            <a:ext cx="5056194" cy="974329"/>
          </a:xfrm>
          <a:prstGeom prst="roundRect">
            <a:avLst>
              <a:gd name="adj" fmla="val 21360"/>
            </a:avLst>
          </a:prstGeom>
          <a:solidFill>
            <a:srgbClr val="DBDBDB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91" name="사각형: 둥근 모서리 21"/>
          <p:cNvSpPr/>
          <p:nvPr/>
        </p:nvSpPr>
        <p:spPr>
          <a:xfrm>
            <a:off x="6414780" y="3238341"/>
            <a:ext cx="5056194" cy="974329"/>
          </a:xfrm>
          <a:prstGeom prst="roundRect">
            <a:avLst>
              <a:gd name="adj" fmla="val 21360"/>
            </a:avLst>
          </a:prstGeom>
          <a:solidFill>
            <a:srgbClr val="DBDBDB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92" name="TextBox 22"/>
          <p:cNvSpPr txBox="1"/>
          <p:nvPr/>
        </p:nvSpPr>
        <p:spPr>
          <a:xfrm>
            <a:off x="6788844" y="2379112"/>
            <a:ext cx="1156348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한글 타이틀</a:t>
            </a:r>
          </a:p>
        </p:txBody>
      </p:sp>
      <p:sp>
        <p:nvSpPr>
          <p:cNvPr id="4393" name="TextBox 23"/>
          <p:cNvSpPr txBox="1"/>
          <p:nvPr/>
        </p:nvSpPr>
        <p:spPr>
          <a:xfrm>
            <a:off x="6788844" y="3559824"/>
            <a:ext cx="958609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한글 본문</a:t>
            </a:r>
          </a:p>
        </p:txBody>
      </p:sp>
      <p:sp>
        <p:nvSpPr>
          <p:cNvPr id="4394" name="사각형: 둥근 모서리 24"/>
          <p:cNvSpPr/>
          <p:nvPr/>
        </p:nvSpPr>
        <p:spPr>
          <a:xfrm>
            <a:off x="6414780" y="4449464"/>
            <a:ext cx="5056194" cy="974329"/>
          </a:xfrm>
          <a:prstGeom prst="roundRect">
            <a:avLst>
              <a:gd name="adj" fmla="val 21360"/>
            </a:avLst>
          </a:prstGeom>
          <a:solidFill>
            <a:srgbClr val="DBDBDB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395" name="TextBox 25"/>
          <p:cNvSpPr txBox="1"/>
          <p:nvPr/>
        </p:nvSpPr>
        <p:spPr>
          <a:xfrm>
            <a:off x="6788844" y="4777954"/>
            <a:ext cx="1568395" cy="386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영문</a:t>
            </a:r>
            <a:r>
              <a:t>/</a:t>
            </a: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숫자</a:t>
            </a:r>
            <a:r>
              <a:t>(Bold)</a:t>
            </a:r>
          </a:p>
        </p:txBody>
      </p:sp>
      <p:sp>
        <p:nvSpPr>
          <p:cNvPr id="4396" name="TextBox 26"/>
          <p:cNvSpPr txBox="1"/>
          <p:nvPr/>
        </p:nvSpPr>
        <p:spPr>
          <a:xfrm>
            <a:off x="8421420" y="2379112"/>
            <a:ext cx="246347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|  Pretendard SemiBold</a:t>
            </a:r>
          </a:p>
        </p:txBody>
      </p:sp>
      <p:sp>
        <p:nvSpPr>
          <p:cNvPr id="4397" name="TextBox 27"/>
          <p:cNvSpPr txBox="1"/>
          <p:nvPr/>
        </p:nvSpPr>
        <p:spPr>
          <a:xfrm>
            <a:off x="8421420" y="3559824"/>
            <a:ext cx="229816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|  Pretendard Medium</a:t>
            </a:r>
          </a:p>
        </p:txBody>
      </p:sp>
      <p:sp>
        <p:nvSpPr>
          <p:cNvPr id="4398" name="TextBox 28"/>
          <p:cNvSpPr txBox="1"/>
          <p:nvPr/>
        </p:nvSpPr>
        <p:spPr>
          <a:xfrm>
            <a:off x="6460501" y="5535948"/>
            <a:ext cx="5058239" cy="54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/>
              </a:rPr>
              <a:t>*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Pretendard Medium"/>
                <a:ea typeface="Pretendard Medium"/>
                <a:cs typeface="Pretendard Medium"/>
                <a:sym typeface="Pretendard Medium"/>
                <a:hlinkClick r:id="rId2"/>
              </a:rPr>
              <a:t>눈누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/>
              </a:rPr>
              <a:t> (noonnu.cc)</a:t>
            </a:r>
            <a:r>
              <a:t> </a:t>
            </a: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사이트에서 </a:t>
            </a:r>
            <a:r>
              <a:rPr b="1">
                <a:solidFill>
                  <a:srgbClr val="126BF6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프리텐다드</a:t>
            </a: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 폰트 검색 후</a:t>
            </a:r>
          </a:p>
          <a:p>
            <a:pPr>
              <a:defRPr sz="1400"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rPr>
                <a:latin typeface="Pretendard Medium"/>
                <a:ea typeface="Pretendard Medium"/>
                <a:cs typeface="Pretendard Medium"/>
                <a:sym typeface="Pretendard Medium"/>
              </a:rPr>
              <a:t>다운로드 페이지로 이동하시어 글꼴 다운로드 후 설치해 주시면 됩니다</a:t>
            </a:r>
            <a:r>
              <a:t>. </a:t>
            </a:r>
          </a:p>
        </p:txBody>
      </p:sp>
      <p:sp>
        <p:nvSpPr>
          <p:cNvPr id="4399" name="TextBox 29"/>
          <p:cNvSpPr txBox="1"/>
          <p:nvPr/>
        </p:nvSpPr>
        <p:spPr>
          <a:xfrm>
            <a:off x="8421420" y="4777954"/>
            <a:ext cx="204411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|  Pretendard Black</a:t>
            </a:r>
          </a:p>
        </p:txBody>
      </p:sp>
      <p:sp>
        <p:nvSpPr>
          <p:cNvPr id="4400" name="자유형: 도형 31"/>
          <p:cNvSpPr/>
          <p:nvPr/>
        </p:nvSpPr>
        <p:spPr>
          <a:xfrm>
            <a:off x="4175761" y="-3421"/>
            <a:ext cx="3840480" cy="497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733"/>
                </a:lnTo>
                <a:cubicBezTo>
                  <a:pt x="21600" y="18078"/>
                  <a:pt x="21143" y="21600"/>
                  <a:pt x="20580" y="21600"/>
                </a:cubicBezTo>
                <a:lnTo>
                  <a:pt x="1020" y="21600"/>
                </a:lnTo>
                <a:cubicBezTo>
                  <a:pt x="457" y="21600"/>
                  <a:pt x="0" y="18078"/>
                  <a:pt x="0" y="13733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401" name="TextBox 3"/>
          <p:cNvSpPr txBox="1"/>
          <p:nvPr/>
        </p:nvSpPr>
        <p:spPr>
          <a:xfrm>
            <a:off x="4634272" y="108866"/>
            <a:ext cx="2923456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r>
              <a:t>템플릿에 사용된 디자인 소스</a:t>
            </a: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5" name="직사각형 1"/>
          <p:cNvGrpSpPr/>
          <p:nvPr/>
        </p:nvGrpSpPr>
        <p:grpSpPr>
          <a:xfrm>
            <a:off x="4382170" y="3035201"/>
            <a:ext cx="3432835" cy="2123119"/>
            <a:chOff x="-1" y="0"/>
            <a:chExt cx="3432833" cy="2123117"/>
          </a:xfrm>
        </p:grpSpPr>
        <p:sp>
          <p:nvSpPr>
            <p:cNvPr id="4403" name="Rectangle"/>
            <p:cNvSpPr/>
            <p:nvPr/>
          </p:nvSpPr>
          <p:spPr>
            <a:xfrm>
              <a:off x="-1" y="0"/>
              <a:ext cx="3432833" cy="2123117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04" name="16:9 Image here"/>
            <p:cNvSpPr txBox="1"/>
            <p:nvPr/>
          </p:nvSpPr>
          <p:spPr>
            <a:xfrm>
              <a:off x="45719" y="850738"/>
              <a:ext cx="3341392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100">
                  <a:solidFill>
                    <a:srgbClr val="808080"/>
                  </a:solidFill>
                </a:defRPr>
              </a:pPr>
              <a:endParaRPr/>
            </a:p>
            <a:p>
              <a:pPr algn="ctr">
                <a:defRPr sz="1100">
                  <a:solidFill>
                    <a:srgbClr val="808080"/>
                  </a:solidFill>
                </a:defRPr>
              </a:pPr>
              <a:r>
                <a:t>16:9 Image here</a:t>
              </a:r>
            </a:p>
          </p:txBody>
        </p:sp>
      </p:grpSp>
      <p:sp>
        <p:nvSpPr>
          <p:cNvPr id="4406" name="자유형: 도형 31"/>
          <p:cNvSpPr/>
          <p:nvPr/>
        </p:nvSpPr>
        <p:spPr>
          <a:xfrm>
            <a:off x="4175761" y="-3421"/>
            <a:ext cx="3840480" cy="497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733"/>
                </a:lnTo>
                <a:cubicBezTo>
                  <a:pt x="21600" y="18078"/>
                  <a:pt x="21143" y="21600"/>
                  <a:pt x="20580" y="21600"/>
                </a:cubicBezTo>
                <a:lnTo>
                  <a:pt x="1020" y="21600"/>
                </a:lnTo>
                <a:cubicBezTo>
                  <a:pt x="457" y="21600"/>
                  <a:pt x="0" y="18078"/>
                  <a:pt x="0" y="13733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endParaRPr/>
          </a:p>
        </p:txBody>
      </p:sp>
      <p:sp>
        <p:nvSpPr>
          <p:cNvPr id="4407" name="TextBox 3"/>
          <p:cNvSpPr txBox="1"/>
          <p:nvPr/>
        </p:nvSpPr>
        <p:spPr>
          <a:xfrm>
            <a:off x="4634272" y="108866"/>
            <a:ext cx="2923456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r>
              <a:t>도형 안에 그림 이미지 넣기</a:t>
            </a:r>
          </a:p>
        </p:txBody>
      </p:sp>
      <p:grpSp>
        <p:nvGrpSpPr>
          <p:cNvPr id="4410" name="사각형: 둥근 모서리 2"/>
          <p:cNvGrpSpPr/>
          <p:nvPr/>
        </p:nvGrpSpPr>
        <p:grpSpPr>
          <a:xfrm>
            <a:off x="570034" y="1645134"/>
            <a:ext cx="3472902" cy="360364"/>
            <a:chOff x="0" y="0"/>
            <a:chExt cx="3472901" cy="360362"/>
          </a:xfrm>
        </p:grpSpPr>
        <p:sp>
          <p:nvSpPr>
            <p:cNvPr id="4408" name="Rounded Rectangle"/>
            <p:cNvSpPr/>
            <p:nvPr/>
          </p:nvSpPr>
          <p:spPr>
            <a:xfrm>
              <a:off x="0" y="0"/>
              <a:ext cx="3472901" cy="360362"/>
            </a:xfrm>
            <a:prstGeom prst="roundRect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09" name="그림 이미지 불러오기"/>
            <p:cNvSpPr txBox="1"/>
            <p:nvPr/>
          </p:nvSpPr>
          <p:spPr>
            <a:xfrm>
              <a:off x="98492" y="6696"/>
              <a:ext cx="3275915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그림 이미지 불러오기</a:t>
              </a:r>
            </a:p>
          </p:txBody>
        </p:sp>
      </p:grpSp>
      <p:grpSp>
        <p:nvGrpSpPr>
          <p:cNvPr id="4413" name="사각형: 둥근 모서리 30"/>
          <p:cNvGrpSpPr/>
          <p:nvPr/>
        </p:nvGrpSpPr>
        <p:grpSpPr>
          <a:xfrm>
            <a:off x="4378721" y="1645134"/>
            <a:ext cx="3472902" cy="360364"/>
            <a:chOff x="0" y="0"/>
            <a:chExt cx="3472901" cy="360362"/>
          </a:xfrm>
        </p:grpSpPr>
        <p:sp>
          <p:nvSpPr>
            <p:cNvPr id="4411" name="Rounded Rectangle"/>
            <p:cNvSpPr/>
            <p:nvPr/>
          </p:nvSpPr>
          <p:spPr>
            <a:xfrm>
              <a:off x="0" y="0"/>
              <a:ext cx="3472901" cy="360362"/>
            </a:xfrm>
            <a:prstGeom prst="roundRect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12" name="불러온 이미지 Ctrl + C 하여 복사"/>
            <p:cNvSpPr txBox="1"/>
            <p:nvPr/>
          </p:nvSpPr>
          <p:spPr>
            <a:xfrm>
              <a:off x="98492" y="6696"/>
              <a:ext cx="3275915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r>
                <a:t>불러온 이미지 Ctrl + C 하여 복사</a:t>
              </a:r>
            </a:p>
          </p:txBody>
        </p:sp>
      </p:grpSp>
      <p:grpSp>
        <p:nvGrpSpPr>
          <p:cNvPr id="4416" name="사각형: 둥근 모서리 32"/>
          <p:cNvGrpSpPr/>
          <p:nvPr/>
        </p:nvGrpSpPr>
        <p:grpSpPr>
          <a:xfrm>
            <a:off x="8187408" y="1645134"/>
            <a:ext cx="3472902" cy="360364"/>
            <a:chOff x="0" y="0"/>
            <a:chExt cx="3472901" cy="360362"/>
          </a:xfrm>
        </p:grpSpPr>
        <p:sp>
          <p:nvSpPr>
            <p:cNvPr id="4414" name="Rounded Rectangle"/>
            <p:cNvSpPr/>
            <p:nvPr/>
          </p:nvSpPr>
          <p:spPr>
            <a:xfrm>
              <a:off x="0" y="0"/>
              <a:ext cx="3472901" cy="360362"/>
            </a:xfrm>
            <a:prstGeom prst="roundRect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15" name="도형 또는 기존 이미지 위에 삽입"/>
            <p:cNvSpPr txBox="1"/>
            <p:nvPr/>
          </p:nvSpPr>
          <p:spPr>
            <a:xfrm>
              <a:off x="98492" y="6696"/>
              <a:ext cx="3275915" cy="346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도형 또는 기존 이미지 위에 삽입 </a:t>
              </a:r>
            </a:p>
          </p:txBody>
        </p:sp>
      </p:grpSp>
      <p:grpSp>
        <p:nvGrpSpPr>
          <p:cNvPr id="4419" name="타원 33"/>
          <p:cNvGrpSpPr/>
          <p:nvPr/>
        </p:nvGrpSpPr>
        <p:grpSpPr>
          <a:xfrm>
            <a:off x="2126302" y="1200036"/>
            <a:ext cx="360364" cy="370842"/>
            <a:chOff x="0" y="-1"/>
            <a:chExt cx="360363" cy="370841"/>
          </a:xfrm>
        </p:grpSpPr>
        <p:sp>
          <p:nvSpPr>
            <p:cNvPr id="4417" name="Circle"/>
            <p:cNvSpPr/>
            <p:nvPr/>
          </p:nvSpPr>
          <p:spPr>
            <a:xfrm>
              <a:off x="0" y="5238"/>
              <a:ext cx="360363" cy="36036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418" name="1"/>
            <p:cNvSpPr txBox="1"/>
            <p:nvPr/>
          </p:nvSpPr>
          <p:spPr>
            <a:xfrm>
              <a:off x="98494" y="-1"/>
              <a:ext cx="16337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422" name="타원 34"/>
          <p:cNvGrpSpPr/>
          <p:nvPr/>
        </p:nvGrpSpPr>
        <p:grpSpPr>
          <a:xfrm>
            <a:off x="5934990" y="1200036"/>
            <a:ext cx="360364" cy="370842"/>
            <a:chOff x="0" y="-1"/>
            <a:chExt cx="360363" cy="370841"/>
          </a:xfrm>
        </p:grpSpPr>
        <p:sp>
          <p:nvSpPr>
            <p:cNvPr id="4420" name="Circle"/>
            <p:cNvSpPr/>
            <p:nvPr/>
          </p:nvSpPr>
          <p:spPr>
            <a:xfrm>
              <a:off x="0" y="5238"/>
              <a:ext cx="360363" cy="36036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421" name="2"/>
            <p:cNvSpPr txBox="1"/>
            <p:nvPr/>
          </p:nvSpPr>
          <p:spPr>
            <a:xfrm>
              <a:off x="98494" y="-1"/>
              <a:ext cx="16337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425" name="타원 35"/>
          <p:cNvGrpSpPr/>
          <p:nvPr/>
        </p:nvGrpSpPr>
        <p:grpSpPr>
          <a:xfrm>
            <a:off x="9923857" y="1200036"/>
            <a:ext cx="360364" cy="370842"/>
            <a:chOff x="0" y="-1"/>
            <a:chExt cx="360363" cy="370841"/>
          </a:xfrm>
        </p:grpSpPr>
        <p:sp>
          <p:nvSpPr>
            <p:cNvPr id="4423" name="Circle"/>
            <p:cNvSpPr/>
            <p:nvPr/>
          </p:nvSpPr>
          <p:spPr>
            <a:xfrm>
              <a:off x="0" y="5238"/>
              <a:ext cx="360363" cy="360364"/>
            </a:xfrm>
            <a:prstGeom prst="ellipse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  <a:endParaRPr/>
            </a:p>
          </p:txBody>
        </p:sp>
        <p:sp>
          <p:nvSpPr>
            <p:cNvPr id="4424" name="3"/>
            <p:cNvSpPr txBox="1"/>
            <p:nvPr/>
          </p:nvSpPr>
          <p:spPr>
            <a:xfrm>
              <a:off x="98494" y="-1"/>
              <a:ext cx="16337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4426" name="TextBox 36"/>
          <p:cNvSpPr txBox="1"/>
          <p:nvPr/>
        </p:nvSpPr>
        <p:spPr>
          <a:xfrm>
            <a:off x="460816" y="2158863"/>
            <a:ext cx="3688396" cy="54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삽입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t>그림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 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 디바이스에서 그림 삽입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t> 이미지 선택 </a:t>
            </a:r>
          </a:p>
        </p:txBody>
      </p:sp>
      <p:sp>
        <p:nvSpPr>
          <p:cNvPr id="4427" name="TextBox 37"/>
          <p:cNvSpPr txBox="1"/>
          <p:nvPr/>
        </p:nvSpPr>
        <p:spPr>
          <a:xfrm>
            <a:off x="4425911" y="2158863"/>
            <a:ext cx="3378520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t>불러온 이미지를 복사</a:t>
            </a:r>
          </a:p>
        </p:txBody>
      </p:sp>
      <p:sp>
        <p:nvSpPr>
          <p:cNvPr id="4428" name="TextBox 38"/>
          <p:cNvSpPr txBox="1"/>
          <p:nvPr/>
        </p:nvSpPr>
        <p:spPr>
          <a:xfrm>
            <a:off x="8069970" y="2158863"/>
            <a:ext cx="3704835" cy="776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그려 놓은 도형 위에 마우스 우클릭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t>도형서식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t>그림 또는 질감 채우기 클릭 후 아래에 있는 클립보드(C) 단추 클릭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>
                <a:solidFill>
                  <a:srgbClr val="126BF6"/>
                </a:solidFill>
              </a:rPr>
              <a:t>복사된 이미지 삽입 완료!</a:t>
            </a:r>
          </a:p>
        </p:txBody>
      </p:sp>
      <p:pic>
        <p:nvPicPr>
          <p:cNvPr id="4429" name="그림 5" descr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27" y="3049405"/>
            <a:ext cx="3449718" cy="14753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432" name="그림 6"/>
          <p:cNvGrpSpPr/>
          <p:nvPr/>
        </p:nvGrpSpPr>
        <p:grpSpPr>
          <a:xfrm>
            <a:off x="1810885" y="4663497"/>
            <a:ext cx="2193708" cy="1462472"/>
            <a:chOff x="0" y="0"/>
            <a:chExt cx="2193706" cy="1462471"/>
          </a:xfrm>
        </p:grpSpPr>
        <p:sp>
          <p:nvSpPr>
            <p:cNvPr id="4430" name="Rectangle"/>
            <p:cNvSpPr/>
            <p:nvPr/>
          </p:nvSpPr>
          <p:spPr>
            <a:xfrm>
              <a:off x="0" y="0"/>
              <a:ext cx="2193707" cy="1462472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431" name="image35.jpeg" descr="image35.jpe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2193707" cy="14624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433" name="직사각형 11"/>
          <p:cNvSpPr/>
          <p:nvPr/>
        </p:nvSpPr>
        <p:spPr>
          <a:xfrm>
            <a:off x="1852239" y="4216979"/>
            <a:ext cx="1329813" cy="307778"/>
          </a:xfrm>
          <a:prstGeom prst="rect">
            <a:avLst/>
          </a:prstGeom>
          <a:ln w="28575"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34" name="TextBox 13"/>
          <p:cNvSpPr txBox="1"/>
          <p:nvPr/>
        </p:nvSpPr>
        <p:spPr>
          <a:xfrm>
            <a:off x="558462" y="5121380"/>
            <a:ext cx="1190766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필요한 </a:t>
            </a:r>
          </a:p>
          <a:p>
            <a:pPr algn="ctr"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이미지 선택</a:t>
            </a:r>
          </a:p>
        </p:txBody>
      </p:sp>
      <p:sp>
        <p:nvSpPr>
          <p:cNvPr id="4435" name="직사각형 14"/>
          <p:cNvSpPr/>
          <p:nvPr/>
        </p:nvSpPr>
        <p:spPr>
          <a:xfrm>
            <a:off x="8233763" y="3049405"/>
            <a:ext cx="2471221" cy="1515874"/>
          </a:xfrm>
          <a:prstGeom prst="rect">
            <a:avLst/>
          </a:prstGeom>
          <a:solidFill>
            <a:srgbClr val="C8C9C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100">
                <a:solidFill>
                  <a:srgbClr val="808080"/>
                </a:solidFill>
              </a:defRPr>
            </a:pPr>
            <a:endParaRPr/>
          </a:p>
        </p:txBody>
      </p:sp>
      <p:pic>
        <p:nvPicPr>
          <p:cNvPr id="4436" name="그림 8" descr="그림 8"/>
          <p:cNvPicPr>
            <a:picLocks noChangeAspect="1"/>
          </p:cNvPicPr>
          <p:nvPr/>
        </p:nvPicPr>
        <p:blipFill>
          <a:blip r:embed="rId5"/>
          <a:srcRect l="46600"/>
          <a:stretch>
            <a:fillRect/>
          </a:stretch>
        </p:blipFill>
        <p:spPr>
          <a:xfrm>
            <a:off x="8805037" y="3628771"/>
            <a:ext cx="1314800" cy="28905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37" name="그림 10" descr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490" y="3628769"/>
            <a:ext cx="1639035" cy="2890567"/>
          </a:xfrm>
          <a:prstGeom prst="rect">
            <a:avLst/>
          </a:prstGeom>
          <a:ln w="12700">
            <a:miter lim="400000"/>
          </a:ln>
        </p:spPr>
      </p:pic>
      <p:sp>
        <p:nvSpPr>
          <p:cNvPr id="4438" name="TextBox 16"/>
          <p:cNvSpPr txBox="1"/>
          <p:nvPr/>
        </p:nvSpPr>
        <p:spPr>
          <a:xfrm>
            <a:off x="8294441" y="3126247"/>
            <a:ext cx="210226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808080"/>
                </a:solidFill>
              </a:defRPr>
            </a:lvl1pPr>
          </a:lstStyle>
          <a:p>
            <a:r>
              <a:t>Image here</a:t>
            </a:r>
          </a:p>
        </p:txBody>
      </p:sp>
      <p:grpSp>
        <p:nvGrpSpPr>
          <p:cNvPr id="4441" name="타원 17"/>
          <p:cNvGrpSpPr/>
          <p:nvPr/>
        </p:nvGrpSpPr>
        <p:grpSpPr>
          <a:xfrm>
            <a:off x="9303230" y="3545698"/>
            <a:ext cx="166145" cy="166145"/>
            <a:chOff x="-1" y="-1"/>
            <a:chExt cx="166144" cy="166144"/>
          </a:xfrm>
        </p:grpSpPr>
        <p:sp>
          <p:nvSpPr>
            <p:cNvPr id="4439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40" name="1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444" name="타원 19"/>
          <p:cNvGrpSpPr/>
          <p:nvPr/>
        </p:nvGrpSpPr>
        <p:grpSpPr>
          <a:xfrm>
            <a:off x="1611963" y="2960104"/>
            <a:ext cx="166145" cy="166145"/>
            <a:chOff x="-1" y="-1"/>
            <a:chExt cx="166144" cy="166144"/>
          </a:xfrm>
        </p:grpSpPr>
        <p:sp>
          <p:nvSpPr>
            <p:cNvPr id="4442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43" name="1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447" name="타원 20"/>
          <p:cNvGrpSpPr/>
          <p:nvPr/>
        </p:nvGrpSpPr>
        <p:grpSpPr>
          <a:xfrm>
            <a:off x="2126301" y="3425725"/>
            <a:ext cx="166145" cy="166145"/>
            <a:chOff x="-1" y="-1"/>
            <a:chExt cx="166144" cy="166144"/>
          </a:xfrm>
        </p:grpSpPr>
        <p:sp>
          <p:nvSpPr>
            <p:cNvPr id="4445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46" name="2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450" name="타원 21"/>
          <p:cNvGrpSpPr/>
          <p:nvPr/>
        </p:nvGrpSpPr>
        <p:grpSpPr>
          <a:xfrm>
            <a:off x="2741595" y="4109881"/>
            <a:ext cx="166145" cy="166145"/>
            <a:chOff x="-1" y="-1"/>
            <a:chExt cx="166144" cy="166144"/>
          </a:xfrm>
        </p:grpSpPr>
        <p:sp>
          <p:nvSpPr>
            <p:cNvPr id="4448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49" name="3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453" name="타원 22"/>
          <p:cNvGrpSpPr/>
          <p:nvPr/>
        </p:nvGrpSpPr>
        <p:grpSpPr>
          <a:xfrm>
            <a:off x="2741595" y="4614056"/>
            <a:ext cx="166145" cy="166145"/>
            <a:chOff x="-1" y="-1"/>
            <a:chExt cx="166144" cy="166144"/>
          </a:xfrm>
        </p:grpSpPr>
        <p:sp>
          <p:nvSpPr>
            <p:cNvPr id="4451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52" name="4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4454" name="직사각형 24"/>
          <p:cNvSpPr/>
          <p:nvPr/>
        </p:nvSpPr>
        <p:spPr>
          <a:xfrm>
            <a:off x="8820852" y="6209519"/>
            <a:ext cx="1329813" cy="166144"/>
          </a:xfrm>
          <a:prstGeom prst="rect">
            <a:avLst/>
          </a:prstGeom>
          <a:ln w="28575"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457" name="타원 23"/>
          <p:cNvGrpSpPr/>
          <p:nvPr/>
        </p:nvGrpSpPr>
        <p:grpSpPr>
          <a:xfrm>
            <a:off x="9659289" y="6123045"/>
            <a:ext cx="166145" cy="166145"/>
            <a:chOff x="-1" y="-1"/>
            <a:chExt cx="166144" cy="166144"/>
          </a:xfrm>
        </p:grpSpPr>
        <p:sp>
          <p:nvSpPr>
            <p:cNvPr id="4455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56" name="2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4458" name="직사각형 25"/>
          <p:cNvSpPr/>
          <p:nvPr/>
        </p:nvSpPr>
        <p:spPr>
          <a:xfrm>
            <a:off x="10284220" y="5118079"/>
            <a:ext cx="1329813" cy="166144"/>
          </a:xfrm>
          <a:prstGeom prst="rect">
            <a:avLst/>
          </a:prstGeom>
          <a:ln w="28575"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461" name="타원 18"/>
          <p:cNvGrpSpPr/>
          <p:nvPr/>
        </p:nvGrpSpPr>
        <p:grpSpPr>
          <a:xfrm>
            <a:off x="11300899" y="4992176"/>
            <a:ext cx="166145" cy="166145"/>
            <a:chOff x="-1" y="-1"/>
            <a:chExt cx="166144" cy="166144"/>
          </a:xfrm>
        </p:grpSpPr>
        <p:sp>
          <p:nvSpPr>
            <p:cNvPr id="4459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60" name="3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4462" name="직사각형 26"/>
          <p:cNvSpPr/>
          <p:nvPr/>
        </p:nvSpPr>
        <p:spPr>
          <a:xfrm>
            <a:off x="10831954" y="5780514"/>
            <a:ext cx="782079" cy="166145"/>
          </a:xfrm>
          <a:prstGeom prst="rect">
            <a:avLst/>
          </a:prstGeom>
          <a:ln w="28575"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465" name="타원 27"/>
          <p:cNvGrpSpPr/>
          <p:nvPr/>
        </p:nvGrpSpPr>
        <p:grpSpPr>
          <a:xfrm>
            <a:off x="11383970" y="5692803"/>
            <a:ext cx="166145" cy="166145"/>
            <a:chOff x="-1" y="-1"/>
            <a:chExt cx="166144" cy="166144"/>
          </a:xfrm>
        </p:grpSpPr>
        <p:sp>
          <p:nvSpPr>
            <p:cNvPr id="4463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64" name="4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478" name="그룹 54"/>
          <p:cNvGrpSpPr/>
          <p:nvPr/>
        </p:nvGrpSpPr>
        <p:grpSpPr>
          <a:xfrm>
            <a:off x="5010462" y="2528196"/>
            <a:ext cx="2284430" cy="420921"/>
            <a:chOff x="-1" y="0"/>
            <a:chExt cx="2284427" cy="420919"/>
          </a:xfrm>
        </p:grpSpPr>
        <p:grpSp>
          <p:nvGrpSpPr>
            <p:cNvPr id="4470" name="그룹 28"/>
            <p:cNvGrpSpPr/>
            <p:nvPr/>
          </p:nvGrpSpPr>
          <p:grpSpPr>
            <a:xfrm>
              <a:off x="-1" y="0"/>
              <a:ext cx="793823" cy="396364"/>
              <a:chOff x="0" y="0"/>
              <a:chExt cx="793821" cy="396363"/>
            </a:xfrm>
          </p:grpSpPr>
          <p:sp>
            <p:nvSpPr>
              <p:cNvPr id="4466" name="사각형: 둥근 모서리 29"/>
              <p:cNvSpPr/>
              <p:nvPr/>
            </p:nvSpPr>
            <p:spPr>
              <a:xfrm>
                <a:off x="29892" y="33590"/>
                <a:ext cx="763929" cy="362773"/>
              </a:xfrm>
              <a:prstGeom prst="roundRect">
                <a:avLst>
                  <a:gd name="adj" fmla="val 18334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  <a:endParaRPr/>
              </a:p>
            </p:txBody>
          </p:sp>
          <p:grpSp>
            <p:nvGrpSpPr>
              <p:cNvPr id="4469" name="사각형: 둥근 모서리 48"/>
              <p:cNvGrpSpPr/>
              <p:nvPr/>
            </p:nvGrpSpPr>
            <p:grpSpPr>
              <a:xfrm>
                <a:off x="0" y="0"/>
                <a:ext cx="763930" cy="362774"/>
                <a:chOff x="0" y="0"/>
                <a:chExt cx="763929" cy="362773"/>
              </a:xfrm>
            </p:grpSpPr>
            <p:sp>
              <p:nvSpPr>
                <p:cNvPr id="4467" name="Rounded Rectangle"/>
                <p:cNvSpPr/>
                <p:nvPr/>
              </p:nvSpPr>
              <p:spPr>
                <a:xfrm>
                  <a:off x="0" y="0"/>
                  <a:ext cx="763929" cy="362773"/>
                </a:xfrm>
                <a:prstGeom prst="roundRect">
                  <a:avLst>
                    <a:gd name="adj" fmla="val 18334"/>
                  </a:avLst>
                </a:prstGeom>
                <a:solidFill>
                  <a:srgbClr val="DDECCA"/>
                </a:solidFill>
                <a:ln w="285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1400"/>
                  </a:pPr>
                  <a:endParaRPr/>
                </a:p>
              </p:txBody>
            </p:sp>
            <p:sp>
              <p:nvSpPr>
                <p:cNvPr id="4468" name="Ctrl"/>
                <p:cNvSpPr txBox="1"/>
                <p:nvPr/>
              </p:nvSpPr>
              <p:spPr>
                <a:xfrm>
                  <a:off x="79487" y="27715"/>
                  <a:ext cx="604954" cy="3073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 sz="1400"/>
                  </a:lvl1pPr>
                </a:lstStyle>
                <a:p>
                  <a:r>
                    <a:t>Ctrl</a:t>
                  </a:r>
                </a:p>
              </p:txBody>
            </p:sp>
          </p:grpSp>
        </p:grpSp>
        <p:grpSp>
          <p:nvGrpSpPr>
            <p:cNvPr id="4475" name="그룹 49"/>
            <p:cNvGrpSpPr/>
            <p:nvPr/>
          </p:nvGrpSpPr>
          <p:grpSpPr>
            <a:xfrm>
              <a:off x="1133624" y="0"/>
              <a:ext cx="437972" cy="396364"/>
              <a:chOff x="-1" y="0"/>
              <a:chExt cx="437971" cy="396363"/>
            </a:xfrm>
          </p:grpSpPr>
          <p:sp>
            <p:nvSpPr>
              <p:cNvPr id="4471" name="사각형: 둥근 모서리 50"/>
              <p:cNvSpPr/>
              <p:nvPr/>
            </p:nvSpPr>
            <p:spPr>
              <a:xfrm>
                <a:off x="29890" y="33590"/>
                <a:ext cx="408080" cy="362773"/>
              </a:xfrm>
              <a:prstGeom prst="roundRect">
                <a:avLst>
                  <a:gd name="adj" fmla="val 18334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  <a:endParaRPr/>
              </a:p>
            </p:txBody>
          </p:sp>
          <p:grpSp>
            <p:nvGrpSpPr>
              <p:cNvPr id="4474" name="사각형: 둥근 모서리 51"/>
              <p:cNvGrpSpPr/>
              <p:nvPr/>
            </p:nvGrpSpPr>
            <p:grpSpPr>
              <a:xfrm>
                <a:off x="-1" y="0"/>
                <a:ext cx="408080" cy="362774"/>
                <a:chOff x="0" y="0"/>
                <a:chExt cx="408078" cy="362773"/>
              </a:xfrm>
            </p:grpSpPr>
            <p:sp>
              <p:nvSpPr>
                <p:cNvPr id="4472" name="Rounded Rectangle"/>
                <p:cNvSpPr/>
                <p:nvPr/>
              </p:nvSpPr>
              <p:spPr>
                <a:xfrm>
                  <a:off x="0" y="0"/>
                  <a:ext cx="408078" cy="362773"/>
                </a:xfrm>
                <a:prstGeom prst="roundRect">
                  <a:avLst>
                    <a:gd name="adj" fmla="val 18334"/>
                  </a:avLst>
                </a:prstGeom>
                <a:solidFill>
                  <a:srgbClr val="F6F7FA"/>
                </a:solidFill>
                <a:ln w="285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1400"/>
                  </a:pPr>
                  <a:endParaRPr/>
                </a:p>
              </p:txBody>
            </p:sp>
            <p:sp>
              <p:nvSpPr>
                <p:cNvPr id="4473" name="C"/>
                <p:cNvSpPr txBox="1"/>
                <p:nvPr/>
              </p:nvSpPr>
              <p:spPr>
                <a:xfrm>
                  <a:off x="79487" y="27715"/>
                  <a:ext cx="249103" cy="3073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 sz="1400"/>
                  </a:lvl1pPr>
                </a:lstStyle>
                <a:p>
                  <a:r>
                    <a:t>C</a:t>
                  </a:r>
                </a:p>
              </p:txBody>
            </p:sp>
          </p:grpSp>
        </p:grpSp>
        <p:sp>
          <p:nvSpPr>
            <p:cNvPr id="4476" name="TextBox 52"/>
            <p:cNvSpPr txBox="1"/>
            <p:nvPr/>
          </p:nvSpPr>
          <p:spPr>
            <a:xfrm>
              <a:off x="892711" y="24678"/>
              <a:ext cx="119682" cy="396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000"/>
              </a:lvl1pPr>
            </a:lstStyle>
            <a:p>
              <a:r>
                <a:t>+</a:t>
              </a:r>
            </a:p>
          </p:txBody>
        </p:sp>
        <p:sp>
          <p:nvSpPr>
            <p:cNvPr id="4477" name="TextBox 53"/>
            <p:cNvSpPr txBox="1"/>
            <p:nvPr/>
          </p:nvSpPr>
          <p:spPr>
            <a:xfrm>
              <a:off x="1828749" y="67015"/>
              <a:ext cx="45567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복사</a:t>
              </a:r>
            </a:p>
          </p:txBody>
        </p:sp>
      </p:grpSp>
      <p:grpSp>
        <p:nvGrpSpPr>
          <p:cNvPr id="4481" name="타원 55"/>
          <p:cNvGrpSpPr/>
          <p:nvPr/>
        </p:nvGrpSpPr>
        <p:grpSpPr>
          <a:xfrm>
            <a:off x="4681758" y="2640698"/>
            <a:ext cx="166145" cy="166145"/>
            <a:chOff x="-1" y="-1"/>
            <a:chExt cx="166144" cy="166144"/>
          </a:xfrm>
        </p:grpSpPr>
        <p:sp>
          <p:nvSpPr>
            <p:cNvPr id="4479" name="Circle"/>
            <p:cNvSpPr/>
            <p:nvPr/>
          </p:nvSpPr>
          <p:spPr>
            <a:xfrm>
              <a:off x="-1" y="-1"/>
              <a:ext cx="166144" cy="166144"/>
            </a:xfrm>
            <a:prstGeom prst="ellipse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endParaRPr/>
            </a:p>
          </p:txBody>
        </p:sp>
        <p:sp>
          <p:nvSpPr>
            <p:cNvPr id="4480" name="1"/>
            <p:cNvSpPr txBox="1"/>
            <p:nvPr/>
          </p:nvSpPr>
          <p:spPr>
            <a:xfrm>
              <a:off x="70050" y="19571"/>
              <a:ext cx="2604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r>
                <a:t>1</a:t>
              </a:r>
            </a:p>
          </p:txBody>
        </p:sp>
      </p:grp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7" name="그룹 5"/>
          <p:cNvGrpSpPr/>
          <p:nvPr/>
        </p:nvGrpSpPr>
        <p:grpSpPr>
          <a:xfrm>
            <a:off x="-3427264" y="-2653631"/>
            <a:ext cx="17849809" cy="12979468"/>
            <a:chOff x="0" y="0"/>
            <a:chExt cx="17849807" cy="12979467"/>
          </a:xfrm>
        </p:grpSpPr>
        <p:sp>
          <p:nvSpPr>
            <p:cNvPr id="4483" name="직사각형 11"/>
            <p:cNvSpPr/>
            <p:nvPr/>
          </p:nvSpPr>
          <p:spPr>
            <a:xfrm>
              <a:off x="3526653" y="2653630"/>
              <a:ext cx="12192001" cy="6858001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84" name="자유형: 도형 4"/>
            <p:cNvSpPr/>
            <p:nvPr/>
          </p:nvSpPr>
          <p:spPr>
            <a:xfrm rot="18845303">
              <a:off x="2192323" y="1611852"/>
              <a:ext cx="8620367" cy="97557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43" y="0"/>
                  </a:moveTo>
                  <a:lnTo>
                    <a:pt x="21600" y="8444"/>
                  </a:lnTo>
                  <a:lnTo>
                    <a:pt x="21600" y="16218"/>
                  </a:lnTo>
                  <a:cubicBezTo>
                    <a:pt x="21600" y="19190"/>
                    <a:pt x="18873" y="21600"/>
                    <a:pt x="15509" y="21600"/>
                  </a:cubicBezTo>
                  <a:lnTo>
                    <a:pt x="12098" y="21600"/>
                  </a:lnTo>
                  <a:lnTo>
                    <a:pt x="0" y="10565"/>
                  </a:lnTo>
                  <a:close/>
                </a:path>
              </a:pathLst>
            </a:custGeom>
            <a:gradFill flip="none" rotWithShape="1">
              <a:gsLst>
                <a:gs pos="27000">
                  <a:srgbClr val="131B6C"/>
                </a:gs>
                <a:gs pos="100000">
                  <a:srgbClr val="126BF6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609600" dist="38100" dir="2700000" rotWithShape="0">
                <a:srgbClr val="000000">
                  <a:alpha val="4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85" name="자유형: 도형 12"/>
            <p:cNvSpPr/>
            <p:nvPr/>
          </p:nvSpPr>
          <p:spPr>
            <a:xfrm rot="19534808">
              <a:off x="12900598" y="5025552"/>
              <a:ext cx="4241191" cy="3818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34"/>
                  </a:moveTo>
                  <a:lnTo>
                    <a:pt x="8418" y="21600"/>
                  </a:lnTo>
                  <a:lnTo>
                    <a:pt x="7807" y="21496"/>
                  </a:lnTo>
                  <a:cubicBezTo>
                    <a:pt x="3351" y="20484"/>
                    <a:pt x="0" y="16106"/>
                    <a:pt x="0" y="10859"/>
                  </a:cubicBezTo>
                  <a:cubicBezTo>
                    <a:pt x="0" y="4862"/>
                    <a:pt x="4377" y="0"/>
                    <a:pt x="9777" y="0"/>
                  </a:cubicBezTo>
                  <a:lnTo>
                    <a:pt x="19582" y="0"/>
                  </a:lnTo>
                  <a:cubicBezTo>
                    <a:pt x="20256" y="0"/>
                    <a:pt x="20915" y="76"/>
                    <a:pt x="21552" y="221"/>
                  </a:cubicBezTo>
                  <a:close/>
                </a:path>
              </a:pathLst>
            </a:custGeom>
            <a:gradFill flip="none" rotWithShape="1">
              <a:gsLst>
                <a:gs pos="27000">
                  <a:srgbClr val="131B6C"/>
                </a:gs>
                <a:gs pos="100000">
                  <a:srgbClr val="126BF6"/>
                </a:gs>
              </a:gsLst>
              <a:lin ang="10800000" scaled="0"/>
            </a:gradFill>
            <a:ln w="12700" cap="flat">
              <a:noFill/>
              <a:miter lim="400000"/>
            </a:ln>
            <a:effectLst>
              <a:outerShdw blurRad="266700" dist="38100" dir="2700000" rotWithShape="0">
                <a:srgbClr val="000000">
                  <a:alpha val="11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86" name="사각형: 둥근 모서리 14"/>
            <p:cNvSpPr/>
            <p:nvPr/>
          </p:nvSpPr>
          <p:spPr>
            <a:xfrm>
              <a:off x="13005013" y="3185476"/>
              <a:ext cx="1184429" cy="117038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25000">
                  <a:srgbClr val="131B6C"/>
                </a:gs>
                <a:gs pos="100000">
                  <a:srgbClr val="126BF6">
                    <a:alpha val="36000"/>
                  </a:srgbClr>
                </a:gs>
              </a:gsLst>
              <a:lin ang="8100000" scaled="0"/>
            </a:gradFill>
            <a:ln w="12700" cap="flat">
              <a:noFill/>
              <a:miter lim="400000"/>
            </a:ln>
            <a:effectLst>
              <a:outerShdw blurRad="660400" dist="38100" rotWithShape="0">
                <a:srgbClr val="000000">
                  <a:alpha val="1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488" name="직사각형 10"/>
          <p:cNvSpPr/>
          <p:nvPr/>
        </p:nvSpPr>
        <p:spPr>
          <a:xfrm>
            <a:off x="0" y="0"/>
            <a:ext cx="12291391" cy="6858000"/>
          </a:xfrm>
          <a:prstGeom prst="rect">
            <a:avLst/>
          </a:prstGeom>
          <a:solidFill>
            <a:srgbClr val="151F95">
              <a:alpha val="4509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491" name="사각형: 둥근 모서리 15"/>
          <p:cNvGrpSpPr/>
          <p:nvPr/>
        </p:nvGrpSpPr>
        <p:grpSpPr>
          <a:xfrm>
            <a:off x="6096000" y="3263281"/>
            <a:ext cx="5324770" cy="424694"/>
            <a:chOff x="0" y="0"/>
            <a:chExt cx="5324769" cy="424693"/>
          </a:xfrm>
        </p:grpSpPr>
        <p:sp>
          <p:nvSpPr>
            <p:cNvPr id="4489" name="Rounded Rectangle"/>
            <p:cNvSpPr/>
            <p:nvPr/>
          </p:nvSpPr>
          <p:spPr>
            <a:xfrm>
              <a:off x="0" y="0"/>
              <a:ext cx="5324769" cy="42469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90" name="템플릿 블랭크 페이지"/>
            <p:cNvSpPr txBox="1"/>
            <p:nvPr/>
          </p:nvSpPr>
          <p:spPr>
            <a:xfrm>
              <a:off x="107913" y="5333"/>
              <a:ext cx="5108941" cy="414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126BF6"/>
                  </a:solidFill>
                </a:defRPr>
              </a:lvl1pPr>
            </a:lstStyle>
            <a:p>
              <a:r>
                <a:t>템플릿 블랭크 페이지</a:t>
              </a:r>
            </a:p>
          </p:txBody>
        </p:sp>
      </p:grp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3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94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600"/>
            </a:lvl1pPr>
          </a:lstStyle>
          <a:p>
            <a:r>
              <a:t>타이틀을 작성해주세요</a:t>
            </a:r>
          </a:p>
        </p:txBody>
      </p:sp>
      <p:sp>
        <p:nvSpPr>
          <p:cNvPr id="4495" name="TextBox 6"/>
          <p:cNvSpPr txBox="1"/>
          <p:nvPr/>
        </p:nvSpPr>
        <p:spPr>
          <a:xfrm>
            <a:off x="546429" y="179986"/>
            <a:ext cx="2923456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01 ｜ 목차 카테고리</a:t>
            </a:r>
          </a:p>
        </p:txBody>
      </p:sp>
      <p:sp>
        <p:nvSpPr>
          <p:cNvPr id="4496" name="TextBox 7"/>
          <p:cNvSpPr txBox="1"/>
          <p:nvPr/>
        </p:nvSpPr>
        <p:spPr>
          <a:xfrm>
            <a:off x="2834408" y="1367876"/>
            <a:ext cx="6523182" cy="44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r>
              <a:t>타이틀에 맞는 세부내용을 핵심만 간략하게 설명해주세요</a:t>
            </a:r>
          </a:p>
        </p:txBody>
      </p:sp>
      <p:sp>
        <p:nvSpPr>
          <p:cNvPr id="4497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498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4499" name="TextBox 9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r>
              <a:t>30</a:t>
            </a:r>
          </a:p>
        </p:txBody>
      </p:sp>
      <p:grpSp>
        <p:nvGrpSpPr>
          <p:cNvPr id="4502" name="그림 10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4500" name="Shape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501" name="image3.png" descr="image3.png"/>
            <p:cNvPicPr>
              <a:picLocks noChangeAspect="1"/>
            </p:cNvPicPr>
            <p:nvPr/>
          </p:nvPicPr>
          <p:blipFill>
            <a:blip r:embed="rId3"/>
            <a:srcRect r="9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stA="38000" endPos="40000" dir="5400000" sy="-100000" algn="bl" rotWithShape="0"/>
            </a:effectLst>
          </p:spPr>
        </p:pic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Pretendard SemiBold"/>
        <a:ea typeface="Pretendard SemiBold"/>
        <a:cs typeface="Pretendard SemiBold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Pretendard SemiBold"/>
        <a:ea typeface="Pretendard SemiBold"/>
        <a:cs typeface="Pretendard SemiBold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84BE10FD2F62B40ACB1E3C1107D46A0" ma:contentTypeVersion="4" ma:contentTypeDescription="새 문서를 만듭니다." ma:contentTypeScope="" ma:versionID="5a28af721d92ab8d287a314b6bbb4261">
  <xsd:schema xmlns:xsd="http://www.w3.org/2001/XMLSchema" xmlns:xs="http://www.w3.org/2001/XMLSchema" xmlns:p="http://schemas.microsoft.com/office/2006/metadata/properties" xmlns:ns3="79e25a7c-5526-4bd0-8a65-e3306a25c04e" targetNamespace="http://schemas.microsoft.com/office/2006/metadata/properties" ma:root="true" ma:fieldsID="cd8436b3e7bf155ceb55135611ceb8f9" ns3:_="">
    <xsd:import namespace="79e25a7c-5526-4bd0-8a65-e3306a25c04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e25a7c-5526-4bd0-8a65-e3306a25c0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5E8DC0-BD54-4479-8F20-95695122CB75}">
  <ds:schemaRefs>
    <ds:schemaRef ds:uri="79e25a7c-5526-4bd0-8a65-e3306a25c0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9DE7650-A870-4783-9F9A-5686DE92E7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E51C24-6536-4C22-A8AD-5C2E646377C6}">
  <ds:schemaRefs>
    <ds:schemaRef ds:uri="79e25a7c-5526-4bd0-8a65-e3306a25c04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7128</Words>
  <Application>Microsoft Office PowerPoint</Application>
  <PresentationFormat>Widescreen</PresentationFormat>
  <Paragraphs>2238</Paragraphs>
  <Slides>99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7" baseType="lpstr">
      <vt:lpstr>Pretendard Black</vt:lpstr>
      <vt:lpstr>Pretendard Medium</vt:lpstr>
      <vt:lpstr>Pretendard SemiBold</vt:lpstr>
      <vt:lpstr>맑은 고딕</vt:lpstr>
      <vt:lpstr>맑은 고딕</vt:lpstr>
      <vt:lpstr>Arial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김시우</cp:lastModifiedBy>
  <cp:revision>1</cp:revision>
  <dcterms:modified xsi:type="dcterms:W3CDTF">2026-08-23T13:52:10Z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0x010100984BE10FD2F62B40ACB1E3C1107D46A0</vt:lpwstr>
  </property>
</Properties>
</file>